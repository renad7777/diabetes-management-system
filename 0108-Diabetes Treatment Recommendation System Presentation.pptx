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6858000" cx="12192000"/>
  <p:notesSz cx="6858000" cy="9144000"/>
  <p:embeddedFontLst>
    <p:embeddedFont>
      <p:font typeface="Play"/>
      <p:regular r:id="rId50"/>
      <p:bold r:id="rId51"/>
    </p:embeddedFont>
    <p:embeddedFont>
      <p:font typeface="Roboto"/>
      <p:regular r:id="rId52"/>
      <p:bold r:id="rId53"/>
      <p:italic r:id="rId54"/>
      <p:boldItalic r:id="rId55"/>
    </p:embeddedFont>
    <p:embeddedFont>
      <p:font typeface="Montserrat"/>
      <p:bold r:id="rId56"/>
      <p:boldItalic r:id="rId57"/>
    </p:embeddedFont>
    <p:embeddedFont>
      <p:font typeface="Poppins"/>
      <p:regular r:id="rId58"/>
      <p:bold r:id="rId59"/>
      <p:italic r:id="rId60"/>
      <p:boldItalic r:id="rId61"/>
    </p:embeddedFont>
    <p:embeddedFont>
      <p:font typeface="Fira Sans Medium"/>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6" roundtripDataSignature="AMtx7miNBwQ01M2quubbW0XVtXx5hr33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F6D792-8C73-4E83-9AE1-A7C4400F5AB0}">
  <a:tblStyle styleId="{19F6D792-8C73-4E83-9AE1-A7C4400F5AB0}" styleName="Table_0">
    <a:wholeTbl>
      <a:tcTxStyle b="off" i="off">
        <a:font>
          <a:latin typeface="Aptos"/>
          <a:ea typeface="Aptos"/>
          <a:cs typeface="Aptos"/>
        </a:font>
        <a:schemeClr val="dk1"/>
      </a:tcTxStyle>
      <a:tcStyle>
        <a:tcBdr>
          <a:left>
            <a:ln cap="flat" cmpd="sng" w="12700">
              <a:solidFill>
                <a:schemeClr val="accent4"/>
              </a:solidFill>
              <a:prstDash val="solid"/>
              <a:round/>
              <a:headEnd len="sm" w="sm" type="none"/>
              <a:tailEnd len="sm" w="sm" type="none"/>
            </a:ln>
          </a:left>
          <a:right>
            <a:ln cap="flat" cmpd="sng" w="12700">
              <a:solidFill>
                <a:schemeClr val="accent4"/>
              </a:solidFill>
              <a:prstDash val="solid"/>
              <a:round/>
              <a:headEnd len="sm" w="sm" type="none"/>
              <a:tailEnd len="sm" w="sm" type="none"/>
            </a:ln>
          </a:right>
          <a:top>
            <a:ln cap="flat" cmpd="sng" w="12700">
              <a:solidFill>
                <a:schemeClr val="accent4"/>
              </a:solidFill>
              <a:prstDash val="solid"/>
              <a:round/>
              <a:headEnd len="sm" w="sm" type="none"/>
              <a:tailEnd len="sm" w="sm" type="none"/>
            </a:ln>
          </a:top>
          <a:bottom>
            <a:ln cap="flat" cmpd="sng" w="12700">
              <a:solidFill>
                <a:schemeClr val="accent4"/>
              </a:solidFill>
              <a:prstDash val="solid"/>
              <a:round/>
              <a:headEnd len="sm" w="sm" type="none"/>
              <a:tailEnd len="sm" w="sm" type="none"/>
            </a:ln>
          </a:bottom>
          <a:insideH>
            <a:ln cap="flat" cmpd="sng" w="12700">
              <a:solidFill>
                <a:schemeClr val="accent4"/>
              </a:solidFill>
              <a:prstDash val="solid"/>
              <a:round/>
              <a:headEnd len="sm" w="sm" type="none"/>
              <a:tailEnd len="sm" w="sm" type="none"/>
            </a:ln>
          </a:insideH>
          <a:insideV>
            <a:ln cap="flat" cmpd="sng" w="12700">
              <a:solidFill>
                <a:schemeClr val="accent4"/>
              </a:solidFill>
              <a:prstDash val="solid"/>
              <a:round/>
              <a:headEnd len="sm" w="sm" type="none"/>
              <a:tailEnd len="sm" w="sm" type="none"/>
            </a:ln>
          </a:insideV>
        </a:tcBdr>
        <a:fill>
          <a:solidFill>
            <a:srgbClr val="E6EFF7"/>
          </a:solidFill>
        </a:fill>
      </a:tcStyle>
    </a:wholeTbl>
    <a:band1H>
      <a:tcTxStyle/>
      <a:tcStyle>
        <a:fill>
          <a:solidFill>
            <a:srgbClr val="CADEEF"/>
          </a:solidFill>
        </a:fill>
      </a:tcStyle>
    </a:band1H>
    <a:band2H>
      <a:tcTxStyle/>
    </a:band2H>
    <a:band1V>
      <a:tcTxStyle/>
      <a:tcStyle>
        <a:fill>
          <a:solidFill>
            <a:srgbClr val="CADEEF"/>
          </a:solidFill>
        </a:fill>
      </a:tcStyle>
    </a:band1V>
    <a:band2V>
      <a:tcTxStyle/>
    </a:band2V>
    <a:lastCol>
      <a:tcTxStyle b="on" i="off"/>
    </a:lastCol>
    <a:firstCol>
      <a:tcTxStyle b="on" i="off"/>
    </a:firstCol>
    <a:lastRow>
      <a:tcTxStyle b="on" i="off"/>
      <a:tcStyle>
        <a:tcBdr>
          <a:top>
            <a:ln cap="flat" cmpd="sng" w="25400">
              <a:solidFill>
                <a:schemeClr val="accent4"/>
              </a:solidFill>
              <a:prstDash val="solid"/>
              <a:round/>
              <a:headEnd len="sm" w="sm" type="none"/>
              <a:tailEnd len="sm" w="sm" type="none"/>
            </a:ln>
          </a:top>
        </a:tcBdr>
        <a:fill>
          <a:solidFill>
            <a:srgbClr val="E6EFF7"/>
          </a:solidFill>
        </a:fill>
      </a:tcStyle>
    </a:lastRow>
    <a:seCell>
      <a:tcTxStyle/>
    </a:seCell>
    <a:swCell>
      <a:tcTxStyle/>
    </a:swCell>
    <a:firstRow>
      <a:tcTxStyle b="on" i="off"/>
      <a:tcStyle>
        <a:fill>
          <a:solidFill>
            <a:srgbClr val="E6EFF7"/>
          </a:solidFill>
        </a:fill>
      </a:tcStyle>
    </a:firstRow>
    <a:neCell>
      <a:tcTxStyle/>
    </a:neCell>
    <a:nwCell>
      <a:tcTxStyle/>
    </a:nwCell>
  </a:tblStyle>
  <a:tblStyle styleId="{14E31406-FC8F-4D9F-890A-29E20DFF2511}" styleName="Table_1">
    <a:wholeTbl>
      <a:tcTxStyle b="off" i="off">
        <a:font>
          <a:latin typeface="Aptos"/>
          <a:ea typeface="Aptos"/>
          <a:cs typeface="Apto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127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FiraSansMedium-regular.fntdata"/><Relationship Id="rId61" Type="http://schemas.openxmlformats.org/officeDocument/2006/relationships/font" Target="fonts/Poppins-boldItalic.fntdata"/><Relationship Id="rId20" Type="http://schemas.openxmlformats.org/officeDocument/2006/relationships/slide" Target="slides/slide14.xml"/><Relationship Id="rId64" Type="http://schemas.openxmlformats.org/officeDocument/2006/relationships/font" Target="fonts/FiraSansMedium-italic.fntdata"/><Relationship Id="rId63" Type="http://schemas.openxmlformats.org/officeDocument/2006/relationships/font" Target="fonts/FiraSansMedium-bold.fntdata"/><Relationship Id="rId22" Type="http://schemas.openxmlformats.org/officeDocument/2006/relationships/slide" Target="slides/slide16.xml"/><Relationship Id="rId66" Type="http://customschemas.google.com/relationships/presentationmetadata" Target="metadata"/><Relationship Id="rId21" Type="http://schemas.openxmlformats.org/officeDocument/2006/relationships/slide" Target="slides/slide15.xml"/><Relationship Id="rId65" Type="http://schemas.openxmlformats.org/officeDocument/2006/relationships/font" Target="fonts/FiraSansMedium-boldItalic.fntdata"/><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Poppins-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ay-bold.fntdata"/><Relationship Id="rId50" Type="http://schemas.openxmlformats.org/officeDocument/2006/relationships/font" Target="fonts/Play-regular.fntdata"/><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5.xml"/><Relationship Id="rId55" Type="http://schemas.openxmlformats.org/officeDocument/2006/relationships/font" Target="fonts/Roboto-boldItalic.fntdata"/><Relationship Id="rId10" Type="http://schemas.openxmlformats.org/officeDocument/2006/relationships/slide" Target="slides/slide4.xml"/><Relationship Id="rId54" Type="http://schemas.openxmlformats.org/officeDocument/2006/relationships/font" Target="fonts/Roboto-italic.fntdata"/><Relationship Id="rId13" Type="http://schemas.openxmlformats.org/officeDocument/2006/relationships/slide" Target="slides/slide7.xml"/><Relationship Id="rId57" Type="http://schemas.openxmlformats.org/officeDocument/2006/relationships/font" Target="fonts/Montserrat-boldItalic.fntdata"/><Relationship Id="rId12" Type="http://schemas.openxmlformats.org/officeDocument/2006/relationships/slide" Target="slides/slide6.xml"/><Relationship Id="rId56" Type="http://schemas.openxmlformats.org/officeDocument/2006/relationships/font" Target="fonts/Montserrat-bold.fntdata"/><Relationship Id="rId15" Type="http://schemas.openxmlformats.org/officeDocument/2006/relationships/slide" Target="slides/slide9.xml"/><Relationship Id="rId59" Type="http://schemas.openxmlformats.org/officeDocument/2006/relationships/font" Target="fonts/Poppins-bold.fntdata"/><Relationship Id="rId14" Type="http://schemas.openxmlformats.org/officeDocument/2006/relationships/slide" Target="slides/slide8.xml"/><Relationship Id="rId58" Type="http://schemas.openxmlformats.org/officeDocument/2006/relationships/font" Target="fonts/Poppins-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5" name="Google Shape;6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1" name="Google Shape;6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4" name="Google Shape;82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 name="Google Shape;83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 name="Google Shape;83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47"/>
          <p:cNvSpPr txBox="1"/>
          <p:nvPr>
            <p:ph type="title"/>
          </p:nvPr>
        </p:nvSpPr>
        <p:spPr>
          <a:xfrm>
            <a:off x="1765933" y="788367"/>
            <a:ext cx="9466000" cy="568400"/>
          </a:xfrm>
          <a:prstGeom prst="rect">
            <a:avLst/>
          </a:prstGeom>
          <a:noFill/>
          <a:ln>
            <a:noFill/>
          </a:ln>
        </p:spPr>
        <p:txBody>
          <a:bodyPr anchorCtr="0" anchor="t" bIns="0" lIns="91425" spcFirstLastPara="1" rIns="91425" wrap="square" tIns="0">
            <a:noAutofit/>
          </a:bodyPr>
          <a:lstStyle>
            <a:lvl1pPr lvl="0" algn="l">
              <a:lnSpc>
                <a:spcPct val="90000"/>
              </a:lnSpc>
              <a:spcBef>
                <a:spcPts val="0"/>
              </a:spcBef>
              <a:spcAft>
                <a:spcPts val="0"/>
              </a:spcAft>
              <a:buClr>
                <a:schemeClr val="dk1"/>
              </a:buClr>
              <a:buSzPts val="3400"/>
              <a:buFont typeface="Play"/>
              <a:buNone/>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sp>
        <p:nvSpPr>
          <p:cNvPr id="28" name="Google Shape;28;p47"/>
          <p:cNvSpPr txBox="1"/>
          <p:nvPr>
            <p:ph idx="1" type="body"/>
          </p:nvPr>
        </p:nvSpPr>
        <p:spPr>
          <a:xfrm>
            <a:off x="960000" y="1536633"/>
            <a:ext cx="10272000" cy="4555200"/>
          </a:xfrm>
          <a:prstGeom prst="rect">
            <a:avLst/>
          </a:prstGeom>
          <a:noFill/>
          <a:ln>
            <a:noFill/>
          </a:ln>
        </p:spPr>
        <p:txBody>
          <a:bodyPr anchorCtr="0" anchor="t" bIns="0" lIns="91425" spcFirstLastPara="1" rIns="91425" wrap="square" tIns="0">
            <a:noAutofit/>
          </a:bodyPr>
          <a:lstStyle>
            <a:lvl1pPr indent="-330200" lvl="0" marL="457200" algn="l">
              <a:lnSpc>
                <a:spcPct val="90000"/>
              </a:lnSpc>
              <a:spcBef>
                <a:spcPts val="0"/>
              </a:spcBef>
              <a:spcAft>
                <a:spcPts val="0"/>
              </a:spcAft>
              <a:buClr>
                <a:schemeClr val="dk1"/>
              </a:buClr>
              <a:buSzPts val="1600"/>
              <a:buChar char="●"/>
              <a:defRPr/>
            </a:lvl1pPr>
            <a:lvl2pPr indent="-330200" lvl="1" marL="914400" algn="l">
              <a:lnSpc>
                <a:spcPct val="90000"/>
              </a:lnSpc>
              <a:spcBef>
                <a:spcPts val="0"/>
              </a:spcBef>
              <a:spcAft>
                <a:spcPts val="0"/>
              </a:spcAft>
              <a:buClr>
                <a:schemeClr val="dk1"/>
              </a:buClr>
              <a:buSzPts val="1600"/>
              <a:buChar char="○"/>
              <a:defRPr/>
            </a:lvl2pPr>
            <a:lvl3pPr indent="-330200" lvl="2" marL="1371600" algn="l">
              <a:lnSpc>
                <a:spcPct val="90000"/>
              </a:lnSpc>
              <a:spcBef>
                <a:spcPts val="0"/>
              </a:spcBef>
              <a:spcAft>
                <a:spcPts val="0"/>
              </a:spcAft>
              <a:buClr>
                <a:schemeClr val="dk1"/>
              </a:buClr>
              <a:buSzPts val="1600"/>
              <a:buChar char="■"/>
              <a:defRPr/>
            </a:lvl3pPr>
            <a:lvl4pPr indent="-330200" lvl="3" marL="1828800" algn="l">
              <a:lnSpc>
                <a:spcPct val="90000"/>
              </a:lnSpc>
              <a:spcBef>
                <a:spcPts val="0"/>
              </a:spcBef>
              <a:spcAft>
                <a:spcPts val="0"/>
              </a:spcAft>
              <a:buClr>
                <a:schemeClr val="dk1"/>
              </a:buClr>
              <a:buSzPts val="1600"/>
              <a:buChar char="●"/>
              <a:defRPr/>
            </a:lvl4pPr>
            <a:lvl5pPr indent="-330200" lvl="4" marL="2286000" algn="l">
              <a:lnSpc>
                <a:spcPct val="90000"/>
              </a:lnSpc>
              <a:spcBef>
                <a:spcPts val="0"/>
              </a:spcBef>
              <a:spcAft>
                <a:spcPts val="0"/>
              </a:spcAft>
              <a:buClr>
                <a:schemeClr val="dk1"/>
              </a:buClr>
              <a:buSzPts val="1600"/>
              <a:buChar char="○"/>
              <a:defRPr/>
            </a:lvl5pPr>
            <a:lvl6pPr indent="-330200" lvl="5" marL="2743200" algn="l">
              <a:lnSpc>
                <a:spcPct val="90000"/>
              </a:lnSpc>
              <a:spcBef>
                <a:spcPts val="0"/>
              </a:spcBef>
              <a:spcAft>
                <a:spcPts val="0"/>
              </a:spcAft>
              <a:buClr>
                <a:schemeClr val="dk1"/>
              </a:buClr>
              <a:buSzPts val="1600"/>
              <a:buChar char="■"/>
              <a:defRPr/>
            </a:lvl6pPr>
            <a:lvl7pPr indent="-330200" lvl="6" marL="3200400" algn="l">
              <a:lnSpc>
                <a:spcPct val="90000"/>
              </a:lnSpc>
              <a:spcBef>
                <a:spcPts val="0"/>
              </a:spcBef>
              <a:spcAft>
                <a:spcPts val="0"/>
              </a:spcAft>
              <a:buClr>
                <a:schemeClr val="dk1"/>
              </a:buClr>
              <a:buSzPts val="1600"/>
              <a:buChar char="●"/>
              <a:defRPr/>
            </a:lvl7pPr>
            <a:lvl8pPr indent="-330200" lvl="7" marL="3657600" algn="l">
              <a:lnSpc>
                <a:spcPct val="90000"/>
              </a:lnSpc>
              <a:spcBef>
                <a:spcPts val="0"/>
              </a:spcBef>
              <a:spcAft>
                <a:spcPts val="0"/>
              </a:spcAft>
              <a:buClr>
                <a:schemeClr val="dk1"/>
              </a:buClr>
              <a:buSzPts val="1600"/>
              <a:buChar char="○"/>
              <a:defRPr/>
            </a:lvl8pPr>
            <a:lvl9pPr indent="-330200" lvl="8" marL="4114800" algn="l">
              <a:lnSpc>
                <a:spcPct val="90000"/>
              </a:lnSpc>
              <a:spcBef>
                <a:spcPts val="0"/>
              </a:spcBef>
              <a:spcAft>
                <a:spcPts val="0"/>
              </a:spcAft>
              <a:buClr>
                <a:schemeClr val="dk1"/>
              </a:buClr>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 name="Shape 29"/>
        <p:cNvGrpSpPr/>
        <p:nvPr/>
      </p:nvGrpSpPr>
      <p:grpSpPr>
        <a:xfrm>
          <a:off x="0" y="0"/>
          <a:ext cx="0" cy="0"/>
          <a:chOff x="0" y="0"/>
          <a:chExt cx="0" cy="0"/>
        </a:xfrm>
      </p:grpSpPr>
      <p:sp>
        <p:nvSpPr>
          <p:cNvPr id="30" name="Google Shape;30;p4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8" name="Google Shape;3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5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5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5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5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5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4"/>
          <p:cNvSpPr/>
          <p:nvPr>
            <p:ph idx="2" type="pic"/>
          </p:nvPr>
        </p:nvSpPr>
        <p:spPr>
          <a:xfrm>
            <a:off x="5183188" y="987425"/>
            <a:ext cx="6172200" cy="4873625"/>
          </a:xfrm>
          <a:prstGeom prst="rect">
            <a:avLst/>
          </a:prstGeom>
          <a:noFill/>
          <a:ln>
            <a:noFill/>
          </a:ln>
        </p:spPr>
      </p:sp>
      <p:sp>
        <p:nvSpPr>
          <p:cNvPr id="71" name="Google Shape;71;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5.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36.png"/><Relationship Id="rId5" Type="http://schemas.openxmlformats.org/officeDocument/2006/relationships/image" Target="../media/image15.png"/><Relationship Id="rId6"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12.png"/><Relationship Id="rId7" Type="http://schemas.openxmlformats.org/officeDocument/2006/relationships/image" Target="../media/image19.png"/><Relationship Id="rId8" Type="http://schemas.openxmlformats.org/officeDocument/2006/relationships/image" Target="../media/image2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2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4.png"/><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png"/><Relationship Id="rId4" Type="http://schemas.openxmlformats.org/officeDocument/2006/relationships/image" Target="../media/image3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3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www.semanticscholar.org/paper/Machine-Learning-Models-for-Data-Driven-Prediction-Qin-Wu/5e6c58bb96e3f3ce5d5d35798f9f61c70054f57a" TargetMode="External"/><Relationship Id="rId4" Type="http://schemas.openxmlformats.org/officeDocument/2006/relationships/hyperlink" Target="https://www.emerald.com/insight/content/doi/10.1016/j.aci.2018.12.004/full/html" TargetMode="External"/><Relationship Id="rId9" Type="http://schemas.openxmlformats.org/officeDocument/2006/relationships/hyperlink" Target="https://www.javatpoint.com/machine-learning-random-forest-algorithm" TargetMode="External"/><Relationship Id="rId5" Type="http://schemas.openxmlformats.org/officeDocument/2006/relationships/hyperlink" Target="https://arxiv.org/abs/2301.04844" TargetMode="External"/><Relationship Id="rId6" Type="http://schemas.openxmlformats.org/officeDocument/2006/relationships/hyperlink" Target="about:blank" TargetMode="External"/><Relationship Id="rId7" Type="http://schemas.openxmlformats.org/officeDocument/2006/relationships/hyperlink" Target="https://www.researchgate.net/publication/378339533_Pediatric_diabetes_prediction_using_deep_learning" TargetMode="External"/><Relationship Id="rId8" Type="http://schemas.openxmlformats.org/officeDocument/2006/relationships/hyperlink" Target="https://www.geeksforgeeks.org/random-forest-algorithm-in-machine-learnin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fdc.nal.usda.gov/" TargetMode="External"/><Relationship Id="rId4" Type="http://schemas.openxmlformats.org/officeDocument/2006/relationships/hyperlink" Target="https://www.diabetes.org/healthy-living/recipes-nutrition" TargetMode="External"/><Relationship Id="rId5" Type="http://schemas.openxmlformats.org/officeDocument/2006/relationships/hyperlink" Target="https://glycemicindex.com/" TargetMode="External"/><Relationship Id="rId6" Type="http://schemas.openxmlformats.org/officeDocument/2006/relationships/hyperlink" Target="https://www.nhs.uk/live-well/eat-wel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8.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A close-up of a device" id="91" name="Google Shape;91;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1"/>
          <p:cNvSpPr txBox="1"/>
          <p:nvPr/>
        </p:nvSpPr>
        <p:spPr>
          <a:xfrm>
            <a:off x="2371725" y="2159019"/>
            <a:ext cx="7448550" cy="1669524"/>
          </a:xfrm>
          <a:prstGeom prst="rect">
            <a:avLst/>
          </a:prstGeom>
          <a:noFill/>
          <a:ln>
            <a:noFill/>
          </a:ln>
          <a:effectLst>
            <a:outerShdw blurRad="50800" rotWithShape="0" algn="tl" dir="2700000" dist="38100">
              <a:srgbClr val="000000">
                <a:alpha val="40000"/>
              </a:srgbClr>
            </a:outerShdw>
          </a:effectLst>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800"/>
              <a:buFont typeface="Poppins ExtraBold"/>
              <a:buNone/>
            </a:pPr>
            <a:r>
              <a:rPr b="0" i="0" lang="en-US" sz="4700" u="none" cap="none" strike="noStrike">
                <a:solidFill>
                  <a:schemeClr val="lt1"/>
                </a:solidFill>
                <a:highlight>
                  <a:srgbClr val="808080"/>
                </a:highlight>
                <a:latin typeface="Calibri"/>
                <a:ea typeface="Calibri"/>
                <a:cs typeface="Calibri"/>
                <a:sym typeface="Calibri"/>
              </a:rPr>
              <a:t>Diabetes Treatment Recommendation system  </a:t>
            </a:r>
            <a:endParaRPr/>
          </a:p>
        </p:txBody>
      </p:sp>
      <p:pic>
        <p:nvPicPr>
          <p:cNvPr id="93" name="Google Shape;93;p1"/>
          <p:cNvPicPr preferRelativeResize="0"/>
          <p:nvPr/>
        </p:nvPicPr>
        <p:blipFill rotWithShape="1">
          <a:blip r:embed="rId4">
            <a:alphaModFix/>
          </a:blip>
          <a:srcRect b="0" l="0" r="0" t="0"/>
          <a:stretch/>
        </p:blipFill>
        <p:spPr>
          <a:xfrm>
            <a:off x="-239885" y="-97971"/>
            <a:ext cx="2511770" cy="1603387"/>
          </a:xfrm>
          <a:prstGeom prst="rect">
            <a:avLst/>
          </a:prstGeom>
          <a:noFill/>
          <a:ln>
            <a:noFill/>
          </a:ln>
        </p:spPr>
      </p:pic>
      <p:sp>
        <p:nvSpPr>
          <p:cNvPr id="94" name="Google Shape;94;p1"/>
          <p:cNvSpPr txBox="1"/>
          <p:nvPr/>
        </p:nvSpPr>
        <p:spPr>
          <a:xfrm>
            <a:off x="4103810" y="5987562"/>
            <a:ext cx="3844437" cy="756378"/>
          </a:xfrm>
          <a:prstGeom prst="rect">
            <a:avLst/>
          </a:prstGeom>
          <a:noFill/>
          <a:ln>
            <a:noFill/>
          </a:ln>
          <a:effectLst>
            <a:outerShdw blurRad="50800" rotWithShape="0" algn="tl" dir="2700000" dist="38100">
              <a:srgbClr val="000000">
                <a:alpha val="40000"/>
              </a:srgbClr>
            </a:outerShdw>
          </a:effectLst>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800"/>
              <a:buFont typeface="Poppins ExtraBold"/>
              <a:buNone/>
            </a:pPr>
            <a:r>
              <a:rPr b="0" i="0" lang="en-US" sz="3200" u="none" cap="none" strike="noStrike">
                <a:solidFill>
                  <a:schemeClr val="lt1"/>
                </a:solidFill>
                <a:highlight>
                  <a:srgbClr val="808080"/>
                </a:highlight>
                <a:latin typeface="Calibri"/>
                <a:ea typeface="Calibri"/>
                <a:cs typeface="Calibri"/>
                <a:sym typeface="Calibri"/>
              </a:rPr>
              <a:t>IT Sohag 2024-2025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2"/>
          <p:cNvSpPr/>
          <p:nvPr/>
        </p:nvSpPr>
        <p:spPr>
          <a:xfrm>
            <a:off x="230324" y="1823192"/>
            <a:ext cx="4869996" cy="339731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chemeClr val="dk1"/>
              </a:solidFill>
              <a:latin typeface="Avenir"/>
              <a:ea typeface="Avenir"/>
              <a:cs typeface="Avenir"/>
              <a:sym typeface="Avenir"/>
            </a:endParaRPr>
          </a:p>
        </p:txBody>
      </p:sp>
      <p:sp>
        <p:nvSpPr>
          <p:cNvPr id="100" name="Google Shape;100;p2"/>
          <p:cNvSpPr txBox="1"/>
          <p:nvPr/>
        </p:nvSpPr>
        <p:spPr>
          <a:xfrm>
            <a:off x="485059" y="1683933"/>
            <a:ext cx="4863455" cy="592359"/>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0000"/>
              </a:buClr>
              <a:buSzPts val="4000"/>
              <a:buFont typeface="Avenir"/>
              <a:buNone/>
            </a:pPr>
            <a:r>
              <a:rPr b="1" i="0" lang="en-US" sz="4000" u="none" cap="none" strike="noStrike">
                <a:solidFill>
                  <a:srgbClr val="FF0000"/>
                </a:solidFill>
                <a:latin typeface="Avenir"/>
                <a:ea typeface="Avenir"/>
                <a:cs typeface="Avenir"/>
                <a:sym typeface="Avenir"/>
              </a:rPr>
              <a:t>Under Supervision of:</a:t>
            </a:r>
            <a:endParaRPr b="1" i="0" sz="4000" u="none" cap="none" strike="noStrike">
              <a:solidFill>
                <a:srgbClr val="FF0000"/>
              </a:solidFill>
              <a:latin typeface="Avenir"/>
              <a:ea typeface="Avenir"/>
              <a:cs typeface="Avenir"/>
              <a:sym typeface="Avenir"/>
            </a:endParaRPr>
          </a:p>
        </p:txBody>
      </p:sp>
      <p:sp>
        <p:nvSpPr>
          <p:cNvPr id="101" name="Google Shape;101;p2"/>
          <p:cNvSpPr txBox="1"/>
          <p:nvPr/>
        </p:nvSpPr>
        <p:spPr>
          <a:xfrm>
            <a:off x="485059" y="2515859"/>
            <a:ext cx="3333408" cy="584775"/>
          </a:xfrm>
          <a:prstGeom prst="rect">
            <a:avLst/>
          </a:prstGeom>
          <a:noFill/>
          <a:ln>
            <a:noFill/>
          </a:ln>
        </p:spPr>
        <p:txBody>
          <a:bodyPr anchorCtr="0" anchor="t" bIns="45700" lIns="91425" spcFirstLastPara="1" rIns="91425" wrap="square" tIns="45700">
            <a:spAutoFit/>
          </a:bodyPr>
          <a:lstStyle/>
          <a:p>
            <a:pPr indent="-233166" lvl="0" marL="233166" marR="0" rtl="0" algn="l">
              <a:spcBef>
                <a:spcPts val="0"/>
              </a:spcBef>
              <a:spcAft>
                <a:spcPts val="0"/>
              </a:spcAft>
              <a:buNone/>
            </a:pPr>
            <a:r>
              <a:rPr b="1" i="0" lang="en-US" sz="3200" u="sng" cap="none" strike="noStrike">
                <a:solidFill>
                  <a:schemeClr val="dk1"/>
                </a:solidFill>
                <a:latin typeface="Avenir"/>
                <a:ea typeface="Avenir"/>
                <a:cs typeface="Avenir"/>
                <a:sym typeface="Avenir"/>
              </a:rPr>
              <a:t>Dr: Amira Idris</a:t>
            </a:r>
            <a:endParaRPr b="1" i="0" sz="3200" u="sng" cap="none" strike="noStrike">
              <a:solidFill>
                <a:schemeClr val="dk1"/>
              </a:solidFill>
              <a:latin typeface="Avenir"/>
              <a:ea typeface="Avenir"/>
              <a:cs typeface="Avenir"/>
              <a:sym typeface="Avenir"/>
            </a:endParaRPr>
          </a:p>
        </p:txBody>
      </p:sp>
      <p:sp>
        <p:nvSpPr>
          <p:cNvPr id="102" name="Google Shape;102;p2"/>
          <p:cNvSpPr txBox="1"/>
          <p:nvPr/>
        </p:nvSpPr>
        <p:spPr>
          <a:xfrm>
            <a:off x="6344846" y="529771"/>
            <a:ext cx="323166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FF0000"/>
                </a:solidFill>
                <a:latin typeface="Calibri"/>
                <a:ea typeface="Calibri"/>
                <a:cs typeface="Calibri"/>
                <a:sym typeface="Calibri"/>
              </a:rPr>
              <a:t>Team Members :</a:t>
            </a:r>
            <a:endParaRPr/>
          </a:p>
        </p:txBody>
      </p:sp>
      <p:sp>
        <p:nvSpPr>
          <p:cNvPr id="103" name="Google Shape;103;p2"/>
          <p:cNvSpPr txBox="1"/>
          <p:nvPr/>
        </p:nvSpPr>
        <p:spPr>
          <a:xfrm>
            <a:off x="485059" y="4019077"/>
            <a:ext cx="3573651" cy="424732"/>
          </a:xfrm>
          <a:prstGeom prst="rect">
            <a:avLst/>
          </a:prstGeom>
          <a:noFill/>
          <a:ln>
            <a:noFill/>
          </a:ln>
        </p:spPr>
        <p:txBody>
          <a:bodyPr anchorCtr="0" anchor="t" bIns="45700" lIns="91425" spcFirstLastPara="1" rIns="91425" wrap="square" tIns="45700">
            <a:spAutoFit/>
          </a:bodyPr>
          <a:lstStyle/>
          <a:p>
            <a:pPr indent="-233166" lvl="0" marL="233166" marR="0" rtl="0" algn="l">
              <a:lnSpc>
                <a:spcPct val="90000"/>
              </a:lnSpc>
              <a:spcBef>
                <a:spcPts val="0"/>
              </a:spcBef>
              <a:spcAft>
                <a:spcPts val="0"/>
              </a:spcAft>
              <a:buNone/>
            </a:pPr>
            <a:r>
              <a:rPr b="1" i="0" lang="en-US" sz="2400" u="sng" cap="none" strike="noStrike">
                <a:solidFill>
                  <a:schemeClr val="dk1"/>
                </a:solidFill>
                <a:latin typeface="Avenir"/>
                <a:ea typeface="Avenir"/>
                <a:cs typeface="Avenir"/>
                <a:sym typeface="Avenir"/>
              </a:rPr>
              <a:t>Eng: Yousif Ayman</a:t>
            </a:r>
            <a:endParaRPr/>
          </a:p>
        </p:txBody>
      </p:sp>
      <p:sp>
        <p:nvSpPr>
          <p:cNvPr id="104" name="Google Shape;104;p2"/>
          <p:cNvSpPr txBox="1"/>
          <p:nvPr/>
        </p:nvSpPr>
        <p:spPr>
          <a:xfrm>
            <a:off x="6344846" y="1214130"/>
            <a:ext cx="4235942" cy="556306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1600" u="none" cap="none" strike="noStrike">
                <a:solidFill>
                  <a:schemeClr val="dk1"/>
                </a:solidFill>
                <a:latin typeface="Calibri"/>
                <a:ea typeface="Calibri"/>
                <a:cs typeface="Calibri"/>
                <a:sym typeface="Calibri"/>
              </a:rPr>
              <a:t>Rania Salah Abdel Hamid Ali                 </a:t>
            </a:r>
            <a:endParaRPr/>
          </a:p>
          <a:p>
            <a:pPr indent="0" lvl="0" marL="0" marR="0" rtl="0" algn="l">
              <a:lnSpc>
                <a:spcPct val="150000"/>
              </a:lnSpc>
              <a:spcBef>
                <a:spcPts val="0"/>
              </a:spcBef>
              <a:spcAft>
                <a:spcPts val="0"/>
              </a:spcAft>
              <a:buNone/>
            </a:pPr>
            <a:r>
              <a:rPr b="1" i="0" lang="en-US" sz="1500" u="none" cap="none" strike="noStrike">
                <a:solidFill>
                  <a:schemeClr val="dk1"/>
                </a:solidFill>
                <a:latin typeface="Arial"/>
                <a:ea typeface="Arial"/>
                <a:cs typeface="Arial"/>
                <a:sym typeface="Arial"/>
              </a:rPr>
              <a:t>2101474</a:t>
            </a:r>
            <a:endParaRPr/>
          </a:p>
          <a:p>
            <a:pPr indent="0" lvl="0" marL="0" marR="0" rtl="0" algn="l">
              <a:spcBef>
                <a:spcPts val="0"/>
              </a:spcBef>
              <a:spcAft>
                <a:spcPts val="0"/>
              </a:spcAft>
              <a:buNone/>
            </a:pPr>
            <a:r>
              <a:rPr b="1" i="0" lang="en-US" sz="500" u="none" cap="none" strike="noStrike">
                <a:solidFill>
                  <a:schemeClr val="dk1"/>
                </a:solidFill>
                <a:latin typeface="Arial"/>
                <a:ea typeface="Arial"/>
                <a:cs typeface="Arial"/>
                <a:sym typeface="Arial"/>
              </a:rPr>
              <a:t> </a:t>
            </a:r>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Mohamed Ashraf Aboelfadl Mohamed</a:t>
            </a:r>
            <a:r>
              <a:rPr b="1" lang="en-US" sz="1600">
                <a:solidFill>
                  <a:schemeClr val="dk1"/>
                </a:solidFill>
                <a:latin typeface="Arial"/>
                <a:ea typeface="Arial"/>
                <a:cs typeface="Arial"/>
                <a:sym typeface="Arial"/>
              </a:rPr>
              <a:t>   </a:t>
            </a:r>
            <a:r>
              <a:rPr b="1" lang="en-US" sz="1500">
                <a:solidFill>
                  <a:schemeClr val="dk1"/>
                </a:solidFill>
                <a:latin typeface="Arial"/>
                <a:ea typeface="Arial"/>
                <a:cs typeface="Arial"/>
                <a:sym typeface="Arial"/>
              </a:rPr>
              <a:t>2101154</a:t>
            </a:r>
            <a:endParaRPr/>
          </a:p>
          <a:p>
            <a:pPr indent="0" lvl="0" marL="0" marR="0" rtl="0" algn="l">
              <a:spcBef>
                <a:spcPts val="0"/>
              </a:spcBef>
              <a:spcAft>
                <a:spcPts val="0"/>
              </a:spcAft>
              <a:buNone/>
            </a:pPr>
            <a:r>
              <a:t/>
            </a:r>
            <a:endParaRPr b="1" sz="5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Marina Romany Iskander shokry </a:t>
            </a:r>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 </a:t>
            </a:r>
            <a:r>
              <a:rPr b="1" lang="en-US" sz="1500">
                <a:solidFill>
                  <a:schemeClr val="dk1"/>
                </a:solidFill>
                <a:latin typeface="Arial"/>
                <a:ea typeface="Arial"/>
                <a:cs typeface="Arial"/>
                <a:sym typeface="Arial"/>
              </a:rPr>
              <a:t>2100965</a:t>
            </a:r>
            <a:endParaRPr/>
          </a:p>
          <a:p>
            <a:pPr indent="0" lvl="0" marL="0" marR="0" rtl="0" algn="l">
              <a:spcBef>
                <a:spcPts val="0"/>
              </a:spcBef>
              <a:spcAft>
                <a:spcPts val="0"/>
              </a:spcAft>
              <a:buNone/>
            </a:pPr>
            <a:r>
              <a:t/>
            </a:r>
            <a:endParaRPr b="1" sz="5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Mostafa Bahaa Yousef Mohamed          </a:t>
            </a:r>
            <a:endParaRPr/>
          </a:p>
          <a:p>
            <a:pPr indent="0" lvl="0" marL="0" marR="0" rtl="0" algn="l">
              <a:lnSpc>
                <a:spcPct val="150000"/>
              </a:lnSpc>
              <a:spcBef>
                <a:spcPts val="0"/>
              </a:spcBef>
              <a:spcAft>
                <a:spcPts val="0"/>
              </a:spcAft>
              <a:buNone/>
            </a:pPr>
            <a:r>
              <a:rPr b="1" lang="en-US" sz="1500">
                <a:solidFill>
                  <a:schemeClr val="dk1"/>
                </a:solidFill>
                <a:latin typeface="Arial"/>
                <a:ea typeface="Arial"/>
                <a:cs typeface="Arial"/>
                <a:sym typeface="Arial"/>
              </a:rPr>
              <a:t>2101305</a:t>
            </a:r>
            <a:endParaRPr/>
          </a:p>
          <a:p>
            <a:pPr indent="0" lvl="0" marL="0" marR="0" rtl="0" algn="l">
              <a:spcBef>
                <a:spcPts val="0"/>
              </a:spcBef>
              <a:spcAft>
                <a:spcPts val="0"/>
              </a:spcAft>
              <a:buNone/>
            </a:pPr>
            <a:r>
              <a:t/>
            </a:r>
            <a:endParaRPr b="1" sz="5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Ahmed Mahmoud Mohamed Seleem     </a:t>
            </a:r>
            <a:r>
              <a:rPr b="1" lang="en-US" sz="1500">
                <a:solidFill>
                  <a:schemeClr val="dk1"/>
                </a:solidFill>
                <a:latin typeface="Arial"/>
                <a:ea typeface="Arial"/>
                <a:cs typeface="Arial"/>
                <a:sym typeface="Arial"/>
              </a:rPr>
              <a:t>2100325</a:t>
            </a:r>
            <a:endParaRPr/>
          </a:p>
          <a:p>
            <a:pPr indent="0" lvl="0" marL="0" marR="0" rtl="0" algn="l">
              <a:spcBef>
                <a:spcPts val="0"/>
              </a:spcBef>
              <a:spcAft>
                <a:spcPts val="0"/>
              </a:spcAft>
              <a:buNone/>
            </a:pPr>
            <a:r>
              <a:t/>
            </a:r>
            <a:endParaRPr b="1" sz="5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Renad Ahmed Mohamed Said               </a:t>
            </a:r>
            <a:endParaRPr/>
          </a:p>
          <a:p>
            <a:pPr indent="0" lvl="0" marL="0" marR="0" rtl="0" algn="l">
              <a:lnSpc>
                <a:spcPct val="150000"/>
              </a:lnSpc>
              <a:spcBef>
                <a:spcPts val="0"/>
              </a:spcBef>
              <a:spcAft>
                <a:spcPts val="0"/>
              </a:spcAft>
              <a:buNone/>
            </a:pPr>
            <a:r>
              <a:rPr b="1" lang="en-US" sz="1500">
                <a:solidFill>
                  <a:schemeClr val="dk1"/>
                </a:solidFill>
                <a:latin typeface="Arial"/>
                <a:ea typeface="Arial"/>
                <a:cs typeface="Arial"/>
                <a:sym typeface="Arial"/>
              </a:rPr>
              <a:t>2101499</a:t>
            </a:r>
            <a:endParaRPr/>
          </a:p>
          <a:p>
            <a:pPr indent="0" lvl="0" marL="0" marR="0" rtl="0" algn="l">
              <a:spcBef>
                <a:spcPts val="0"/>
              </a:spcBef>
              <a:spcAft>
                <a:spcPts val="0"/>
              </a:spcAft>
              <a:buNone/>
            </a:pPr>
            <a:r>
              <a:t/>
            </a:r>
            <a:endParaRPr b="1" sz="5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1600">
                <a:solidFill>
                  <a:schemeClr val="dk1"/>
                </a:solidFill>
                <a:latin typeface="Calibri"/>
                <a:ea typeface="Calibri"/>
                <a:cs typeface="Calibri"/>
                <a:sym typeface="Calibri"/>
              </a:rPr>
              <a:t>Mohamed Gamal Ahmed Ahmed                   </a:t>
            </a:r>
            <a:endParaRPr b="1" sz="16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rPr b="1" lang="en-US" sz="1500">
                <a:solidFill>
                  <a:schemeClr val="dk1"/>
                </a:solidFill>
                <a:latin typeface="Arial"/>
                <a:ea typeface="Arial"/>
                <a:cs typeface="Arial"/>
                <a:sym typeface="Arial"/>
              </a:rPr>
              <a:t>2101151</a:t>
            </a:r>
            <a:endParaRPr/>
          </a:p>
        </p:txBody>
      </p:sp>
      <p:pic>
        <p:nvPicPr>
          <p:cNvPr id="105" name="Google Shape;105;p2"/>
          <p:cNvPicPr preferRelativeResize="0"/>
          <p:nvPr/>
        </p:nvPicPr>
        <p:blipFill rotWithShape="1">
          <a:blip r:embed="rId3">
            <a:alphaModFix/>
          </a:blip>
          <a:srcRect b="0" l="0" r="0" t="0"/>
          <a:stretch/>
        </p:blipFill>
        <p:spPr>
          <a:xfrm>
            <a:off x="-239885" y="-97971"/>
            <a:ext cx="2511770" cy="1603387"/>
          </a:xfrm>
          <a:prstGeom prst="rect">
            <a:avLst/>
          </a:prstGeom>
          <a:noFill/>
          <a:ln>
            <a:noFill/>
          </a:ln>
        </p:spPr>
      </p:pic>
      <p:sp>
        <p:nvSpPr>
          <p:cNvPr id="106" name="Google Shape;106;p2"/>
          <p:cNvSpPr txBox="1"/>
          <p:nvPr/>
        </p:nvSpPr>
        <p:spPr>
          <a:xfrm>
            <a:off x="485059" y="3297777"/>
            <a:ext cx="5217473" cy="369332"/>
          </a:xfrm>
          <a:prstGeom prst="rect">
            <a:avLst/>
          </a:prstGeom>
          <a:noFill/>
          <a:ln>
            <a:noFill/>
          </a:ln>
        </p:spPr>
        <p:txBody>
          <a:bodyPr anchorCtr="0" anchor="t" bIns="45700" lIns="91425" spcFirstLastPara="1" rIns="91425" wrap="square" tIns="45700">
            <a:spAutoFit/>
          </a:bodyPr>
          <a:lstStyle/>
          <a:p>
            <a:pPr indent="-233166" lvl="0" marL="233166" marR="0" rtl="0" algn="l">
              <a:lnSpc>
                <a:spcPct val="90000"/>
              </a:lnSpc>
              <a:spcBef>
                <a:spcPts val="0"/>
              </a:spcBef>
              <a:spcAft>
                <a:spcPts val="0"/>
              </a:spcAft>
              <a:buNone/>
            </a:pPr>
            <a:r>
              <a:rPr b="1" lang="en-US" sz="2000">
                <a:solidFill>
                  <a:schemeClr val="dk1"/>
                </a:solidFill>
                <a:latin typeface="Avenir"/>
                <a:ea typeface="Avenir"/>
                <a:cs typeface="Avenir"/>
                <a:sym typeface="Avenir"/>
              </a:rPr>
              <a:t>Professor at Fayoum University</a:t>
            </a:r>
            <a:endParaRPr/>
          </a:p>
        </p:txBody>
      </p:sp>
      <p:sp>
        <p:nvSpPr>
          <p:cNvPr id="107" name="Google Shape;107;p2"/>
          <p:cNvSpPr txBox="1"/>
          <p:nvPr/>
        </p:nvSpPr>
        <p:spPr>
          <a:xfrm>
            <a:off x="485059" y="4611111"/>
            <a:ext cx="5217473" cy="369332"/>
          </a:xfrm>
          <a:prstGeom prst="rect">
            <a:avLst/>
          </a:prstGeom>
          <a:noFill/>
          <a:ln>
            <a:noFill/>
          </a:ln>
        </p:spPr>
        <p:txBody>
          <a:bodyPr anchorCtr="0" anchor="t" bIns="45700" lIns="91425" spcFirstLastPara="1" rIns="91425" wrap="square" tIns="45700">
            <a:spAutoFit/>
          </a:bodyPr>
          <a:lstStyle/>
          <a:p>
            <a:pPr indent="-233166" lvl="0" marL="233166" marR="0" rtl="0" algn="l">
              <a:lnSpc>
                <a:spcPct val="90000"/>
              </a:lnSpc>
              <a:spcBef>
                <a:spcPts val="0"/>
              </a:spcBef>
              <a:spcAft>
                <a:spcPts val="0"/>
              </a:spcAft>
              <a:buNone/>
            </a:pPr>
            <a:r>
              <a:rPr b="1" lang="en-US" sz="2000">
                <a:solidFill>
                  <a:schemeClr val="dk1"/>
                </a:solidFill>
                <a:latin typeface="Avenir"/>
                <a:ea typeface="Avenir"/>
                <a:cs typeface="Avenir"/>
                <a:sym typeface="Avenir"/>
              </a:rPr>
              <a:t>Teaching Assistant at EELU Sohag</a:t>
            </a:r>
            <a:endParaRPr b="1" sz="2000">
              <a:solidFill>
                <a:schemeClr val="dk1"/>
              </a:solidFill>
              <a:latin typeface="Avenir"/>
              <a:ea typeface="Avenir"/>
              <a:cs typeface="Avenir"/>
              <a:sym typeface="Avenir"/>
            </a:endParaRPr>
          </a:p>
        </p:txBody>
      </p:sp>
    </p:spTree>
  </p:cSld>
  <p:clrMapOvr>
    <a:masterClrMapping/>
  </p:clrMapOvr>
  <p:transition advTm="3045"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0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nvSpPr>
        <p:spPr>
          <a:xfrm>
            <a:off x="3724557" y="223040"/>
            <a:ext cx="5040000" cy="31813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2399">
                <a:solidFill>
                  <a:srgbClr val="545454"/>
                </a:solidFill>
                <a:latin typeface="Montserrat"/>
                <a:ea typeface="Montserrat"/>
                <a:cs typeface="Montserrat"/>
                <a:sym typeface="Montserrat"/>
              </a:rPr>
              <a:t>TABLE OF CONTENTS</a:t>
            </a:r>
            <a:endParaRPr/>
          </a:p>
        </p:txBody>
      </p:sp>
      <p:pic>
        <p:nvPicPr>
          <p:cNvPr descr="A screenshot of a cell phone&#10;&#10;Description automatically generated" id="113" name="Google Shape;113;p3"/>
          <p:cNvPicPr preferRelativeResize="0"/>
          <p:nvPr/>
        </p:nvPicPr>
        <p:blipFill rotWithShape="1">
          <a:blip r:embed="rId3">
            <a:alphaModFix/>
          </a:blip>
          <a:srcRect b="8163" l="12218" r="12153" t="7877"/>
          <a:stretch/>
        </p:blipFill>
        <p:spPr>
          <a:xfrm>
            <a:off x="1296954" y="840963"/>
            <a:ext cx="3666931" cy="5757884"/>
          </a:xfrm>
          <a:prstGeom prst="rect">
            <a:avLst/>
          </a:prstGeom>
          <a:noFill/>
          <a:ln>
            <a:noFill/>
          </a:ln>
        </p:spPr>
      </p:pic>
      <p:pic>
        <p:nvPicPr>
          <p:cNvPr descr="A screenshot of a cell phone&#10;&#10;Description automatically generated" id="114" name="Google Shape;114;p3"/>
          <p:cNvPicPr preferRelativeResize="0"/>
          <p:nvPr/>
        </p:nvPicPr>
        <p:blipFill rotWithShape="1">
          <a:blip r:embed="rId4">
            <a:alphaModFix/>
          </a:blip>
          <a:srcRect b="11019" l="15923" r="15568" t="10748"/>
          <a:stretch/>
        </p:blipFill>
        <p:spPr>
          <a:xfrm>
            <a:off x="7228116" y="877076"/>
            <a:ext cx="3542522" cy="5721771"/>
          </a:xfrm>
          <a:prstGeom prst="rect">
            <a:avLst/>
          </a:prstGeom>
          <a:noFill/>
          <a:ln>
            <a:noFill/>
          </a:ln>
        </p:spPr>
      </p:pic>
      <p:sp>
        <p:nvSpPr>
          <p:cNvPr id="115" name="Google Shape;115;p3"/>
          <p:cNvSpPr/>
          <p:nvPr/>
        </p:nvSpPr>
        <p:spPr>
          <a:xfrm flipH="1" rot="10800000">
            <a:off x="11515959" y="6183178"/>
            <a:ext cx="576000" cy="576000"/>
          </a:xfrm>
          <a:custGeom>
            <a:rect b="b" l="l" r="r" t="t"/>
            <a:pathLst>
              <a:path extrusionOk="0" h="576000" w="576000">
                <a:moveTo>
                  <a:pt x="0" y="576000"/>
                </a:moveTo>
                <a:lnTo>
                  <a:pt x="576000" y="576000"/>
                </a:lnTo>
                <a:lnTo>
                  <a:pt x="576000" y="0"/>
                </a:lnTo>
                <a:lnTo>
                  <a:pt x="0" y="0"/>
                </a:lnTo>
                <a:lnTo>
                  <a:pt x="0" y="57600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6" name="Google Shape;116;p3"/>
          <p:cNvSpPr/>
          <p:nvPr/>
        </p:nvSpPr>
        <p:spPr>
          <a:xfrm flipH="1">
            <a:off x="133129" y="94107"/>
            <a:ext cx="576000" cy="576000"/>
          </a:xfrm>
          <a:custGeom>
            <a:rect b="b" l="l" r="r" t="t"/>
            <a:pathLst>
              <a:path extrusionOk="0" h="576000" w="576000">
                <a:moveTo>
                  <a:pt x="0" y="576000"/>
                </a:moveTo>
                <a:lnTo>
                  <a:pt x="576000" y="576000"/>
                </a:lnTo>
                <a:lnTo>
                  <a:pt x="576000" y="0"/>
                </a:lnTo>
                <a:lnTo>
                  <a:pt x="0" y="0"/>
                </a:lnTo>
                <a:lnTo>
                  <a:pt x="0" y="57600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4"/>
          <p:cNvSpPr txBox="1"/>
          <p:nvPr/>
        </p:nvSpPr>
        <p:spPr>
          <a:xfrm>
            <a:off x="6385804" y="3988884"/>
            <a:ext cx="60960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0B32A3"/>
                </a:solidFill>
                <a:latin typeface="Calibri"/>
                <a:ea typeface="Calibri"/>
                <a:cs typeface="Calibri"/>
                <a:sym typeface="Calibri"/>
              </a:rPr>
              <a:t>INTRODUCTION</a:t>
            </a:r>
            <a:endParaRPr/>
          </a:p>
        </p:txBody>
      </p:sp>
      <p:pic>
        <p:nvPicPr>
          <p:cNvPr id="122" name="Google Shape;122;p4"/>
          <p:cNvPicPr preferRelativeResize="0"/>
          <p:nvPr/>
        </p:nvPicPr>
        <p:blipFill rotWithShape="1">
          <a:blip r:embed="rId3">
            <a:alphaModFix/>
          </a:blip>
          <a:srcRect b="0" l="0" r="0" t="0"/>
          <a:stretch/>
        </p:blipFill>
        <p:spPr>
          <a:xfrm>
            <a:off x="-239885" y="-97971"/>
            <a:ext cx="2511770" cy="1603387"/>
          </a:xfrm>
          <a:prstGeom prst="rect">
            <a:avLst/>
          </a:prstGeom>
          <a:noFill/>
          <a:ln>
            <a:noFill/>
          </a:ln>
        </p:spPr>
      </p:pic>
      <p:grpSp>
        <p:nvGrpSpPr>
          <p:cNvPr id="123" name="Google Shape;123;p4"/>
          <p:cNvGrpSpPr/>
          <p:nvPr/>
        </p:nvGrpSpPr>
        <p:grpSpPr>
          <a:xfrm>
            <a:off x="559984" y="1704922"/>
            <a:ext cx="5242300" cy="4745755"/>
            <a:chOff x="-11275" y="1150125"/>
            <a:chExt cx="4295925" cy="3699750"/>
          </a:xfrm>
        </p:grpSpPr>
        <p:sp>
          <p:nvSpPr>
            <p:cNvPr id="124" name="Google Shape;124;p4"/>
            <p:cNvSpPr/>
            <p:nvPr/>
          </p:nvSpPr>
          <p:spPr>
            <a:xfrm>
              <a:off x="1106625" y="1150125"/>
              <a:ext cx="2984850" cy="2985600"/>
            </a:xfrm>
            <a:custGeom>
              <a:rect b="b" l="l" r="r" t="t"/>
              <a:pathLst>
                <a:path extrusionOk="0" h="119424" w="119394">
                  <a:moveTo>
                    <a:pt x="59697" y="13713"/>
                  </a:moveTo>
                  <a:cubicBezTo>
                    <a:pt x="85096" y="13713"/>
                    <a:pt x="105712" y="34298"/>
                    <a:pt x="105712" y="59728"/>
                  </a:cubicBezTo>
                  <a:cubicBezTo>
                    <a:pt x="105712" y="85127"/>
                    <a:pt x="85096" y="105743"/>
                    <a:pt x="59697" y="105743"/>
                  </a:cubicBezTo>
                  <a:cubicBezTo>
                    <a:pt x="34267" y="105743"/>
                    <a:pt x="13682" y="85127"/>
                    <a:pt x="13682" y="59728"/>
                  </a:cubicBezTo>
                  <a:cubicBezTo>
                    <a:pt x="13682" y="34298"/>
                    <a:pt x="34267" y="13713"/>
                    <a:pt x="59697" y="13713"/>
                  </a:cubicBezTo>
                  <a:close/>
                  <a:moveTo>
                    <a:pt x="59697" y="1"/>
                  </a:moveTo>
                  <a:cubicBezTo>
                    <a:pt x="26730" y="1"/>
                    <a:pt x="1" y="26761"/>
                    <a:pt x="1" y="59728"/>
                  </a:cubicBezTo>
                  <a:cubicBezTo>
                    <a:pt x="1" y="92695"/>
                    <a:pt x="26730" y="119424"/>
                    <a:pt x="59697" y="119424"/>
                  </a:cubicBezTo>
                  <a:cubicBezTo>
                    <a:pt x="92665" y="119424"/>
                    <a:pt x="119393" y="92695"/>
                    <a:pt x="119393" y="59728"/>
                  </a:cubicBezTo>
                  <a:cubicBezTo>
                    <a:pt x="119393" y="26729"/>
                    <a:pt x="92665" y="1"/>
                    <a:pt x="59697" y="1"/>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25" name="Google Shape;125;p4"/>
            <p:cNvSpPr/>
            <p:nvPr/>
          </p:nvSpPr>
          <p:spPr>
            <a:xfrm>
              <a:off x="1240450" y="1489775"/>
              <a:ext cx="2851025" cy="2629450"/>
            </a:xfrm>
            <a:custGeom>
              <a:rect b="b" l="l" r="r" t="t"/>
              <a:pathLst>
                <a:path extrusionOk="0" h="105178" w="114041">
                  <a:moveTo>
                    <a:pt x="92252" y="0"/>
                  </a:moveTo>
                  <a:cubicBezTo>
                    <a:pt x="100549" y="7316"/>
                    <a:pt x="110842" y="20617"/>
                    <a:pt x="110462" y="41328"/>
                  </a:cubicBezTo>
                  <a:cubicBezTo>
                    <a:pt x="109702" y="60678"/>
                    <a:pt x="96939" y="82973"/>
                    <a:pt x="71762" y="88737"/>
                  </a:cubicBezTo>
                  <a:cubicBezTo>
                    <a:pt x="66378" y="90922"/>
                    <a:pt x="60520" y="92157"/>
                    <a:pt x="54344" y="92157"/>
                  </a:cubicBezTo>
                  <a:cubicBezTo>
                    <a:pt x="28914" y="92157"/>
                    <a:pt x="8329" y="71541"/>
                    <a:pt x="8329" y="46142"/>
                  </a:cubicBezTo>
                  <a:cubicBezTo>
                    <a:pt x="8329" y="42975"/>
                    <a:pt x="8646" y="39903"/>
                    <a:pt x="9247" y="36926"/>
                  </a:cubicBezTo>
                  <a:lnTo>
                    <a:pt x="9247" y="36926"/>
                  </a:lnTo>
                  <a:cubicBezTo>
                    <a:pt x="0" y="61026"/>
                    <a:pt x="11433" y="84050"/>
                    <a:pt x="27109" y="95419"/>
                  </a:cubicBezTo>
                  <a:cubicBezTo>
                    <a:pt x="37737" y="102856"/>
                    <a:pt x="48280" y="105177"/>
                    <a:pt x="57303" y="105177"/>
                  </a:cubicBezTo>
                  <a:cubicBezTo>
                    <a:pt x="62880" y="105177"/>
                    <a:pt x="67876" y="104291"/>
                    <a:pt x="71952" y="103178"/>
                  </a:cubicBezTo>
                  <a:cubicBezTo>
                    <a:pt x="96337" y="95672"/>
                    <a:pt x="114040" y="72966"/>
                    <a:pt x="114040" y="46142"/>
                  </a:cubicBezTo>
                  <a:cubicBezTo>
                    <a:pt x="114040" y="27552"/>
                    <a:pt x="105553" y="10958"/>
                    <a:pt x="92252" y="0"/>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26" name="Google Shape;126;p4"/>
            <p:cNvSpPr/>
            <p:nvPr/>
          </p:nvSpPr>
          <p:spPr>
            <a:xfrm>
              <a:off x="1105850" y="1354425"/>
              <a:ext cx="2132150" cy="2781300"/>
            </a:xfrm>
            <a:custGeom>
              <a:rect b="b" l="l" r="r" t="t"/>
              <a:pathLst>
                <a:path extrusionOk="0" h="111252" w="85286">
                  <a:moveTo>
                    <a:pt x="51748" y="1"/>
                  </a:moveTo>
                  <a:cubicBezTo>
                    <a:pt x="41689" y="1"/>
                    <a:pt x="32006" y="2953"/>
                    <a:pt x="24322" y="7726"/>
                  </a:cubicBezTo>
                  <a:cubicBezTo>
                    <a:pt x="6936" y="19000"/>
                    <a:pt x="1679" y="34962"/>
                    <a:pt x="285" y="45919"/>
                  </a:cubicBezTo>
                  <a:cubicBezTo>
                    <a:pt x="95" y="47787"/>
                    <a:pt x="0" y="49656"/>
                    <a:pt x="0" y="51556"/>
                  </a:cubicBezTo>
                  <a:cubicBezTo>
                    <a:pt x="0" y="84523"/>
                    <a:pt x="26761" y="111252"/>
                    <a:pt x="59728" y="111252"/>
                  </a:cubicBezTo>
                  <a:cubicBezTo>
                    <a:pt x="65872" y="111252"/>
                    <a:pt x="71762" y="110334"/>
                    <a:pt x="77368" y="108592"/>
                  </a:cubicBezTo>
                  <a:lnTo>
                    <a:pt x="77368" y="108592"/>
                  </a:lnTo>
                  <a:cubicBezTo>
                    <a:pt x="73279" y="109705"/>
                    <a:pt x="68280" y="110591"/>
                    <a:pt x="62703" y="110591"/>
                  </a:cubicBezTo>
                  <a:cubicBezTo>
                    <a:pt x="53679" y="110591"/>
                    <a:pt x="43140" y="108270"/>
                    <a:pt x="32493" y="100833"/>
                  </a:cubicBezTo>
                  <a:cubicBezTo>
                    <a:pt x="16817" y="89464"/>
                    <a:pt x="5416" y="66440"/>
                    <a:pt x="14631" y="42340"/>
                  </a:cubicBezTo>
                  <a:cubicBezTo>
                    <a:pt x="18875" y="21344"/>
                    <a:pt x="37465" y="5541"/>
                    <a:pt x="59728" y="5541"/>
                  </a:cubicBezTo>
                  <a:cubicBezTo>
                    <a:pt x="69166" y="5541"/>
                    <a:pt x="77970" y="8391"/>
                    <a:pt x="85285" y="13268"/>
                  </a:cubicBezTo>
                  <a:cubicBezTo>
                    <a:pt x="75234" y="3859"/>
                    <a:pt x="63246" y="1"/>
                    <a:pt x="51748" y="1"/>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27" name="Google Shape;127;p4"/>
            <p:cNvSpPr/>
            <p:nvPr/>
          </p:nvSpPr>
          <p:spPr>
            <a:xfrm>
              <a:off x="2527775" y="3093800"/>
              <a:ext cx="141750" cy="133825"/>
            </a:xfrm>
            <a:custGeom>
              <a:rect b="b" l="l" r="r" t="t"/>
              <a:pathLst>
                <a:path extrusionOk="0" h="5353" w="5670">
                  <a:moveTo>
                    <a:pt x="1" y="1"/>
                  </a:moveTo>
                  <a:lnTo>
                    <a:pt x="1" y="5353"/>
                  </a:lnTo>
                  <a:lnTo>
                    <a:pt x="5670" y="5353"/>
                  </a:lnTo>
                  <a:lnTo>
                    <a:pt x="5670" y="1"/>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28" name="Google Shape;128;p4"/>
            <p:cNvSpPr/>
            <p:nvPr/>
          </p:nvSpPr>
          <p:spPr>
            <a:xfrm>
              <a:off x="2500875" y="2753375"/>
              <a:ext cx="196375" cy="407750"/>
            </a:xfrm>
            <a:custGeom>
              <a:rect b="b" l="l" r="r" t="t"/>
              <a:pathLst>
                <a:path extrusionOk="0" h="16310" w="7855">
                  <a:moveTo>
                    <a:pt x="0" y="0"/>
                  </a:moveTo>
                  <a:lnTo>
                    <a:pt x="0" y="13966"/>
                  </a:lnTo>
                  <a:cubicBezTo>
                    <a:pt x="0" y="15264"/>
                    <a:pt x="1045" y="16310"/>
                    <a:pt x="2344" y="16310"/>
                  </a:cubicBezTo>
                  <a:lnTo>
                    <a:pt x="5479" y="16310"/>
                  </a:lnTo>
                  <a:cubicBezTo>
                    <a:pt x="6777" y="16310"/>
                    <a:pt x="7854" y="15264"/>
                    <a:pt x="7854" y="13966"/>
                  </a:cubicBezTo>
                  <a:lnTo>
                    <a:pt x="7854" y="0"/>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29" name="Google Shape;129;p4"/>
            <p:cNvSpPr/>
            <p:nvPr/>
          </p:nvSpPr>
          <p:spPr>
            <a:xfrm>
              <a:off x="2591125" y="2808775"/>
              <a:ext cx="15850" cy="224100"/>
            </a:xfrm>
            <a:custGeom>
              <a:rect b="b" l="l" r="r" t="t"/>
              <a:pathLst>
                <a:path extrusionOk="0" h="8964" w="634">
                  <a:moveTo>
                    <a:pt x="317" y="1"/>
                  </a:moveTo>
                  <a:cubicBezTo>
                    <a:pt x="127" y="1"/>
                    <a:pt x="0" y="159"/>
                    <a:pt x="0" y="318"/>
                  </a:cubicBezTo>
                  <a:lnTo>
                    <a:pt x="0" y="8646"/>
                  </a:lnTo>
                  <a:cubicBezTo>
                    <a:pt x="0" y="8805"/>
                    <a:pt x="127" y="8963"/>
                    <a:pt x="317" y="8963"/>
                  </a:cubicBezTo>
                  <a:cubicBezTo>
                    <a:pt x="476" y="8963"/>
                    <a:pt x="634" y="8805"/>
                    <a:pt x="634" y="8646"/>
                  </a:cubicBezTo>
                  <a:lnTo>
                    <a:pt x="634" y="318"/>
                  </a:lnTo>
                  <a:cubicBezTo>
                    <a:pt x="634" y="159"/>
                    <a:pt x="476" y="1"/>
                    <a:pt x="317"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0" name="Google Shape;130;p4"/>
            <p:cNvSpPr/>
            <p:nvPr/>
          </p:nvSpPr>
          <p:spPr>
            <a:xfrm>
              <a:off x="2640200" y="2808775"/>
              <a:ext cx="15075" cy="175000"/>
            </a:xfrm>
            <a:custGeom>
              <a:rect b="b" l="l" r="r" t="t"/>
              <a:pathLst>
                <a:path extrusionOk="0" h="7000" w="603">
                  <a:moveTo>
                    <a:pt x="286" y="1"/>
                  </a:moveTo>
                  <a:cubicBezTo>
                    <a:pt x="128" y="1"/>
                    <a:pt x="1" y="159"/>
                    <a:pt x="1" y="318"/>
                  </a:cubicBezTo>
                  <a:lnTo>
                    <a:pt x="1" y="6683"/>
                  </a:lnTo>
                  <a:cubicBezTo>
                    <a:pt x="1" y="6873"/>
                    <a:pt x="128" y="7000"/>
                    <a:pt x="286" y="7000"/>
                  </a:cubicBezTo>
                  <a:cubicBezTo>
                    <a:pt x="476" y="7000"/>
                    <a:pt x="603" y="6873"/>
                    <a:pt x="603" y="6683"/>
                  </a:cubicBezTo>
                  <a:lnTo>
                    <a:pt x="603" y="318"/>
                  </a:lnTo>
                  <a:cubicBezTo>
                    <a:pt x="603" y="159"/>
                    <a:pt x="476" y="1"/>
                    <a:pt x="286"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1" name="Google Shape;131;p4"/>
            <p:cNvSpPr/>
            <p:nvPr/>
          </p:nvSpPr>
          <p:spPr>
            <a:xfrm>
              <a:off x="2542825" y="2808775"/>
              <a:ext cx="15075" cy="175000"/>
            </a:xfrm>
            <a:custGeom>
              <a:rect b="b" l="l" r="r" t="t"/>
              <a:pathLst>
                <a:path extrusionOk="0" h="7000" w="603">
                  <a:moveTo>
                    <a:pt x="286" y="1"/>
                  </a:moveTo>
                  <a:cubicBezTo>
                    <a:pt x="127" y="1"/>
                    <a:pt x="1" y="159"/>
                    <a:pt x="1" y="318"/>
                  </a:cubicBezTo>
                  <a:lnTo>
                    <a:pt x="1" y="6683"/>
                  </a:lnTo>
                  <a:cubicBezTo>
                    <a:pt x="1" y="6873"/>
                    <a:pt x="127" y="7000"/>
                    <a:pt x="286" y="7000"/>
                  </a:cubicBezTo>
                  <a:cubicBezTo>
                    <a:pt x="476" y="7000"/>
                    <a:pt x="602" y="6873"/>
                    <a:pt x="602" y="6683"/>
                  </a:cubicBezTo>
                  <a:lnTo>
                    <a:pt x="602" y="318"/>
                  </a:lnTo>
                  <a:cubicBezTo>
                    <a:pt x="602" y="159"/>
                    <a:pt x="476" y="1"/>
                    <a:pt x="286"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2" name="Google Shape;132;p4"/>
            <p:cNvSpPr/>
            <p:nvPr/>
          </p:nvSpPr>
          <p:spPr>
            <a:xfrm>
              <a:off x="2029800" y="1750250"/>
              <a:ext cx="1138525" cy="1121100"/>
            </a:xfrm>
            <a:custGeom>
              <a:rect b="b" l="l" r="r" t="t"/>
              <a:pathLst>
                <a:path extrusionOk="0" h="44844" w="45541">
                  <a:moveTo>
                    <a:pt x="13491" y="1"/>
                  </a:moveTo>
                  <a:cubicBezTo>
                    <a:pt x="9976" y="1"/>
                    <a:pt x="6619" y="1457"/>
                    <a:pt x="4117" y="4086"/>
                  </a:cubicBezTo>
                  <a:cubicBezTo>
                    <a:pt x="1394" y="6968"/>
                    <a:pt x="0" y="10990"/>
                    <a:pt x="285" y="15075"/>
                  </a:cubicBezTo>
                  <a:lnTo>
                    <a:pt x="2470" y="35691"/>
                  </a:lnTo>
                  <a:cubicBezTo>
                    <a:pt x="3009" y="40885"/>
                    <a:pt x="7189" y="44844"/>
                    <a:pt x="12161" y="44844"/>
                  </a:cubicBezTo>
                  <a:lnTo>
                    <a:pt x="33379" y="44844"/>
                  </a:lnTo>
                  <a:cubicBezTo>
                    <a:pt x="38351" y="44844"/>
                    <a:pt x="42500" y="40885"/>
                    <a:pt x="43070" y="35691"/>
                  </a:cubicBezTo>
                  <a:lnTo>
                    <a:pt x="45224" y="15075"/>
                  </a:lnTo>
                  <a:cubicBezTo>
                    <a:pt x="45540" y="10990"/>
                    <a:pt x="44147" y="6968"/>
                    <a:pt x="41392" y="4086"/>
                  </a:cubicBezTo>
                  <a:cubicBezTo>
                    <a:pt x="38921" y="1457"/>
                    <a:pt x="35533" y="1"/>
                    <a:pt x="32049" y="1"/>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3" name="Google Shape;133;p4"/>
            <p:cNvSpPr/>
            <p:nvPr/>
          </p:nvSpPr>
          <p:spPr>
            <a:xfrm>
              <a:off x="2113725" y="1832600"/>
              <a:ext cx="970675" cy="955625"/>
            </a:xfrm>
            <a:custGeom>
              <a:rect b="b" l="l" r="r" t="t"/>
              <a:pathLst>
                <a:path extrusionOk="0" h="38225" w="38827">
                  <a:moveTo>
                    <a:pt x="11496" y="0"/>
                  </a:moveTo>
                  <a:cubicBezTo>
                    <a:pt x="8519" y="0"/>
                    <a:pt x="5637" y="1267"/>
                    <a:pt x="3515" y="3484"/>
                  </a:cubicBezTo>
                  <a:cubicBezTo>
                    <a:pt x="1203" y="5954"/>
                    <a:pt x="0" y="9374"/>
                    <a:pt x="253" y="12858"/>
                  </a:cubicBezTo>
                  <a:lnTo>
                    <a:pt x="2122" y="30434"/>
                  </a:lnTo>
                  <a:cubicBezTo>
                    <a:pt x="2597" y="34868"/>
                    <a:pt x="6144" y="38224"/>
                    <a:pt x="10356" y="38224"/>
                  </a:cubicBezTo>
                  <a:lnTo>
                    <a:pt x="28439" y="38224"/>
                  </a:lnTo>
                  <a:cubicBezTo>
                    <a:pt x="32683" y="38224"/>
                    <a:pt x="36229" y="34868"/>
                    <a:pt x="36704" y="30434"/>
                  </a:cubicBezTo>
                  <a:lnTo>
                    <a:pt x="38573" y="12858"/>
                  </a:lnTo>
                  <a:cubicBezTo>
                    <a:pt x="38826" y="9374"/>
                    <a:pt x="37623" y="5954"/>
                    <a:pt x="35279" y="3484"/>
                  </a:cubicBezTo>
                  <a:cubicBezTo>
                    <a:pt x="33158" y="1267"/>
                    <a:pt x="30307" y="0"/>
                    <a:pt x="2729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4" name="Google Shape;134;p4"/>
            <p:cNvSpPr/>
            <p:nvPr/>
          </p:nvSpPr>
          <p:spPr>
            <a:xfrm>
              <a:off x="2243550" y="1994100"/>
              <a:ext cx="711000" cy="361050"/>
            </a:xfrm>
            <a:custGeom>
              <a:rect b="b" l="l" r="r" t="t"/>
              <a:pathLst>
                <a:path extrusionOk="0" h="14442" w="28440">
                  <a:moveTo>
                    <a:pt x="2883" y="1"/>
                  </a:moveTo>
                  <a:cubicBezTo>
                    <a:pt x="1299" y="1"/>
                    <a:pt x="1" y="1267"/>
                    <a:pt x="1" y="2882"/>
                  </a:cubicBezTo>
                  <a:lnTo>
                    <a:pt x="1" y="11560"/>
                  </a:lnTo>
                  <a:cubicBezTo>
                    <a:pt x="1" y="13175"/>
                    <a:pt x="1299" y="14442"/>
                    <a:pt x="2883" y="14442"/>
                  </a:cubicBezTo>
                  <a:lnTo>
                    <a:pt x="25526" y="14442"/>
                  </a:lnTo>
                  <a:cubicBezTo>
                    <a:pt x="27141" y="14442"/>
                    <a:pt x="28440" y="13175"/>
                    <a:pt x="28440" y="11560"/>
                  </a:cubicBezTo>
                  <a:lnTo>
                    <a:pt x="28440" y="2882"/>
                  </a:lnTo>
                  <a:cubicBezTo>
                    <a:pt x="28440" y="1267"/>
                    <a:pt x="27141" y="1"/>
                    <a:pt x="2552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5" name="Google Shape;135;p4"/>
            <p:cNvSpPr/>
            <p:nvPr/>
          </p:nvSpPr>
          <p:spPr>
            <a:xfrm>
              <a:off x="2718600" y="2439850"/>
              <a:ext cx="220125" cy="220125"/>
            </a:xfrm>
            <a:custGeom>
              <a:rect b="b" l="l" r="r" t="t"/>
              <a:pathLst>
                <a:path extrusionOk="0" h="8805" w="8805">
                  <a:moveTo>
                    <a:pt x="4402" y="0"/>
                  </a:moveTo>
                  <a:cubicBezTo>
                    <a:pt x="1964" y="0"/>
                    <a:pt x="0" y="1964"/>
                    <a:pt x="0" y="4402"/>
                  </a:cubicBezTo>
                  <a:cubicBezTo>
                    <a:pt x="0" y="6841"/>
                    <a:pt x="1964" y="8804"/>
                    <a:pt x="4402" y="8804"/>
                  </a:cubicBezTo>
                  <a:cubicBezTo>
                    <a:pt x="6841" y="8804"/>
                    <a:pt x="8804" y="6841"/>
                    <a:pt x="8804" y="4402"/>
                  </a:cubicBezTo>
                  <a:cubicBezTo>
                    <a:pt x="8804" y="1964"/>
                    <a:pt x="6841" y="0"/>
                    <a:pt x="4402"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6" name="Google Shape;136;p4"/>
            <p:cNvSpPr/>
            <p:nvPr/>
          </p:nvSpPr>
          <p:spPr>
            <a:xfrm>
              <a:off x="2527000" y="2477850"/>
              <a:ext cx="144125" cy="144125"/>
            </a:xfrm>
            <a:custGeom>
              <a:rect b="b" l="l" r="r" t="t"/>
              <a:pathLst>
                <a:path extrusionOk="0" h="5765" w="5765">
                  <a:moveTo>
                    <a:pt x="2882" y="0"/>
                  </a:moveTo>
                  <a:cubicBezTo>
                    <a:pt x="1299" y="0"/>
                    <a:pt x="0" y="1299"/>
                    <a:pt x="0" y="2882"/>
                  </a:cubicBezTo>
                  <a:cubicBezTo>
                    <a:pt x="0" y="4466"/>
                    <a:pt x="1299" y="5764"/>
                    <a:pt x="2882" y="5764"/>
                  </a:cubicBezTo>
                  <a:cubicBezTo>
                    <a:pt x="4466" y="5764"/>
                    <a:pt x="5764" y="4466"/>
                    <a:pt x="5764" y="2882"/>
                  </a:cubicBezTo>
                  <a:cubicBezTo>
                    <a:pt x="5764" y="1299"/>
                    <a:pt x="4466" y="0"/>
                    <a:pt x="2882" y="0"/>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7" name="Google Shape;137;p4"/>
            <p:cNvSpPr/>
            <p:nvPr/>
          </p:nvSpPr>
          <p:spPr>
            <a:xfrm>
              <a:off x="2783525" y="2496225"/>
              <a:ext cx="106100" cy="107450"/>
            </a:xfrm>
            <a:custGeom>
              <a:rect b="b" l="l" r="r" t="t"/>
              <a:pathLst>
                <a:path extrusionOk="0" h="4298" w="4244">
                  <a:moveTo>
                    <a:pt x="560" y="1"/>
                  </a:moveTo>
                  <a:cubicBezTo>
                    <a:pt x="262" y="1"/>
                    <a:pt x="0" y="274"/>
                    <a:pt x="0" y="627"/>
                  </a:cubicBezTo>
                  <a:lnTo>
                    <a:pt x="0" y="3699"/>
                  </a:lnTo>
                  <a:cubicBezTo>
                    <a:pt x="0" y="4047"/>
                    <a:pt x="253" y="4297"/>
                    <a:pt x="546" y="4297"/>
                  </a:cubicBezTo>
                  <a:cubicBezTo>
                    <a:pt x="627" y="4297"/>
                    <a:pt x="710" y="4278"/>
                    <a:pt x="792" y="4237"/>
                  </a:cubicBezTo>
                  <a:lnTo>
                    <a:pt x="3800" y="2717"/>
                  </a:lnTo>
                  <a:cubicBezTo>
                    <a:pt x="4244" y="2495"/>
                    <a:pt x="4244" y="1830"/>
                    <a:pt x="3800" y="1609"/>
                  </a:cubicBezTo>
                  <a:lnTo>
                    <a:pt x="792" y="57"/>
                  </a:lnTo>
                  <a:cubicBezTo>
                    <a:pt x="715" y="18"/>
                    <a:pt x="636" y="1"/>
                    <a:pt x="56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8" name="Google Shape;138;p4"/>
            <p:cNvSpPr/>
            <p:nvPr/>
          </p:nvSpPr>
          <p:spPr>
            <a:xfrm>
              <a:off x="2259400" y="2439850"/>
              <a:ext cx="220125" cy="220125"/>
            </a:xfrm>
            <a:custGeom>
              <a:rect b="b" l="l" r="r" t="t"/>
              <a:pathLst>
                <a:path extrusionOk="0" h="8805" w="8805">
                  <a:moveTo>
                    <a:pt x="4402" y="0"/>
                  </a:moveTo>
                  <a:cubicBezTo>
                    <a:pt x="1964" y="0"/>
                    <a:pt x="0" y="1964"/>
                    <a:pt x="0" y="4402"/>
                  </a:cubicBezTo>
                  <a:cubicBezTo>
                    <a:pt x="0" y="6841"/>
                    <a:pt x="1964" y="8804"/>
                    <a:pt x="4402" y="8804"/>
                  </a:cubicBezTo>
                  <a:cubicBezTo>
                    <a:pt x="6841" y="8804"/>
                    <a:pt x="8804" y="6841"/>
                    <a:pt x="8804" y="4402"/>
                  </a:cubicBezTo>
                  <a:cubicBezTo>
                    <a:pt x="8804" y="1964"/>
                    <a:pt x="6841" y="0"/>
                    <a:pt x="4402"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39" name="Google Shape;139;p4"/>
            <p:cNvSpPr/>
            <p:nvPr/>
          </p:nvSpPr>
          <p:spPr>
            <a:xfrm>
              <a:off x="2307675" y="2496225"/>
              <a:ext cx="106925" cy="107450"/>
            </a:xfrm>
            <a:custGeom>
              <a:rect b="b" l="l" r="r" t="t"/>
              <a:pathLst>
                <a:path extrusionOk="0" h="4298" w="4277">
                  <a:moveTo>
                    <a:pt x="3688" y="1"/>
                  </a:moveTo>
                  <a:cubicBezTo>
                    <a:pt x="3610" y="1"/>
                    <a:pt x="3530" y="18"/>
                    <a:pt x="3453" y="57"/>
                  </a:cubicBezTo>
                  <a:lnTo>
                    <a:pt x="444" y="1609"/>
                  </a:lnTo>
                  <a:cubicBezTo>
                    <a:pt x="1" y="1830"/>
                    <a:pt x="1" y="2495"/>
                    <a:pt x="444" y="2717"/>
                  </a:cubicBezTo>
                  <a:lnTo>
                    <a:pt x="3453" y="4237"/>
                  </a:lnTo>
                  <a:cubicBezTo>
                    <a:pt x="3535" y="4278"/>
                    <a:pt x="3620" y="4297"/>
                    <a:pt x="3702" y="4297"/>
                  </a:cubicBezTo>
                  <a:cubicBezTo>
                    <a:pt x="4003" y="4297"/>
                    <a:pt x="4276" y="4047"/>
                    <a:pt x="4276" y="3699"/>
                  </a:cubicBezTo>
                  <a:lnTo>
                    <a:pt x="4276" y="627"/>
                  </a:lnTo>
                  <a:cubicBezTo>
                    <a:pt x="4276" y="274"/>
                    <a:pt x="3995" y="1"/>
                    <a:pt x="368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0" name="Google Shape;140;p4"/>
            <p:cNvSpPr/>
            <p:nvPr/>
          </p:nvSpPr>
          <p:spPr>
            <a:xfrm>
              <a:off x="2556300" y="2518025"/>
              <a:ext cx="84725" cy="74650"/>
            </a:xfrm>
            <a:custGeom>
              <a:rect b="b" l="l" r="r" t="t"/>
              <a:pathLst>
                <a:path extrusionOk="0" h="2986" w="3389">
                  <a:moveTo>
                    <a:pt x="685" y="0"/>
                  </a:moveTo>
                  <a:cubicBezTo>
                    <a:pt x="618" y="0"/>
                    <a:pt x="554" y="24"/>
                    <a:pt x="507" y="72"/>
                  </a:cubicBezTo>
                  <a:cubicBezTo>
                    <a:pt x="190" y="388"/>
                    <a:pt x="0" y="832"/>
                    <a:pt x="0" y="1275"/>
                  </a:cubicBezTo>
                  <a:cubicBezTo>
                    <a:pt x="0" y="1719"/>
                    <a:pt x="190" y="2162"/>
                    <a:pt x="507" y="2479"/>
                  </a:cubicBezTo>
                  <a:cubicBezTo>
                    <a:pt x="823" y="2795"/>
                    <a:pt x="1235" y="2985"/>
                    <a:pt x="1710" y="2985"/>
                  </a:cubicBezTo>
                  <a:cubicBezTo>
                    <a:pt x="2154" y="2985"/>
                    <a:pt x="2597" y="2795"/>
                    <a:pt x="2914" y="2479"/>
                  </a:cubicBezTo>
                  <a:cubicBezTo>
                    <a:pt x="3230" y="2162"/>
                    <a:pt x="3389" y="1719"/>
                    <a:pt x="3389" y="1275"/>
                  </a:cubicBezTo>
                  <a:cubicBezTo>
                    <a:pt x="3389" y="832"/>
                    <a:pt x="3230" y="388"/>
                    <a:pt x="2914" y="72"/>
                  </a:cubicBezTo>
                  <a:cubicBezTo>
                    <a:pt x="2866" y="24"/>
                    <a:pt x="2795" y="0"/>
                    <a:pt x="2724" y="0"/>
                  </a:cubicBezTo>
                  <a:cubicBezTo>
                    <a:pt x="2652" y="0"/>
                    <a:pt x="2581" y="24"/>
                    <a:pt x="2534" y="72"/>
                  </a:cubicBezTo>
                  <a:cubicBezTo>
                    <a:pt x="2439" y="167"/>
                    <a:pt x="2439" y="357"/>
                    <a:pt x="2534" y="452"/>
                  </a:cubicBezTo>
                  <a:cubicBezTo>
                    <a:pt x="2755" y="673"/>
                    <a:pt x="2882" y="958"/>
                    <a:pt x="2882" y="1275"/>
                  </a:cubicBezTo>
                  <a:cubicBezTo>
                    <a:pt x="2882" y="1592"/>
                    <a:pt x="2755" y="1877"/>
                    <a:pt x="2534" y="2099"/>
                  </a:cubicBezTo>
                  <a:cubicBezTo>
                    <a:pt x="2312" y="2320"/>
                    <a:pt x="2027" y="2447"/>
                    <a:pt x="1710" y="2447"/>
                  </a:cubicBezTo>
                  <a:cubicBezTo>
                    <a:pt x="1393" y="2447"/>
                    <a:pt x="1108" y="2320"/>
                    <a:pt x="887" y="2099"/>
                  </a:cubicBezTo>
                  <a:cubicBezTo>
                    <a:pt x="665" y="1877"/>
                    <a:pt x="538" y="1592"/>
                    <a:pt x="538" y="1275"/>
                  </a:cubicBezTo>
                  <a:cubicBezTo>
                    <a:pt x="538" y="958"/>
                    <a:pt x="665" y="673"/>
                    <a:pt x="887" y="452"/>
                  </a:cubicBezTo>
                  <a:cubicBezTo>
                    <a:pt x="982" y="357"/>
                    <a:pt x="982" y="167"/>
                    <a:pt x="887" y="72"/>
                  </a:cubicBezTo>
                  <a:cubicBezTo>
                    <a:pt x="823" y="24"/>
                    <a:pt x="752" y="0"/>
                    <a:pt x="685"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1" name="Google Shape;141;p4"/>
            <p:cNvSpPr/>
            <p:nvPr/>
          </p:nvSpPr>
          <p:spPr>
            <a:xfrm>
              <a:off x="2592700" y="2502400"/>
              <a:ext cx="12700" cy="39600"/>
            </a:xfrm>
            <a:custGeom>
              <a:rect b="b" l="l" r="r" t="t"/>
              <a:pathLst>
                <a:path extrusionOk="0" h="1584" w="508">
                  <a:moveTo>
                    <a:pt x="254" y="0"/>
                  </a:moveTo>
                  <a:cubicBezTo>
                    <a:pt x="96" y="0"/>
                    <a:pt x="1" y="95"/>
                    <a:pt x="1" y="253"/>
                  </a:cubicBezTo>
                  <a:lnTo>
                    <a:pt x="1" y="1298"/>
                  </a:lnTo>
                  <a:cubicBezTo>
                    <a:pt x="1" y="1457"/>
                    <a:pt x="96" y="1583"/>
                    <a:pt x="254" y="1583"/>
                  </a:cubicBezTo>
                  <a:cubicBezTo>
                    <a:pt x="381" y="1583"/>
                    <a:pt x="508" y="1457"/>
                    <a:pt x="508" y="1298"/>
                  </a:cubicBezTo>
                  <a:lnTo>
                    <a:pt x="508" y="253"/>
                  </a:lnTo>
                  <a:cubicBezTo>
                    <a:pt x="508" y="127"/>
                    <a:pt x="381" y="0"/>
                    <a:pt x="254"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2" name="Google Shape;142;p4"/>
            <p:cNvSpPr/>
            <p:nvPr/>
          </p:nvSpPr>
          <p:spPr>
            <a:xfrm>
              <a:off x="2320350" y="2050325"/>
              <a:ext cx="72875" cy="260500"/>
            </a:xfrm>
            <a:custGeom>
              <a:rect b="b" l="l" r="r" t="t"/>
              <a:pathLst>
                <a:path extrusionOk="0" h="10420" w="2915">
                  <a:moveTo>
                    <a:pt x="1806" y="0"/>
                  </a:moveTo>
                  <a:cubicBezTo>
                    <a:pt x="1552" y="697"/>
                    <a:pt x="1267" y="1298"/>
                    <a:pt x="1" y="1298"/>
                  </a:cubicBezTo>
                  <a:lnTo>
                    <a:pt x="1" y="2470"/>
                  </a:lnTo>
                  <a:lnTo>
                    <a:pt x="1267" y="2470"/>
                  </a:lnTo>
                  <a:lnTo>
                    <a:pt x="1267" y="10419"/>
                  </a:lnTo>
                  <a:lnTo>
                    <a:pt x="2914" y="10419"/>
                  </a:lnTo>
                  <a:lnTo>
                    <a:pt x="2914"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3" name="Google Shape;143;p4"/>
            <p:cNvSpPr/>
            <p:nvPr/>
          </p:nvSpPr>
          <p:spPr>
            <a:xfrm>
              <a:off x="2467625" y="2050325"/>
              <a:ext cx="72850" cy="260500"/>
            </a:xfrm>
            <a:custGeom>
              <a:rect b="b" l="l" r="r" t="t"/>
              <a:pathLst>
                <a:path extrusionOk="0" h="10420" w="2914">
                  <a:moveTo>
                    <a:pt x="1805" y="0"/>
                  </a:moveTo>
                  <a:cubicBezTo>
                    <a:pt x="1552" y="697"/>
                    <a:pt x="1299" y="1298"/>
                    <a:pt x="32" y="1298"/>
                  </a:cubicBezTo>
                  <a:lnTo>
                    <a:pt x="0" y="1298"/>
                  </a:lnTo>
                  <a:lnTo>
                    <a:pt x="0" y="2470"/>
                  </a:lnTo>
                  <a:lnTo>
                    <a:pt x="1267" y="2470"/>
                  </a:lnTo>
                  <a:lnTo>
                    <a:pt x="1267" y="10419"/>
                  </a:lnTo>
                  <a:lnTo>
                    <a:pt x="2914" y="10419"/>
                  </a:lnTo>
                  <a:lnTo>
                    <a:pt x="2914"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4" name="Google Shape;144;p4"/>
            <p:cNvSpPr/>
            <p:nvPr/>
          </p:nvSpPr>
          <p:spPr>
            <a:xfrm>
              <a:off x="2587175" y="2047150"/>
              <a:ext cx="124325" cy="266050"/>
            </a:xfrm>
            <a:custGeom>
              <a:rect b="b" l="l" r="r" t="t"/>
              <a:pathLst>
                <a:path extrusionOk="0" h="10642" w="4973">
                  <a:moveTo>
                    <a:pt x="2470" y="1489"/>
                  </a:moveTo>
                  <a:cubicBezTo>
                    <a:pt x="2977" y="1489"/>
                    <a:pt x="3325" y="1774"/>
                    <a:pt x="3325" y="2502"/>
                  </a:cubicBezTo>
                  <a:lnTo>
                    <a:pt x="3325" y="8139"/>
                  </a:lnTo>
                  <a:cubicBezTo>
                    <a:pt x="3325" y="8899"/>
                    <a:pt x="2977" y="9153"/>
                    <a:pt x="2470" y="9153"/>
                  </a:cubicBezTo>
                  <a:cubicBezTo>
                    <a:pt x="1964" y="9153"/>
                    <a:pt x="1615" y="8868"/>
                    <a:pt x="1615" y="8139"/>
                  </a:cubicBezTo>
                  <a:lnTo>
                    <a:pt x="1615" y="2502"/>
                  </a:lnTo>
                  <a:cubicBezTo>
                    <a:pt x="1615" y="1774"/>
                    <a:pt x="1932" y="1489"/>
                    <a:pt x="2470" y="1489"/>
                  </a:cubicBezTo>
                  <a:close/>
                  <a:moveTo>
                    <a:pt x="2470" y="0"/>
                  </a:moveTo>
                  <a:cubicBezTo>
                    <a:pt x="855" y="0"/>
                    <a:pt x="0" y="950"/>
                    <a:pt x="0" y="2629"/>
                  </a:cubicBezTo>
                  <a:lnTo>
                    <a:pt x="0" y="8044"/>
                  </a:lnTo>
                  <a:cubicBezTo>
                    <a:pt x="0" y="9691"/>
                    <a:pt x="855" y="10641"/>
                    <a:pt x="2470" y="10641"/>
                  </a:cubicBezTo>
                  <a:cubicBezTo>
                    <a:pt x="4085" y="10641"/>
                    <a:pt x="4972" y="9691"/>
                    <a:pt x="4972" y="8044"/>
                  </a:cubicBezTo>
                  <a:lnTo>
                    <a:pt x="4972" y="2629"/>
                  </a:lnTo>
                  <a:cubicBezTo>
                    <a:pt x="4972" y="950"/>
                    <a:pt x="4085" y="0"/>
                    <a:pt x="2470"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5" name="Google Shape;145;p4"/>
            <p:cNvSpPr/>
            <p:nvPr/>
          </p:nvSpPr>
          <p:spPr>
            <a:xfrm>
              <a:off x="2767675" y="2046350"/>
              <a:ext cx="67325" cy="102175"/>
            </a:xfrm>
            <a:custGeom>
              <a:rect b="b" l="l" r="r" t="t"/>
              <a:pathLst>
                <a:path extrusionOk="0" h="4087" w="2693">
                  <a:moveTo>
                    <a:pt x="1" y="1"/>
                  </a:moveTo>
                  <a:lnTo>
                    <a:pt x="1" y="4086"/>
                  </a:lnTo>
                  <a:lnTo>
                    <a:pt x="571" y="4086"/>
                  </a:lnTo>
                  <a:lnTo>
                    <a:pt x="571" y="1172"/>
                  </a:lnTo>
                  <a:lnTo>
                    <a:pt x="1046" y="4086"/>
                  </a:lnTo>
                  <a:lnTo>
                    <a:pt x="1647" y="4086"/>
                  </a:lnTo>
                  <a:lnTo>
                    <a:pt x="2059" y="1141"/>
                  </a:lnTo>
                  <a:lnTo>
                    <a:pt x="2091" y="1141"/>
                  </a:lnTo>
                  <a:lnTo>
                    <a:pt x="2091" y="4086"/>
                  </a:lnTo>
                  <a:lnTo>
                    <a:pt x="2693" y="4086"/>
                  </a:lnTo>
                  <a:lnTo>
                    <a:pt x="2693" y="1"/>
                  </a:lnTo>
                  <a:lnTo>
                    <a:pt x="1806" y="1"/>
                  </a:lnTo>
                  <a:lnTo>
                    <a:pt x="1362" y="2883"/>
                  </a:lnTo>
                  <a:lnTo>
                    <a:pt x="887" y="1"/>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6" name="Google Shape;146;p4"/>
            <p:cNvSpPr/>
            <p:nvPr/>
          </p:nvSpPr>
          <p:spPr>
            <a:xfrm>
              <a:off x="2845275" y="2044775"/>
              <a:ext cx="47525" cy="104525"/>
            </a:xfrm>
            <a:custGeom>
              <a:rect b="b" l="l" r="r" t="t"/>
              <a:pathLst>
                <a:path extrusionOk="0" h="4181" w="1901">
                  <a:moveTo>
                    <a:pt x="950" y="0"/>
                  </a:moveTo>
                  <a:cubicBezTo>
                    <a:pt x="317" y="0"/>
                    <a:pt x="0" y="380"/>
                    <a:pt x="0" y="1045"/>
                  </a:cubicBezTo>
                  <a:lnTo>
                    <a:pt x="0" y="3167"/>
                  </a:lnTo>
                  <a:cubicBezTo>
                    <a:pt x="0" y="3801"/>
                    <a:pt x="317" y="4181"/>
                    <a:pt x="950" y="4181"/>
                  </a:cubicBezTo>
                  <a:cubicBezTo>
                    <a:pt x="1584" y="4181"/>
                    <a:pt x="1900" y="3801"/>
                    <a:pt x="1900" y="3167"/>
                  </a:cubicBezTo>
                  <a:lnTo>
                    <a:pt x="1900" y="1869"/>
                  </a:lnTo>
                  <a:lnTo>
                    <a:pt x="1014" y="1869"/>
                  </a:lnTo>
                  <a:lnTo>
                    <a:pt x="1014" y="2439"/>
                  </a:lnTo>
                  <a:lnTo>
                    <a:pt x="1299" y="2439"/>
                  </a:lnTo>
                  <a:lnTo>
                    <a:pt x="1299" y="3199"/>
                  </a:lnTo>
                  <a:cubicBezTo>
                    <a:pt x="1299" y="3484"/>
                    <a:pt x="1172" y="3579"/>
                    <a:pt x="982" y="3579"/>
                  </a:cubicBezTo>
                  <a:cubicBezTo>
                    <a:pt x="760" y="3579"/>
                    <a:pt x="634" y="3484"/>
                    <a:pt x="634" y="3199"/>
                  </a:cubicBezTo>
                  <a:lnTo>
                    <a:pt x="634" y="982"/>
                  </a:lnTo>
                  <a:cubicBezTo>
                    <a:pt x="634" y="697"/>
                    <a:pt x="760" y="602"/>
                    <a:pt x="982" y="602"/>
                  </a:cubicBezTo>
                  <a:cubicBezTo>
                    <a:pt x="1172" y="602"/>
                    <a:pt x="1299" y="697"/>
                    <a:pt x="1299" y="982"/>
                  </a:cubicBezTo>
                  <a:lnTo>
                    <a:pt x="1299" y="1425"/>
                  </a:lnTo>
                  <a:lnTo>
                    <a:pt x="1900" y="1425"/>
                  </a:lnTo>
                  <a:lnTo>
                    <a:pt x="1900" y="1045"/>
                  </a:lnTo>
                  <a:cubicBezTo>
                    <a:pt x="1900" y="380"/>
                    <a:pt x="1584" y="0"/>
                    <a:pt x="950"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7" name="Google Shape;147;p4"/>
            <p:cNvSpPr/>
            <p:nvPr/>
          </p:nvSpPr>
          <p:spPr>
            <a:xfrm>
              <a:off x="2776400" y="2198375"/>
              <a:ext cx="53850" cy="111650"/>
            </a:xfrm>
            <a:custGeom>
              <a:rect b="b" l="l" r="r" t="t"/>
              <a:pathLst>
                <a:path extrusionOk="0" h="4466" w="2154">
                  <a:moveTo>
                    <a:pt x="1077" y="634"/>
                  </a:moveTo>
                  <a:cubicBezTo>
                    <a:pt x="1298" y="634"/>
                    <a:pt x="1457" y="760"/>
                    <a:pt x="1457" y="1077"/>
                  </a:cubicBezTo>
                  <a:lnTo>
                    <a:pt x="1457" y="3389"/>
                  </a:lnTo>
                  <a:cubicBezTo>
                    <a:pt x="1457" y="3737"/>
                    <a:pt x="1298" y="3832"/>
                    <a:pt x="1077" y="3832"/>
                  </a:cubicBezTo>
                  <a:lnTo>
                    <a:pt x="697" y="3832"/>
                  </a:lnTo>
                  <a:lnTo>
                    <a:pt x="697" y="634"/>
                  </a:lnTo>
                  <a:close/>
                  <a:moveTo>
                    <a:pt x="0" y="0"/>
                  </a:moveTo>
                  <a:lnTo>
                    <a:pt x="0" y="4465"/>
                  </a:lnTo>
                  <a:lnTo>
                    <a:pt x="1108" y="4465"/>
                  </a:lnTo>
                  <a:cubicBezTo>
                    <a:pt x="1805" y="4465"/>
                    <a:pt x="2154" y="4085"/>
                    <a:pt x="2154" y="3357"/>
                  </a:cubicBezTo>
                  <a:lnTo>
                    <a:pt x="2154" y="1109"/>
                  </a:lnTo>
                  <a:cubicBezTo>
                    <a:pt x="2154" y="380"/>
                    <a:pt x="1805" y="0"/>
                    <a:pt x="1108"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8" name="Google Shape;148;p4"/>
            <p:cNvSpPr/>
            <p:nvPr/>
          </p:nvSpPr>
          <p:spPr>
            <a:xfrm>
              <a:off x="2841300" y="2198375"/>
              <a:ext cx="46750" cy="111650"/>
            </a:xfrm>
            <a:custGeom>
              <a:rect b="b" l="l" r="r" t="t"/>
              <a:pathLst>
                <a:path extrusionOk="0" h="4466" w="1870">
                  <a:moveTo>
                    <a:pt x="1" y="0"/>
                  </a:moveTo>
                  <a:lnTo>
                    <a:pt x="1" y="4465"/>
                  </a:lnTo>
                  <a:lnTo>
                    <a:pt x="1869" y="4465"/>
                  </a:lnTo>
                  <a:lnTo>
                    <a:pt x="1869" y="3832"/>
                  </a:lnTo>
                  <a:lnTo>
                    <a:pt x="698" y="3832"/>
                  </a:lnTo>
                  <a:lnTo>
                    <a:pt x="698"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49" name="Google Shape;149;p4"/>
            <p:cNvSpPr/>
            <p:nvPr/>
          </p:nvSpPr>
          <p:spPr>
            <a:xfrm>
              <a:off x="2762125" y="2170650"/>
              <a:ext cx="139375" cy="7150"/>
            </a:xfrm>
            <a:custGeom>
              <a:rect b="b" l="l" r="r" t="t"/>
              <a:pathLst>
                <a:path extrusionOk="0" h="286" w="5575">
                  <a:moveTo>
                    <a:pt x="1" y="1"/>
                  </a:moveTo>
                  <a:lnTo>
                    <a:pt x="1" y="286"/>
                  </a:lnTo>
                  <a:lnTo>
                    <a:pt x="5575" y="286"/>
                  </a:lnTo>
                  <a:lnTo>
                    <a:pt x="5575" y="1"/>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0" name="Google Shape;150;p4"/>
            <p:cNvSpPr/>
            <p:nvPr/>
          </p:nvSpPr>
          <p:spPr>
            <a:xfrm>
              <a:off x="1014000" y="3297100"/>
              <a:ext cx="831350" cy="894850"/>
            </a:xfrm>
            <a:custGeom>
              <a:rect b="b" l="l" r="r" t="t"/>
              <a:pathLst>
                <a:path extrusionOk="0" h="35794" w="33254">
                  <a:moveTo>
                    <a:pt x="11806" y="0"/>
                  </a:moveTo>
                  <a:cubicBezTo>
                    <a:pt x="8617" y="0"/>
                    <a:pt x="5216" y="3316"/>
                    <a:pt x="3706" y="5011"/>
                  </a:cubicBezTo>
                  <a:cubicBezTo>
                    <a:pt x="3168" y="5613"/>
                    <a:pt x="2693" y="6246"/>
                    <a:pt x="2344" y="6975"/>
                  </a:cubicBezTo>
                  <a:cubicBezTo>
                    <a:pt x="1" y="11567"/>
                    <a:pt x="1362" y="14354"/>
                    <a:pt x="3896" y="15969"/>
                  </a:cubicBezTo>
                  <a:cubicBezTo>
                    <a:pt x="4269" y="16214"/>
                    <a:pt x="4659" y="16323"/>
                    <a:pt x="5062" y="16323"/>
                  </a:cubicBezTo>
                  <a:cubicBezTo>
                    <a:pt x="7565" y="16323"/>
                    <a:pt x="10561" y="12135"/>
                    <a:pt x="13017" y="10743"/>
                  </a:cubicBezTo>
                  <a:cubicBezTo>
                    <a:pt x="13777" y="12453"/>
                    <a:pt x="15550" y="17109"/>
                    <a:pt x="19034" y="18122"/>
                  </a:cubicBezTo>
                  <a:cubicBezTo>
                    <a:pt x="10705" y="27274"/>
                    <a:pt x="8013" y="35793"/>
                    <a:pt x="8013" y="35793"/>
                  </a:cubicBezTo>
                  <a:cubicBezTo>
                    <a:pt x="8013" y="35793"/>
                    <a:pt x="20712" y="34590"/>
                    <a:pt x="24861" y="30916"/>
                  </a:cubicBezTo>
                  <a:cubicBezTo>
                    <a:pt x="29010" y="27274"/>
                    <a:pt x="33253" y="16950"/>
                    <a:pt x="30688" y="12675"/>
                  </a:cubicBezTo>
                  <a:cubicBezTo>
                    <a:pt x="28091" y="8400"/>
                    <a:pt x="16342" y="261"/>
                    <a:pt x="12067" y="8"/>
                  </a:cubicBezTo>
                  <a:cubicBezTo>
                    <a:pt x="11980" y="3"/>
                    <a:pt x="11893" y="0"/>
                    <a:pt x="11806" y="0"/>
                  </a:cubicBezTo>
                  <a:close/>
                </a:path>
              </a:pathLst>
            </a:custGeom>
            <a:solidFill>
              <a:srgbClr val="F4A98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1" name="Google Shape;151;p4"/>
            <p:cNvSpPr/>
            <p:nvPr/>
          </p:nvSpPr>
          <p:spPr>
            <a:xfrm>
              <a:off x="1142275" y="3147400"/>
              <a:ext cx="872500" cy="939250"/>
            </a:xfrm>
            <a:custGeom>
              <a:rect b="b" l="l" r="r" t="t"/>
              <a:pathLst>
                <a:path extrusionOk="0" h="37570" w="34900">
                  <a:moveTo>
                    <a:pt x="12366" y="0"/>
                  </a:moveTo>
                  <a:cubicBezTo>
                    <a:pt x="9030" y="0"/>
                    <a:pt x="5463" y="3483"/>
                    <a:pt x="3895" y="5236"/>
                  </a:cubicBezTo>
                  <a:cubicBezTo>
                    <a:pt x="3325" y="5869"/>
                    <a:pt x="2850" y="6566"/>
                    <a:pt x="2470" y="7294"/>
                  </a:cubicBezTo>
                  <a:cubicBezTo>
                    <a:pt x="0" y="12108"/>
                    <a:pt x="1425" y="15053"/>
                    <a:pt x="4085" y="16763"/>
                  </a:cubicBezTo>
                  <a:cubicBezTo>
                    <a:pt x="4477" y="17015"/>
                    <a:pt x="4884" y="17126"/>
                    <a:pt x="5305" y="17126"/>
                  </a:cubicBezTo>
                  <a:cubicBezTo>
                    <a:pt x="7948" y="17126"/>
                    <a:pt x="11085" y="12728"/>
                    <a:pt x="13681" y="11253"/>
                  </a:cubicBezTo>
                  <a:cubicBezTo>
                    <a:pt x="14441" y="13089"/>
                    <a:pt x="16310" y="17966"/>
                    <a:pt x="19983" y="19011"/>
                  </a:cubicBezTo>
                  <a:cubicBezTo>
                    <a:pt x="11243" y="28607"/>
                    <a:pt x="8424" y="37569"/>
                    <a:pt x="8424" y="37569"/>
                  </a:cubicBezTo>
                  <a:cubicBezTo>
                    <a:pt x="8424" y="37569"/>
                    <a:pt x="21725" y="36271"/>
                    <a:pt x="26095" y="32439"/>
                  </a:cubicBezTo>
                  <a:cubicBezTo>
                    <a:pt x="30466" y="28607"/>
                    <a:pt x="34899" y="17776"/>
                    <a:pt x="32208" y="13279"/>
                  </a:cubicBezTo>
                  <a:cubicBezTo>
                    <a:pt x="29484" y="8782"/>
                    <a:pt x="17165" y="295"/>
                    <a:pt x="12668" y="10"/>
                  </a:cubicBezTo>
                  <a:cubicBezTo>
                    <a:pt x="12567" y="4"/>
                    <a:pt x="12467" y="0"/>
                    <a:pt x="12366" y="0"/>
                  </a:cubicBezTo>
                  <a:close/>
                </a:path>
              </a:pathLst>
            </a:custGeom>
            <a:solidFill>
              <a:srgbClr val="FAB69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2" name="Google Shape;152;p4"/>
            <p:cNvSpPr/>
            <p:nvPr/>
          </p:nvSpPr>
          <p:spPr>
            <a:xfrm>
              <a:off x="1403525" y="3389125"/>
              <a:ext cx="350775" cy="618800"/>
            </a:xfrm>
            <a:custGeom>
              <a:rect b="b" l="l" r="r" t="t"/>
              <a:pathLst>
                <a:path extrusionOk="0" h="24752" w="14031">
                  <a:moveTo>
                    <a:pt x="7031" y="0"/>
                  </a:moveTo>
                  <a:cubicBezTo>
                    <a:pt x="7031" y="0"/>
                    <a:pt x="4783" y="1045"/>
                    <a:pt x="3294" y="1774"/>
                  </a:cubicBezTo>
                  <a:cubicBezTo>
                    <a:pt x="4118" y="3705"/>
                    <a:pt x="5986" y="8329"/>
                    <a:pt x="9533" y="9342"/>
                  </a:cubicBezTo>
                  <a:cubicBezTo>
                    <a:pt x="4751" y="14600"/>
                    <a:pt x="1743" y="19667"/>
                    <a:pt x="1" y="23150"/>
                  </a:cubicBezTo>
                  <a:cubicBezTo>
                    <a:pt x="2028" y="23530"/>
                    <a:pt x="5036" y="23847"/>
                    <a:pt x="6651" y="24385"/>
                  </a:cubicBezTo>
                  <a:cubicBezTo>
                    <a:pt x="7475" y="24660"/>
                    <a:pt x="8354" y="24751"/>
                    <a:pt x="9161" y="24751"/>
                  </a:cubicBezTo>
                  <a:cubicBezTo>
                    <a:pt x="10775" y="24751"/>
                    <a:pt x="12098" y="24385"/>
                    <a:pt x="12098" y="24385"/>
                  </a:cubicBezTo>
                  <a:cubicBezTo>
                    <a:pt x="12098" y="24385"/>
                    <a:pt x="12700" y="20490"/>
                    <a:pt x="11497" y="19287"/>
                  </a:cubicBezTo>
                  <a:cubicBezTo>
                    <a:pt x="10325" y="18051"/>
                    <a:pt x="10705" y="11908"/>
                    <a:pt x="14030" y="8202"/>
                  </a:cubicBezTo>
                  <a:cubicBezTo>
                    <a:pt x="7696" y="7759"/>
                    <a:pt x="7158" y="824"/>
                    <a:pt x="7031" y="0"/>
                  </a:cubicBezTo>
                  <a:close/>
                </a:path>
              </a:pathLst>
            </a:custGeom>
            <a:solidFill>
              <a:srgbClr val="FAB69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3" name="Google Shape;153;p4"/>
            <p:cNvSpPr/>
            <p:nvPr/>
          </p:nvSpPr>
          <p:spPr>
            <a:xfrm>
              <a:off x="1455000" y="3449300"/>
              <a:ext cx="25" cy="0"/>
            </a:xfrm>
            <a:custGeom>
              <a:rect b="b" l="l" r="r" t="t"/>
              <a:pathLst>
                <a:path extrusionOk="0" h="120000" w="1">
                  <a:moveTo>
                    <a:pt x="0" y="0"/>
                  </a:moveTo>
                  <a:close/>
                </a:path>
              </a:pathLst>
            </a:custGeom>
            <a:solidFill>
              <a:srgbClr val="FAB69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4" name="Google Shape;154;p4"/>
            <p:cNvSpPr/>
            <p:nvPr/>
          </p:nvSpPr>
          <p:spPr>
            <a:xfrm>
              <a:off x="1320400" y="3076950"/>
              <a:ext cx="893100" cy="938450"/>
            </a:xfrm>
            <a:custGeom>
              <a:rect b="b" l="l" r="r" t="t"/>
              <a:pathLst>
                <a:path extrusionOk="0" h="37538" w="35724">
                  <a:moveTo>
                    <a:pt x="13169" y="1"/>
                  </a:moveTo>
                  <a:cubicBezTo>
                    <a:pt x="8746" y="1"/>
                    <a:pt x="3864" y="6217"/>
                    <a:pt x="3864" y="6217"/>
                  </a:cubicBezTo>
                  <a:cubicBezTo>
                    <a:pt x="1" y="10049"/>
                    <a:pt x="2091" y="13469"/>
                    <a:pt x="4941" y="15306"/>
                  </a:cubicBezTo>
                  <a:cubicBezTo>
                    <a:pt x="5434" y="15624"/>
                    <a:pt x="5952" y="15760"/>
                    <a:pt x="6487" y="15760"/>
                  </a:cubicBezTo>
                  <a:cubicBezTo>
                    <a:pt x="9043" y="15760"/>
                    <a:pt x="11986" y="12640"/>
                    <a:pt x="14473" y="11252"/>
                  </a:cubicBezTo>
                  <a:cubicBezTo>
                    <a:pt x="15233" y="13057"/>
                    <a:pt x="17102" y="17934"/>
                    <a:pt x="20776" y="19011"/>
                  </a:cubicBezTo>
                  <a:cubicBezTo>
                    <a:pt x="12035" y="28575"/>
                    <a:pt x="9216" y="37537"/>
                    <a:pt x="9216" y="37537"/>
                  </a:cubicBezTo>
                  <a:cubicBezTo>
                    <a:pt x="9216" y="37537"/>
                    <a:pt x="22517" y="36271"/>
                    <a:pt x="26888" y="32439"/>
                  </a:cubicBezTo>
                  <a:cubicBezTo>
                    <a:pt x="31258" y="28607"/>
                    <a:pt x="35723" y="17776"/>
                    <a:pt x="33000" y="13279"/>
                  </a:cubicBezTo>
                  <a:cubicBezTo>
                    <a:pt x="30308" y="8782"/>
                    <a:pt x="17957" y="263"/>
                    <a:pt x="13460" y="10"/>
                  </a:cubicBezTo>
                  <a:cubicBezTo>
                    <a:pt x="13363" y="3"/>
                    <a:pt x="13267" y="1"/>
                    <a:pt x="13169" y="1"/>
                  </a:cubicBezTo>
                  <a:close/>
                </a:path>
              </a:pathLst>
            </a:custGeom>
            <a:solidFill>
              <a:srgbClr val="FFBF9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5" name="Google Shape;155;p4"/>
            <p:cNvSpPr/>
            <p:nvPr/>
          </p:nvSpPr>
          <p:spPr>
            <a:xfrm>
              <a:off x="1372650" y="3133400"/>
              <a:ext cx="719700" cy="882000"/>
            </a:xfrm>
            <a:custGeom>
              <a:rect b="b" l="l" r="r" t="t"/>
              <a:pathLst>
                <a:path extrusionOk="0" h="35280" w="28788">
                  <a:moveTo>
                    <a:pt x="5765" y="0"/>
                  </a:moveTo>
                  <a:cubicBezTo>
                    <a:pt x="3484" y="1774"/>
                    <a:pt x="1774" y="3959"/>
                    <a:pt x="1774" y="3959"/>
                  </a:cubicBezTo>
                  <a:cubicBezTo>
                    <a:pt x="888" y="4845"/>
                    <a:pt x="317" y="5701"/>
                    <a:pt x="1" y="6492"/>
                  </a:cubicBezTo>
                  <a:cubicBezTo>
                    <a:pt x="634" y="7917"/>
                    <a:pt x="1743" y="10324"/>
                    <a:pt x="2946" y="13111"/>
                  </a:cubicBezTo>
                  <a:cubicBezTo>
                    <a:pt x="3417" y="13394"/>
                    <a:pt x="3910" y="13516"/>
                    <a:pt x="4416" y="13516"/>
                  </a:cubicBezTo>
                  <a:cubicBezTo>
                    <a:pt x="6973" y="13516"/>
                    <a:pt x="9899" y="10395"/>
                    <a:pt x="12383" y="8994"/>
                  </a:cubicBezTo>
                  <a:cubicBezTo>
                    <a:pt x="13143" y="10799"/>
                    <a:pt x="15012" y="15708"/>
                    <a:pt x="18686" y="16753"/>
                  </a:cubicBezTo>
                  <a:cubicBezTo>
                    <a:pt x="9945" y="26349"/>
                    <a:pt x="7126" y="35279"/>
                    <a:pt x="7126" y="35279"/>
                  </a:cubicBezTo>
                  <a:cubicBezTo>
                    <a:pt x="7126" y="35279"/>
                    <a:pt x="20427" y="34013"/>
                    <a:pt x="24798" y="30181"/>
                  </a:cubicBezTo>
                  <a:cubicBezTo>
                    <a:pt x="26223" y="28945"/>
                    <a:pt x="27616" y="26982"/>
                    <a:pt x="28788" y="24734"/>
                  </a:cubicBezTo>
                  <a:cubicBezTo>
                    <a:pt x="27616" y="24734"/>
                    <a:pt x="25874" y="24860"/>
                    <a:pt x="23436" y="25209"/>
                  </a:cubicBezTo>
                  <a:cubicBezTo>
                    <a:pt x="22716" y="25315"/>
                    <a:pt x="22049" y="25365"/>
                    <a:pt x="21440" y="25365"/>
                  </a:cubicBezTo>
                  <a:cubicBezTo>
                    <a:pt x="17330" y="25365"/>
                    <a:pt x="15814" y="23077"/>
                    <a:pt x="18020" y="20237"/>
                  </a:cubicBezTo>
                  <a:cubicBezTo>
                    <a:pt x="20554" y="16943"/>
                    <a:pt x="24323" y="15455"/>
                    <a:pt x="23214" y="15455"/>
                  </a:cubicBezTo>
                  <a:cubicBezTo>
                    <a:pt x="22106" y="15455"/>
                    <a:pt x="16975" y="14124"/>
                    <a:pt x="15709" y="12636"/>
                  </a:cubicBezTo>
                  <a:cubicBezTo>
                    <a:pt x="14410" y="11116"/>
                    <a:pt x="13555" y="7284"/>
                    <a:pt x="12510" y="3769"/>
                  </a:cubicBezTo>
                  <a:cubicBezTo>
                    <a:pt x="11983" y="4786"/>
                    <a:pt x="11657" y="5780"/>
                    <a:pt x="11293" y="5780"/>
                  </a:cubicBezTo>
                  <a:cubicBezTo>
                    <a:pt x="11045" y="5780"/>
                    <a:pt x="10779" y="5318"/>
                    <a:pt x="10420" y="4085"/>
                  </a:cubicBezTo>
                  <a:cubicBezTo>
                    <a:pt x="9755" y="1837"/>
                    <a:pt x="7285" y="602"/>
                    <a:pt x="5765" y="0"/>
                  </a:cubicBezTo>
                  <a:close/>
                </a:path>
              </a:pathLst>
            </a:custGeom>
            <a:solidFill>
              <a:srgbClr val="FFBF9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6" name="Google Shape;156;p4"/>
            <p:cNvSpPr/>
            <p:nvPr/>
          </p:nvSpPr>
          <p:spPr>
            <a:xfrm>
              <a:off x="-11275" y="3173075"/>
              <a:ext cx="2943200" cy="1676800"/>
            </a:xfrm>
            <a:custGeom>
              <a:rect b="b" l="l" r="r" t="t"/>
              <a:pathLst>
                <a:path extrusionOk="0" h="67072" w="117728">
                  <a:moveTo>
                    <a:pt x="59848" y="0"/>
                  </a:moveTo>
                  <a:cubicBezTo>
                    <a:pt x="56768" y="0"/>
                    <a:pt x="52443" y="2176"/>
                    <a:pt x="47282" y="8801"/>
                  </a:cubicBezTo>
                  <a:cubicBezTo>
                    <a:pt x="44115" y="13899"/>
                    <a:pt x="42152" y="16053"/>
                    <a:pt x="35913" y="17541"/>
                  </a:cubicBezTo>
                  <a:cubicBezTo>
                    <a:pt x="28661" y="19251"/>
                    <a:pt x="24829" y="18650"/>
                    <a:pt x="18780" y="32077"/>
                  </a:cubicBezTo>
                  <a:cubicBezTo>
                    <a:pt x="16405" y="37398"/>
                    <a:pt x="0" y="46075"/>
                    <a:pt x="0" y="46075"/>
                  </a:cubicBezTo>
                  <a:lnTo>
                    <a:pt x="9849" y="67071"/>
                  </a:lnTo>
                  <a:cubicBezTo>
                    <a:pt x="9849" y="67071"/>
                    <a:pt x="48581" y="49717"/>
                    <a:pt x="58176" y="48133"/>
                  </a:cubicBezTo>
                  <a:cubicBezTo>
                    <a:pt x="67772" y="46518"/>
                    <a:pt x="71921" y="45980"/>
                    <a:pt x="89244" y="37683"/>
                  </a:cubicBezTo>
                  <a:cubicBezTo>
                    <a:pt x="104793" y="30209"/>
                    <a:pt x="110209" y="26978"/>
                    <a:pt x="114389" y="25237"/>
                  </a:cubicBezTo>
                  <a:cubicBezTo>
                    <a:pt x="117727" y="23861"/>
                    <a:pt x="114709" y="19121"/>
                    <a:pt x="107775" y="19121"/>
                  </a:cubicBezTo>
                  <a:cubicBezTo>
                    <a:pt x="106092" y="19121"/>
                    <a:pt x="104179" y="19400"/>
                    <a:pt x="102070" y="20075"/>
                  </a:cubicBezTo>
                  <a:cubicBezTo>
                    <a:pt x="88294" y="24508"/>
                    <a:pt x="82752" y="26472"/>
                    <a:pt x="68532" y="29290"/>
                  </a:cubicBezTo>
                  <a:cubicBezTo>
                    <a:pt x="66732" y="29650"/>
                    <a:pt x="64885" y="29898"/>
                    <a:pt x="63035" y="29898"/>
                  </a:cubicBezTo>
                  <a:cubicBezTo>
                    <a:pt x="62280" y="29898"/>
                    <a:pt x="61525" y="29857"/>
                    <a:pt x="60773" y="29765"/>
                  </a:cubicBezTo>
                  <a:cubicBezTo>
                    <a:pt x="52571" y="28752"/>
                    <a:pt x="50702" y="24002"/>
                    <a:pt x="55991" y="19156"/>
                  </a:cubicBezTo>
                  <a:cubicBezTo>
                    <a:pt x="61407" y="14216"/>
                    <a:pt x="65239" y="8547"/>
                    <a:pt x="64954" y="4335"/>
                  </a:cubicBezTo>
                  <a:cubicBezTo>
                    <a:pt x="64810" y="2232"/>
                    <a:pt x="62967" y="0"/>
                    <a:pt x="59848" y="0"/>
                  </a:cubicBezTo>
                  <a:close/>
                </a:path>
              </a:pathLst>
            </a:custGeom>
            <a:solidFill>
              <a:srgbClr val="FFCAA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7" name="Google Shape;157;p4"/>
            <p:cNvSpPr/>
            <p:nvPr/>
          </p:nvSpPr>
          <p:spPr>
            <a:xfrm>
              <a:off x="1321975" y="3172925"/>
              <a:ext cx="292175" cy="297700"/>
            </a:xfrm>
            <a:custGeom>
              <a:rect b="b" l="l" r="r" t="t"/>
              <a:pathLst>
                <a:path extrusionOk="0" h="11908" w="11687">
                  <a:moveTo>
                    <a:pt x="6506" y="0"/>
                  </a:moveTo>
                  <a:cubicBezTo>
                    <a:pt x="6287" y="0"/>
                    <a:pt x="6060" y="11"/>
                    <a:pt x="5828" y="34"/>
                  </a:cubicBezTo>
                  <a:cubicBezTo>
                    <a:pt x="4023" y="889"/>
                    <a:pt x="2123" y="2441"/>
                    <a:pt x="539" y="4880"/>
                  </a:cubicBezTo>
                  <a:cubicBezTo>
                    <a:pt x="1" y="5735"/>
                    <a:pt x="64" y="6875"/>
                    <a:pt x="698" y="7666"/>
                  </a:cubicBezTo>
                  <a:cubicBezTo>
                    <a:pt x="1743" y="8997"/>
                    <a:pt x="3516" y="10928"/>
                    <a:pt x="5575" y="11752"/>
                  </a:cubicBezTo>
                  <a:cubicBezTo>
                    <a:pt x="5842" y="11857"/>
                    <a:pt x="6124" y="11907"/>
                    <a:pt x="6405" y="11907"/>
                  </a:cubicBezTo>
                  <a:cubicBezTo>
                    <a:pt x="7057" y="11907"/>
                    <a:pt x="7707" y="11637"/>
                    <a:pt x="8172" y="11150"/>
                  </a:cubicBezTo>
                  <a:cubicBezTo>
                    <a:pt x="9122" y="10168"/>
                    <a:pt x="10357" y="8712"/>
                    <a:pt x="11307" y="7096"/>
                  </a:cubicBezTo>
                  <a:cubicBezTo>
                    <a:pt x="11592" y="6146"/>
                    <a:pt x="11687" y="5228"/>
                    <a:pt x="11624" y="4341"/>
                  </a:cubicBezTo>
                  <a:cubicBezTo>
                    <a:pt x="11505" y="2240"/>
                    <a:pt x="9644" y="0"/>
                    <a:pt x="6506" y="0"/>
                  </a:cubicBezTo>
                  <a:close/>
                </a:path>
              </a:pathLst>
            </a:custGeom>
            <a:solidFill>
              <a:srgbClr val="FFEAD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8" name="Google Shape;158;p4"/>
            <p:cNvSpPr/>
            <p:nvPr/>
          </p:nvSpPr>
          <p:spPr>
            <a:xfrm>
              <a:off x="2644175" y="3699475"/>
              <a:ext cx="252575" cy="201900"/>
            </a:xfrm>
            <a:custGeom>
              <a:rect b="b" l="l" r="r" t="t"/>
              <a:pathLst>
                <a:path extrusionOk="0" h="8076" w="10103">
                  <a:moveTo>
                    <a:pt x="8044" y="0"/>
                  </a:moveTo>
                  <a:cubicBezTo>
                    <a:pt x="5542" y="729"/>
                    <a:pt x="2629" y="1679"/>
                    <a:pt x="1425" y="2439"/>
                  </a:cubicBezTo>
                  <a:cubicBezTo>
                    <a:pt x="0" y="3294"/>
                    <a:pt x="64" y="6334"/>
                    <a:pt x="222" y="8076"/>
                  </a:cubicBezTo>
                  <a:cubicBezTo>
                    <a:pt x="3832" y="6207"/>
                    <a:pt x="6144" y="5036"/>
                    <a:pt x="8171" y="4181"/>
                  </a:cubicBezTo>
                  <a:cubicBezTo>
                    <a:pt x="10103" y="3389"/>
                    <a:pt x="9913" y="1489"/>
                    <a:pt x="8044" y="0"/>
                  </a:cubicBezTo>
                  <a:close/>
                </a:path>
              </a:pathLst>
            </a:custGeom>
            <a:solidFill>
              <a:srgbClr val="FFEAD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59" name="Google Shape;159;p4"/>
            <p:cNvSpPr/>
            <p:nvPr/>
          </p:nvSpPr>
          <p:spPr>
            <a:xfrm>
              <a:off x="2517500" y="3321425"/>
              <a:ext cx="205875" cy="290200"/>
            </a:xfrm>
            <a:custGeom>
              <a:rect b="b" l="l" r="r" t="t"/>
              <a:pathLst>
                <a:path extrusionOk="0" h="11608" w="8235">
                  <a:moveTo>
                    <a:pt x="4113" y="0"/>
                  </a:moveTo>
                  <a:cubicBezTo>
                    <a:pt x="4070" y="0"/>
                    <a:pt x="4022" y="16"/>
                    <a:pt x="3991" y="48"/>
                  </a:cubicBezTo>
                  <a:lnTo>
                    <a:pt x="982" y="4830"/>
                  </a:lnTo>
                  <a:lnTo>
                    <a:pt x="950" y="4830"/>
                  </a:lnTo>
                  <a:cubicBezTo>
                    <a:pt x="349" y="5558"/>
                    <a:pt x="0" y="6477"/>
                    <a:pt x="0" y="7490"/>
                  </a:cubicBezTo>
                  <a:cubicBezTo>
                    <a:pt x="0" y="9517"/>
                    <a:pt x="1457" y="11195"/>
                    <a:pt x="3389" y="11544"/>
                  </a:cubicBezTo>
                  <a:cubicBezTo>
                    <a:pt x="3421" y="11544"/>
                    <a:pt x="3452" y="11544"/>
                    <a:pt x="3484" y="11575"/>
                  </a:cubicBezTo>
                  <a:lnTo>
                    <a:pt x="3674" y="11575"/>
                  </a:lnTo>
                  <a:cubicBezTo>
                    <a:pt x="3706" y="11607"/>
                    <a:pt x="3706" y="11607"/>
                    <a:pt x="3737" y="11607"/>
                  </a:cubicBezTo>
                  <a:lnTo>
                    <a:pt x="4307" y="11607"/>
                  </a:lnTo>
                  <a:cubicBezTo>
                    <a:pt x="4339" y="11607"/>
                    <a:pt x="4402" y="11607"/>
                    <a:pt x="4434" y="11575"/>
                  </a:cubicBezTo>
                  <a:lnTo>
                    <a:pt x="4719" y="11575"/>
                  </a:lnTo>
                  <a:cubicBezTo>
                    <a:pt x="6714" y="11259"/>
                    <a:pt x="8234" y="9549"/>
                    <a:pt x="8234" y="7490"/>
                  </a:cubicBezTo>
                  <a:cubicBezTo>
                    <a:pt x="8234" y="6508"/>
                    <a:pt x="7886" y="5590"/>
                    <a:pt x="7284" y="4862"/>
                  </a:cubicBezTo>
                  <a:lnTo>
                    <a:pt x="4212" y="48"/>
                  </a:lnTo>
                  <a:cubicBezTo>
                    <a:pt x="4196" y="16"/>
                    <a:pt x="4157" y="0"/>
                    <a:pt x="4113" y="0"/>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0" name="Google Shape;160;p4"/>
            <p:cNvSpPr/>
            <p:nvPr/>
          </p:nvSpPr>
          <p:spPr>
            <a:xfrm>
              <a:off x="2522250" y="3449300"/>
              <a:ext cx="201125" cy="162325"/>
            </a:xfrm>
            <a:custGeom>
              <a:rect b="b" l="l" r="r" t="t"/>
              <a:pathLst>
                <a:path extrusionOk="0" h="6493" w="8045">
                  <a:moveTo>
                    <a:pt x="7284" y="0"/>
                  </a:moveTo>
                  <a:cubicBezTo>
                    <a:pt x="6821" y="1597"/>
                    <a:pt x="5582" y="4074"/>
                    <a:pt x="2460" y="4074"/>
                  </a:cubicBezTo>
                  <a:cubicBezTo>
                    <a:pt x="1744" y="4074"/>
                    <a:pt x="928" y="3943"/>
                    <a:pt x="0" y="3642"/>
                  </a:cubicBezTo>
                  <a:lnTo>
                    <a:pt x="0" y="3642"/>
                  </a:lnTo>
                  <a:cubicBezTo>
                    <a:pt x="475" y="5067"/>
                    <a:pt x="1679" y="6175"/>
                    <a:pt x="3199" y="6429"/>
                  </a:cubicBezTo>
                  <a:cubicBezTo>
                    <a:pt x="3231" y="6429"/>
                    <a:pt x="3262" y="6429"/>
                    <a:pt x="3294" y="6460"/>
                  </a:cubicBezTo>
                  <a:lnTo>
                    <a:pt x="3547" y="6460"/>
                  </a:lnTo>
                  <a:cubicBezTo>
                    <a:pt x="3579" y="6492"/>
                    <a:pt x="3611" y="6492"/>
                    <a:pt x="3642" y="6492"/>
                  </a:cubicBezTo>
                  <a:lnTo>
                    <a:pt x="4117" y="6492"/>
                  </a:lnTo>
                  <a:cubicBezTo>
                    <a:pt x="4149" y="6492"/>
                    <a:pt x="4212" y="6460"/>
                    <a:pt x="4244" y="6460"/>
                  </a:cubicBezTo>
                  <a:lnTo>
                    <a:pt x="4307" y="6460"/>
                  </a:lnTo>
                  <a:lnTo>
                    <a:pt x="4529" y="6429"/>
                  </a:lnTo>
                  <a:cubicBezTo>
                    <a:pt x="6524" y="6144"/>
                    <a:pt x="8044" y="4434"/>
                    <a:pt x="8044" y="2375"/>
                  </a:cubicBezTo>
                  <a:cubicBezTo>
                    <a:pt x="8044" y="1488"/>
                    <a:pt x="7759" y="665"/>
                    <a:pt x="7284" y="0"/>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1" name="Google Shape;161;p4"/>
            <p:cNvSpPr/>
            <p:nvPr/>
          </p:nvSpPr>
          <p:spPr>
            <a:xfrm>
              <a:off x="2547700" y="3374075"/>
              <a:ext cx="56900" cy="115475"/>
            </a:xfrm>
            <a:custGeom>
              <a:rect b="b" l="l" r="r" t="t"/>
              <a:pathLst>
                <a:path extrusionOk="0" h="4619" w="2276">
                  <a:moveTo>
                    <a:pt x="2276" y="0"/>
                  </a:moveTo>
                  <a:cubicBezTo>
                    <a:pt x="2272" y="4"/>
                    <a:pt x="2268" y="9"/>
                    <a:pt x="2265" y="14"/>
                  </a:cubicBezTo>
                  <a:lnTo>
                    <a:pt x="2265" y="14"/>
                  </a:lnTo>
                  <a:cubicBezTo>
                    <a:pt x="2272" y="5"/>
                    <a:pt x="2276" y="0"/>
                    <a:pt x="2276" y="0"/>
                  </a:cubicBezTo>
                  <a:close/>
                  <a:moveTo>
                    <a:pt x="2265" y="14"/>
                  </a:moveTo>
                  <a:cubicBezTo>
                    <a:pt x="2103" y="219"/>
                    <a:pt x="149" y="2708"/>
                    <a:pt x="27" y="3801"/>
                  </a:cubicBezTo>
                  <a:cubicBezTo>
                    <a:pt x="0" y="4292"/>
                    <a:pt x="255" y="4618"/>
                    <a:pt x="690" y="4618"/>
                  </a:cubicBezTo>
                  <a:cubicBezTo>
                    <a:pt x="760" y="4618"/>
                    <a:pt x="835" y="4610"/>
                    <a:pt x="914" y="4592"/>
                  </a:cubicBezTo>
                  <a:cubicBezTo>
                    <a:pt x="2022" y="4339"/>
                    <a:pt x="2149" y="3072"/>
                    <a:pt x="2213" y="2154"/>
                  </a:cubicBezTo>
                  <a:cubicBezTo>
                    <a:pt x="2244" y="1647"/>
                    <a:pt x="2276" y="1172"/>
                    <a:pt x="2276" y="697"/>
                  </a:cubicBezTo>
                  <a:cubicBezTo>
                    <a:pt x="2276" y="576"/>
                    <a:pt x="2188" y="134"/>
                    <a:pt x="2265" y="14"/>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2" name="Google Shape;162;p4"/>
            <p:cNvSpPr/>
            <p:nvPr/>
          </p:nvSpPr>
          <p:spPr>
            <a:xfrm>
              <a:off x="1092375" y="3594175"/>
              <a:ext cx="661925" cy="381350"/>
            </a:xfrm>
            <a:custGeom>
              <a:rect b="b" l="l" r="r" t="t"/>
              <a:pathLst>
                <a:path extrusionOk="0" h="15254" w="26477">
                  <a:moveTo>
                    <a:pt x="26476" y="12003"/>
                  </a:moveTo>
                  <a:cubicBezTo>
                    <a:pt x="26469" y="12003"/>
                    <a:pt x="26464" y="12004"/>
                    <a:pt x="26460" y="12007"/>
                  </a:cubicBezTo>
                  <a:lnTo>
                    <a:pt x="26460" y="12007"/>
                  </a:lnTo>
                  <a:cubicBezTo>
                    <a:pt x="26465" y="12005"/>
                    <a:pt x="26471" y="12004"/>
                    <a:pt x="26476" y="12003"/>
                  </a:cubicBezTo>
                  <a:close/>
                  <a:moveTo>
                    <a:pt x="14220" y="0"/>
                  </a:moveTo>
                  <a:cubicBezTo>
                    <a:pt x="14189" y="32"/>
                    <a:pt x="7855" y="5226"/>
                    <a:pt x="5575" y="8139"/>
                  </a:cubicBezTo>
                  <a:cubicBezTo>
                    <a:pt x="3295" y="11053"/>
                    <a:pt x="1" y="13396"/>
                    <a:pt x="3200" y="14853"/>
                  </a:cubicBezTo>
                  <a:cubicBezTo>
                    <a:pt x="3822" y="15133"/>
                    <a:pt x="4912" y="15253"/>
                    <a:pt x="6298" y="15253"/>
                  </a:cubicBezTo>
                  <a:cubicBezTo>
                    <a:pt x="11956" y="15253"/>
                    <a:pt x="22546" y="13256"/>
                    <a:pt x="26413" y="12035"/>
                  </a:cubicBezTo>
                  <a:cubicBezTo>
                    <a:pt x="26438" y="12035"/>
                    <a:pt x="26443" y="12015"/>
                    <a:pt x="26460" y="12007"/>
                  </a:cubicBezTo>
                  <a:lnTo>
                    <a:pt x="26460" y="12007"/>
                  </a:lnTo>
                  <a:cubicBezTo>
                    <a:pt x="25768" y="12164"/>
                    <a:pt x="25077" y="12321"/>
                    <a:pt x="24386" y="12446"/>
                  </a:cubicBezTo>
                  <a:cubicBezTo>
                    <a:pt x="22564" y="12806"/>
                    <a:pt x="20726" y="13054"/>
                    <a:pt x="18883" y="13054"/>
                  </a:cubicBezTo>
                  <a:cubicBezTo>
                    <a:pt x="18132" y="13054"/>
                    <a:pt x="17379" y="13013"/>
                    <a:pt x="16627" y="12921"/>
                  </a:cubicBezTo>
                  <a:cubicBezTo>
                    <a:pt x="8425" y="11908"/>
                    <a:pt x="6556" y="7158"/>
                    <a:pt x="11845" y="2312"/>
                  </a:cubicBezTo>
                  <a:cubicBezTo>
                    <a:pt x="12669" y="1552"/>
                    <a:pt x="13460" y="792"/>
                    <a:pt x="14220" y="0"/>
                  </a:cubicBezTo>
                  <a:close/>
                </a:path>
              </a:pathLst>
            </a:custGeom>
            <a:solidFill>
              <a:srgbClr val="FFCAA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3" name="Google Shape;163;p4"/>
            <p:cNvSpPr/>
            <p:nvPr/>
          </p:nvSpPr>
          <p:spPr>
            <a:xfrm>
              <a:off x="-11275" y="4100075"/>
              <a:ext cx="2262775" cy="749800"/>
            </a:xfrm>
            <a:custGeom>
              <a:rect b="b" l="l" r="r" t="t"/>
              <a:pathLst>
                <a:path extrusionOk="0" h="29992" w="90511">
                  <a:moveTo>
                    <a:pt x="90510" y="1"/>
                  </a:moveTo>
                  <a:lnTo>
                    <a:pt x="90510" y="1"/>
                  </a:lnTo>
                  <a:cubicBezTo>
                    <a:pt x="85792" y="1489"/>
                    <a:pt x="77146" y="4181"/>
                    <a:pt x="71066" y="5765"/>
                  </a:cubicBezTo>
                  <a:cubicBezTo>
                    <a:pt x="62293" y="8045"/>
                    <a:pt x="47536" y="6905"/>
                    <a:pt x="38225" y="10990"/>
                  </a:cubicBezTo>
                  <a:cubicBezTo>
                    <a:pt x="31217" y="14075"/>
                    <a:pt x="21589" y="17631"/>
                    <a:pt x="14677" y="17631"/>
                  </a:cubicBezTo>
                  <a:cubicBezTo>
                    <a:pt x="12437" y="17631"/>
                    <a:pt x="10482" y="17257"/>
                    <a:pt x="8994" y="16374"/>
                  </a:cubicBezTo>
                  <a:cubicBezTo>
                    <a:pt x="5036" y="14030"/>
                    <a:pt x="4624" y="9375"/>
                    <a:pt x="4624" y="6366"/>
                  </a:cubicBezTo>
                  <a:cubicBezTo>
                    <a:pt x="1964" y="7950"/>
                    <a:pt x="0" y="8995"/>
                    <a:pt x="0" y="8995"/>
                  </a:cubicBezTo>
                  <a:lnTo>
                    <a:pt x="9849" y="29991"/>
                  </a:lnTo>
                  <a:cubicBezTo>
                    <a:pt x="9849" y="29991"/>
                    <a:pt x="48581" y="12637"/>
                    <a:pt x="58176" y="11053"/>
                  </a:cubicBezTo>
                  <a:cubicBezTo>
                    <a:pt x="67772" y="9438"/>
                    <a:pt x="71921" y="8900"/>
                    <a:pt x="89244" y="603"/>
                  </a:cubicBezTo>
                  <a:cubicBezTo>
                    <a:pt x="89687" y="381"/>
                    <a:pt x="90099" y="191"/>
                    <a:pt x="90510" y="1"/>
                  </a:cubicBezTo>
                  <a:close/>
                </a:path>
              </a:pathLst>
            </a:custGeom>
            <a:solidFill>
              <a:srgbClr val="FFCAA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4" name="Google Shape;164;p4"/>
            <p:cNvSpPr/>
            <p:nvPr/>
          </p:nvSpPr>
          <p:spPr>
            <a:xfrm>
              <a:off x="3469950" y="3785775"/>
              <a:ext cx="353125" cy="353125"/>
            </a:xfrm>
            <a:custGeom>
              <a:rect b="b" l="l" r="r" t="t"/>
              <a:pathLst>
                <a:path extrusionOk="0" h="14125" w="14125">
                  <a:moveTo>
                    <a:pt x="12098" y="2027"/>
                  </a:moveTo>
                  <a:cubicBezTo>
                    <a:pt x="14125" y="4054"/>
                    <a:pt x="13523" y="7949"/>
                    <a:pt x="10736" y="10736"/>
                  </a:cubicBezTo>
                  <a:cubicBezTo>
                    <a:pt x="7949" y="13523"/>
                    <a:pt x="4054" y="14125"/>
                    <a:pt x="2027" y="12098"/>
                  </a:cubicBezTo>
                  <a:cubicBezTo>
                    <a:pt x="0" y="10071"/>
                    <a:pt x="602" y="6176"/>
                    <a:pt x="3389" y="3389"/>
                  </a:cubicBezTo>
                  <a:cubicBezTo>
                    <a:pt x="6176" y="602"/>
                    <a:pt x="10071" y="0"/>
                    <a:pt x="12098" y="2027"/>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5" name="Google Shape;165;p4"/>
            <p:cNvSpPr/>
            <p:nvPr/>
          </p:nvSpPr>
          <p:spPr>
            <a:xfrm>
              <a:off x="3486575" y="3890275"/>
              <a:ext cx="323050" cy="248625"/>
            </a:xfrm>
            <a:custGeom>
              <a:rect b="b" l="l" r="r" t="t"/>
              <a:pathLst>
                <a:path extrusionOk="0" h="9945" w="12922">
                  <a:moveTo>
                    <a:pt x="10071" y="4593"/>
                  </a:moveTo>
                  <a:cubicBezTo>
                    <a:pt x="7284" y="7379"/>
                    <a:pt x="3389" y="7981"/>
                    <a:pt x="1362" y="5954"/>
                  </a:cubicBezTo>
                  <a:cubicBezTo>
                    <a:pt x="760" y="5353"/>
                    <a:pt x="412" y="4624"/>
                    <a:pt x="254" y="3801"/>
                  </a:cubicBezTo>
                  <a:cubicBezTo>
                    <a:pt x="0" y="5384"/>
                    <a:pt x="349" y="6904"/>
                    <a:pt x="1362" y="7918"/>
                  </a:cubicBezTo>
                  <a:cubicBezTo>
                    <a:pt x="3389" y="9945"/>
                    <a:pt x="7284" y="9343"/>
                    <a:pt x="10071" y="6556"/>
                  </a:cubicBezTo>
                  <a:cubicBezTo>
                    <a:pt x="12034" y="4561"/>
                    <a:pt x="12921" y="2027"/>
                    <a:pt x="12541" y="1"/>
                  </a:cubicBezTo>
                  <a:cubicBezTo>
                    <a:pt x="12288" y="1552"/>
                    <a:pt x="11464" y="3231"/>
                    <a:pt x="10071" y="4593"/>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6" name="Google Shape;166;p4"/>
            <p:cNvSpPr/>
            <p:nvPr/>
          </p:nvSpPr>
          <p:spPr>
            <a:xfrm>
              <a:off x="3523775" y="3839600"/>
              <a:ext cx="219325" cy="219350"/>
            </a:xfrm>
            <a:custGeom>
              <a:rect b="b" l="l" r="r" t="t"/>
              <a:pathLst>
                <a:path extrusionOk="0" h="8774" w="8773">
                  <a:moveTo>
                    <a:pt x="7601" y="1204"/>
                  </a:moveTo>
                  <a:cubicBezTo>
                    <a:pt x="8773" y="2408"/>
                    <a:pt x="8330" y="4814"/>
                    <a:pt x="6588" y="6556"/>
                  </a:cubicBezTo>
                  <a:cubicBezTo>
                    <a:pt x="4814" y="8330"/>
                    <a:pt x="2407" y="8773"/>
                    <a:pt x="1204" y="7570"/>
                  </a:cubicBezTo>
                  <a:cubicBezTo>
                    <a:pt x="1" y="6366"/>
                    <a:pt x="856" y="4371"/>
                    <a:pt x="2629" y="2629"/>
                  </a:cubicBezTo>
                  <a:cubicBezTo>
                    <a:pt x="4403" y="856"/>
                    <a:pt x="6398" y="1"/>
                    <a:pt x="7601" y="1204"/>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7" name="Google Shape;167;p4"/>
            <p:cNvSpPr/>
            <p:nvPr/>
          </p:nvSpPr>
          <p:spPr>
            <a:xfrm>
              <a:off x="3720925" y="3823275"/>
              <a:ext cx="40400" cy="28225"/>
            </a:xfrm>
            <a:custGeom>
              <a:rect b="b" l="l" r="r" t="t"/>
              <a:pathLst>
                <a:path extrusionOk="0" h="1129" w="1616">
                  <a:moveTo>
                    <a:pt x="449" y="1"/>
                  </a:moveTo>
                  <a:cubicBezTo>
                    <a:pt x="293" y="1"/>
                    <a:pt x="139" y="92"/>
                    <a:pt x="64" y="242"/>
                  </a:cubicBezTo>
                  <a:cubicBezTo>
                    <a:pt x="0" y="464"/>
                    <a:pt x="95" y="685"/>
                    <a:pt x="285" y="749"/>
                  </a:cubicBezTo>
                  <a:cubicBezTo>
                    <a:pt x="539" y="844"/>
                    <a:pt x="760" y="939"/>
                    <a:pt x="982" y="1065"/>
                  </a:cubicBezTo>
                  <a:cubicBezTo>
                    <a:pt x="1045" y="1129"/>
                    <a:pt x="1109" y="1129"/>
                    <a:pt x="1172" y="1129"/>
                  </a:cubicBezTo>
                  <a:cubicBezTo>
                    <a:pt x="1330" y="1129"/>
                    <a:pt x="1457" y="1065"/>
                    <a:pt x="1520" y="939"/>
                  </a:cubicBezTo>
                  <a:cubicBezTo>
                    <a:pt x="1615" y="749"/>
                    <a:pt x="1552" y="495"/>
                    <a:pt x="1362" y="400"/>
                  </a:cubicBezTo>
                  <a:cubicBezTo>
                    <a:pt x="1109" y="242"/>
                    <a:pt x="855" y="115"/>
                    <a:pt x="570" y="20"/>
                  </a:cubicBezTo>
                  <a:cubicBezTo>
                    <a:pt x="531" y="7"/>
                    <a:pt x="490" y="1"/>
                    <a:pt x="449" y="1"/>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8" name="Google Shape;168;p4"/>
            <p:cNvSpPr/>
            <p:nvPr/>
          </p:nvSpPr>
          <p:spPr>
            <a:xfrm>
              <a:off x="3580000" y="3815700"/>
              <a:ext cx="129075" cy="60350"/>
            </a:xfrm>
            <a:custGeom>
              <a:rect b="b" l="l" r="r" t="t"/>
              <a:pathLst>
                <a:path extrusionOk="0" h="2414" w="5163">
                  <a:moveTo>
                    <a:pt x="4522" y="0"/>
                  </a:moveTo>
                  <a:cubicBezTo>
                    <a:pt x="2113" y="0"/>
                    <a:pt x="251" y="1656"/>
                    <a:pt x="190" y="1717"/>
                  </a:cubicBezTo>
                  <a:cubicBezTo>
                    <a:pt x="0" y="1875"/>
                    <a:pt x="0" y="2097"/>
                    <a:pt x="158" y="2287"/>
                  </a:cubicBezTo>
                  <a:cubicBezTo>
                    <a:pt x="222" y="2350"/>
                    <a:pt x="349" y="2414"/>
                    <a:pt x="444" y="2414"/>
                  </a:cubicBezTo>
                  <a:cubicBezTo>
                    <a:pt x="539" y="2414"/>
                    <a:pt x="634" y="2382"/>
                    <a:pt x="697" y="2287"/>
                  </a:cubicBezTo>
                  <a:cubicBezTo>
                    <a:pt x="727" y="2287"/>
                    <a:pt x="2400" y="791"/>
                    <a:pt x="4473" y="791"/>
                  </a:cubicBezTo>
                  <a:cubicBezTo>
                    <a:pt x="4554" y="791"/>
                    <a:pt x="4636" y="794"/>
                    <a:pt x="4719" y="798"/>
                  </a:cubicBezTo>
                  <a:cubicBezTo>
                    <a:pt x="4941" y="798"/>
                    <a:pt x="5131" y="640"/>
                    <a:pt x="5131" y="418"/>
                  </a:cubicBezTo>
                  <a:cubicBezTo>
                    <a:pt x="5162" y="197"/>
                    <a:pt x="5004" y="7"/>
                    <a:pt x="4782" y="7"/>
                  </a:cubicBezTo>
                  <a:cubicBezTo>
                    <a:pt x="4695" y="2"/>
                    <a:pt x="4608" y="0"/>
                    <a:pt x="4522" y="0"/>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69" name="Google Shape;169;p4"/>
            <p:cNvSpPr/>
            <p:nvPr/>
          </p:nvSpPr>
          <p:spPr>
            <a:xfrm>
              <a:off x="3946550" y="3726400"/>
              <a:ext cx="338100" cy="338875"/>
            </a:xfrm>
            <a:custGeom>
              <a:rect b="b" l="l" r="r" t="t"/>
              <a:pathLst>
                <a:path extrusionOk="0" h="13555" w="13524">
                  <a:moveTo>
                    <a:pt x="10262" y="3262"/>
                  </a:moveTo>
                  <a:cubicBezTo>
                    <a:pt x="12954" y="5922"/>
                    <a:pt x="13524" y="9659"/>
                    <a:pt x="11592" y="11591"/>
                  </a:cubicBezTo>
                  <a:cubicBezTo>
                    <a:pt x="9660" y="13554"/>
                    <a:pt x="5923" y="12953"/>
                    <a:pt x="3231" y="10293"/>
                  </a:cubicBezTo>
                  <a:cubicBezTo>
                    <a:pt x="571" y="7632"/>
                    <a:pt x="1" y="3895"/>
                    <a:pt x="1933" y="1964"/>
                  </a:cubicBezTo>
                  <a:cubicBezTo>
                    <a:pt x="3865" y="0"/>
                    <a:pt x="7601" y="602"/>
                    <a:pt x="10262" y="3262"/>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0" name="Google Shape;170;p4"/>
            <p:cNvSpPr/>
            <p:nvPr/>
          </p:nvSpPr>
          <p:spPr>
            <a:xfrm>
              <a:off x="3959225" y="3826950"/>
              <a:ext cx="309600" cy="238325"/>
            </a:xfrm>
            <a:custGeom>
              <a:rect b="b" l="l" r="r" t="t"/>
              <a:pathLst>
                <a:path extrusionOk="0" h="9533" w="12384">
                  <a:moveTo>
                    <a:pt x="2724" y="4402"/>
                  </a:moveTo>
                  <a:cubicBezTo>
                    <a:pt x="5416" y="7062"/>
                    <a:pt x="9153" y="7632"/>
                    <a:pt x="11085" y="5700"/>
                  </a:cubicBezTo>
                  <a:cubicBezTo>
                    <a:pt x="11655" y="5130"/>
                    <a:pt x="12003" y="4402"/>
                    <a:pt x="12130" y="3610"/>
                  </a:cubicBezTo>
                  <a:cubicBezTo>
                    <a:pt x="12383" y="5162"/>
                    <a:pt x="12067" y="6587"/>
                    <a:pt x="11085" y="7569"/>
                  </a:cubicBezTo>
                  <a:cubicBezTo>
                    <a:pt x="9153" y="9532"/>
                    <a:pt x="5416" y="8931"/>
                    <a:pt x="2724" y="6271"/>
                  </a:cubicBezTo>
                  <a:cubicBezTo>
                    <a:pt x="856" y="4370"/>
                    <a:pt x="1" y="1964"/>
                    <a:pt x="349" y="0"/>
                  </a:cubicBezTo>
                  <a:cubicBezTo>
                    <a:pt x="602" y="1488"/>
                    <a:pt x="1426" y="3072"/>
                    <a:pt x="2724" y="4402"/>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1" name="Google Shape;171;p4"/>
            <p:cNvSpPr/>
            <p:nvPr/>
          </p:nvSpPr>
          <p:spPr>
            <a:xfrm>
              <a:off x="4022575" y="3778650"/>
              <a:ext cx="210625" cy="209825"/>
            </a:xfrm>
            <a:custGeom>
              <a:rect b="b" l="l" r="r" t="t"/>
              <a:pathLst>
                <a:path extrusionOk="0" h="8393" w="8425">
                  <a:moveTo>
                    <a:pt x="1172" y="1140"/>
                  </a:moveTo>
                  <a:cubicBezTo>
                    <a:pt x="0" y="2280"/>
                    <a:pt x="444" y="4592"/>
                    <a:pt x="2122" y="6271"/>
                  </a:cubicBezTo>
                  <a:cubicBezTo>
                    <a:pt x="3832" y="7949"/>
                    <a:pt x="6112" y="8393"/>
                    <a:pt x="7284" y="7252"/>
                  </a:cubicBezTo>
                  <a:cubicBezTo>
                    <a:pt x="8424" y="6112"/>
                    <a:pt x="7601" y="4181"/>
                    <a:pt x="5922" y="2502"/>
                  </a:cubicBezTo>
                  <a:cubicBezTo>
                    <a:pt x="4212" y="824"/>
                    <a:pt x="2312" y="0"/>
                    <a:pt x="1172" y="1140"/>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2" name="Google Shape;172;p4"/>
            <p:cNvSpPr/>
            <p:nvPr/>
          </p:nvSpPr>
          <p:spPr>
            <a:xfrm>
              <a:off x="4005150" y="3762325"/>
              <a:ext cx="39600" cy="27425"/>
            </a:xfrm>
            <a:custGeom>
              <a:rect b="b" l="l" r="r" t="t"/>
              <a:pathLst>
                <a:path extrusionOk="0" h="1097" w="1584">
                  <a:moveTo>
                    <a:pt x="1135" y="0"/>
                  </a:moveTo>
                  <a:cubicBezTo>
                    <a:pt x="1095" y="0"/>
                    <a:pt x="1054" y="7"/>
                    <a:pt x="1014" y="20"/>
                  </a:cubicBezTo>
                  <a:cubicBezTo>
                    <a:pt x="760" y="115"/>
                    <a:pt x="507" y="242"/>
                    <a:pt x="254" y="400"/>
                  </a:cubicBezTo>
                  <a:cubicBezTo>
                    <a:pt x="64" y="495"/>
                    <a:pt x="0" y="717"/>
                    <a:pt x="95" y="907"/>
                  </a:cubicBezTo>
                  <a:cubicBezTo>
                    <a:pt x="190" y="1033"/>
                    <a:pt x="317" y="1097"/>
                    <a:pt x="444" y="1097"/>
                  </a:cubicBezTo>
                  <a:cubicBezTo>
                    <a:pt x="507" y="1097"/>
                    <a:pt x="570" y="1097"/>
                    <a:pt x="634" y="1033"/>
                  </a:cubicBezTo>
                  <a:cubicBezTo>
                    <a:pt x="855" y="938"/>
                    <a:pt x="1046" y="812"/>
                    <a:pt x="1267" y="748"/>
                  </a:cubicBezTo>
                  <a:cubicBezTo>
                    <a:pt x="1489" y="653"/>
                    <a:pt x="1584" y="463"/>
                    <a:pt x="1489" y="242"/>
                  </a:cubicBezTo>
                  <a:cubicBezTo>
                    <a:pt x="1439" y="91"/>
                    <a:pt x="1289" y="0"/>
                    <a:pt x="1135" y="0"/>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3" name="Google Shape;173;p4"/>
            <p:cNvSpPr/>
            <p:nvPr/>
          </p:nvSpPr>
          <p:spPr>
            <a:xfrm>
              <a:off x="4055825" y="3755525"/>
              <a:ext cx="123525" cy="57200"/>
            </a:xfrm>
            <a:custGeom>
              <a:rect b="b" l="l" r="r" t="t"/>
              <a:pathLst>
                <a:path extrusionOk="0" h="2288" w="4941">
                  <a:moveTo>
                    <a:pt x="641" y="0"/>
                  </a:moveTo>
                  <a:cubicBezTo>
                    <a:pt x="554" y="0"/>
                    <a:pt x="468" y="2"/>
                    <a:pt x="380" y="7"/>
                  </a:cubicBezTo>
                  <a:cubicBezTo>
                    <a:pt x="159" y="7"/>
                    <a:pt x="0" y="197"/>
                    <a:pt x="0" y="419"/>
                  </a:cubicBezTo>
                  <a:cubicBezTo>
                    <a:pt x="32" y="609"/>
                    <a:pt x="190" y="767"/>
                    <a:pt x="412" y="767"/>
                  </a:cubicBezTo>
                  <a:cubicBezTo>
                    <a:pt x="494" y="762"/>
                    <a:pt x="575" y="760"/>
                    <a:pt x="656" y="760"/>
                  </a:cubicBezTo>
                  <a:cubicBezTo>
                    <a:pt x="2636" y="760"/>
                    <a:pt x="4245" y="2192"/>
                    <a:pt x="4276" y="2192"/>
                  </a:cubicBezTo>
                  <a:cubicBezTo>
                    <a:pt x="4339" y="2255"/>
                    <a:pt x="4434" y="2287"/>
                    <a:pt x="4529" y="2287"/>
                  </a:cubicBezTo>
                  <a:cubicBezTo>
                    <a:pt x="4624" y="2287"/>
                    <a:pt x="4719" y="2255"/>
                    <a:pt x="4814" y="2160"/>
                  </a:cubicBezTo>
                  <a:cubicBezTo>
                    <a:pt x="4941" y="2034"/>
                    <a:pt x="4941" y="1780"/>
                    <a:pt x="4782" y="1654"/>
                  </a:cubicBezTo>
                  <a:cubicBezTo>
                    <a:pt x="4691" y="1562"/>
                    <a:pt x="2923" y="0"/>
                    <a:pt x="641" y="0"/>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4" name="Google Shape;174;p4"/>
            <p:cNvSpPr/>
            <p:nvPr/>
          </p:nvSpPr>
          <p:spPr>
            <a:xfrm>
              <a:off x="3810375" y="3506300"/>
              <a:ext cx="266050" cy="201900"/>
            </a:xfrm>
            <a:custGeom>
              <a:rect b="b" l="l" r="r" t="t"/>
              <a:pathLst>
                <a:path extrusionOk="0" h="8076" w="10642">
                  <a:moveTo>
                    <a:pt x="10357" y="3357"/>
                  </a:moveTo>
                  <a:cubicBezTo>
                    <a:pt x="10642" y="5384"/>
                    <a:pt x="8583" y="7347"/>
                    <a:pt x="5796" y="7696"/>
                  </a:cubicBezTo>
                  <a:cubicBezTo>
                    <a:pt x="3009" y="8076"/>
                    <a:pt x="539" y="6714"/>
                    <a:pt x="254" y="4687"/>
                  </a:cubicBezTo>
                  <a:cubicBezTo>
                    <a:pt x="1" y="2660"/>
                    <a:pt x="2059" y="729"/>
                    <a:pt x="4846" y="349"/>
                  </a:cubicBezTo>
                  <a:cubicBezTo>
                    <a:pt x="7633" y="0"/>
                    <a:pt x="10103" y="1330"/>
                    <a:pt x="10357" y="3357"/>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5" name="Google Shape;175;p4"/>
            <p:cNvSpPr/>
            <p:nvPr/>
          </p:nvSpPr>
          <p:spPr>
            <a:xfrm>
              <a:off x="3813550" y="3553000"/>
              <a:ext cx="247825" cy="154425"/>
            </a:xfrm>
            <a:custGeom>
              <a:rect b="b" l="l" r="r" t="t"/>
              <a:pathLst>
                <a:path extrusionOk="0" h="6177" w="9913">
                  <a:moveTo>
                    <a:pt x="6524" y="4719"/>
                  </a:moveTo>
                  <a:cubicBezTo>
                    <a:pt x="3737" y="5068"/>
                    <a:pt x="1267" y="3738"/>
                    <a:pt x="1014" y="1711"/>
                  </a:cubicBezTo>
                  <a:cubicBezTo>
                    <a:pt x="919" y="1109"/>
                    <a:pt x="1046" y="539"/>
                    <a:pt x="1331" y="1"/>
                  </a:cubicBezTo>
                  <a:cubicBezTo>
                    <a:pt x="476" y="761"/>
                    <a:pt x="1" y="1774"/>
                    <a:pt x="159" y="2819"/>
                  </a:cubicBezTo>
                  <a:cubicBezTo>
                    <a:pt x="412" y="4846"/>
                    <a:pt x="2882" y="6176"/>
                    <a:pt x="5669" y="5828"/>
                  </a:cubicBezTo>
                  <a:cubicBezTo>
                    <a:pt x="7633" y="5574"/>
                    <a:pt x="9248" y="4529"/>
                    <a:pt x="9913" y="3199"/>
                  </a:cubicBezTo>
                  <a:cubicBezTo>
                    <a:pt x="9090" y="3959"/>
                    <a:pt x="7886" y="4529"/>
                    <a:pt x="6524" y="4719"/>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6" name="Google Shape;176;p4"/>
            <p:cNvSpPr/>
            <p:nvPr/>
          </p:nvSpPr>
          <p:spPr>
            <a:xfrm>
              <a:off x="3857875" y="3543500"/>
              <a:ext cx="167100" cy="110075"/>
            </a:xfrm>
            <a:custGeom>
              <a:rect b="b" l="l" r="r" t="t"/>
              <a:pathLst>
                <a:path extrusionOk="0" h="4403" w="6684">
                  <a:moveTo>
                    <a:pt x="6556" y="1584"/>
                  </a:moveTo>
                  <a:cubicBezTo>
                    <a:pt x="6683" y="2787"/>
                    <a:pt x="5385" y="3959"/>
                    <a:pt x="3643" y="4181"/>
                  </a:cubicBezTo>
                  <a:cubicBezTo>
                    <a:pt x="1869" y="4403"/>
                    <a:pt x="318" y="3643"/>
                    <a:pt x="159" y="2439"/>
                  </a:cubicBezTo>
                  <a:cubicBezTo>
                    <a:pt x="1" y="1236"/>
                    <a:pt x="1363" y="476"/>
                    <a:pt x="3105" y="222"/>
                  </a:cubicBezTo>
                  <a:cubicBezTo>
                    <a:pt x="4878" y="1"/>
                    <a:pt x="6398" y="381"/>
                    <a:pt x="6556" y="1584"/>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7" name="Google Shape;177;p4"/>
            <p:cNvSpPr/>
            <p:nvPr/>
          </p:nvSpPr>
          <p:spPr>
            <a:xfrm>
              <a:off x="4039975" y="3563500"/>
              <a:ext cx="23000" cy="27250"/>
            </a:xfrm>
            <a:custGeom>
              <a:rect b="b" l="l" r="r" t="t"/>
              <a:pathLst>
                <a:path extrusionOk="0" h="1090" w="920">
                  <a:moveTo>
                    <a:pt x="329" y="0"/>
                  </a:moveTo>
                  <a:cubicBezTo>
                    <a:pt x="269" y="0"/>
                    <a:pt x="209" y="18"/>
                    <a:pt x="159" y="56"/>
                  </a:cubicBezTo>
                  <a:cubicBezTo>
                    <a:pt x="33" y="119"/>
                    <a:pt x="1" y="309"/>
                    <a:pt x="64" y="436"/>
                  </a:cubicBezTo>
                  <a:cubicBezTo>
                    <a:pt x="191" y="594"/>
                    <a:pt x="254" y="752"/>
                    <a:pt x="318" y="911"/>
                  </a:cubicBezTo>
                  <a:cubicBezTo>
                    <a:pt x="349" y="974"/>
                    <a:pt x="381" y="1006"/>
                    <a:pt x="413" y="1037"/>
                  </a:cubicBezTo>
                  <a:cubicBezTo>
                    <a:pt x="450" y="1074"/>
                    <a:pt x="509" y="1090"/>
                    <a:pt x="570" y="1090"/>
                  </a:cubicBezTo>
                  <a:cubicBezTo>
                    <a:pt x="613" y="1090"/>
                    <a:pt x="658" y="1082"/>
                    <a:pt x="698" y="1069"/>
                  </a:cubicBezTo>
                  <a:cubicBezTo>
                    <a:pt x="824" y="1006"/>
                    <a:pt x="919" y="847"/>
                    <a:pt x="856" y="689"/>
                  </a:cubicBezTo>
                  <a:cubicBezTo>
                    <a:pt x="761" y="499"/>
                    <a:pt x="666" y="309"/>
                    <a:pt x="571" y="119"/>
                  </a:cubicBezTo>
                  <a:cubicBezTo>
                    <a:pt x="513" y="42"/>
                    <a:pt x="421" y="0"/>
                    <a:pt x="329" y="0"/>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8" name="Google Shape;178;p4"/>
            <p:cNvSpPr/>
            <p:nvPr/>
          </p:nvSpPr>
          <p:spPr>
            <a:xfrm>
              <a:off x="3946550" y="3520825"/>
              <a:ext cx="93450" cy="38650"/>
            </a:xfrm>
            <a:custGeom>
              <a:rect b="b" l="l" r="r" t="t"/>
              <a:pathLst>
                <a:path extrusionOk="0" h="1546" w="3738">
                  <a:moveTo>
                    <a:pt x="587" y="1"/>
                  </a:moveTo>
                  <a:cubicBezTo>
                    <a:pt x="397" y="1"/>
                    <a:pt x="276" y="13"/>
                    <a:pt x="254" y="21"/>
                  </a:cubicBezTo>
                  <a:cubicBezTo>
                    <a:pt x="96" y="21"/>
                    <a:pt x="1" y="148"/>
                    <a:pt x="1" y="306"/>
                  </a:cubicBezTo>
                  <a:cubicBezTo>
                    <a:pt x="1" y="401"/>
                    <a:pt x="64" y="464"/>
                    <a:pt x="128" y="496"/>
                  </a:cubicBezTo>
                  <a:cubicBezTo>
                    <a:pt x="159" y="559"/>
                    <a:pt x="254" y="559"/>
                    <a:pt x="318" y="559"/>
                  </a:cubicBezTo>
                  <a:cubicBezTo>
                    <a:pt x="318" y="559"/>
                    <a:pt x="384" y="554"/>
                    <a:pt x="499" y="554"/>
                  </a:cubicBezTo>
                  <a:cubicBezTo>
                    <a:pt x="976" y="554"/>
                    <a:pt x="2288" y="636"/>
                    <a:pt x="3231" y="1478"/>
                  </a:cubicBezTo>
                  <a:cubicBezTo>
                    <a:pt x="3290" y="1522"/>
                    <a:pt x="3356" y="1545"/>
                    <a:pt x="3422" y="1545"/>
                  </a:cubicBezTo>
                  <a:cubicBezTo>
                    <a:pt x="3498" y="1545"/>
                    <a:pt x="3575" y="1514"/>
                    <a:pt x="3643" y="1446"/>
                  </a:cubicBezTo>
                  <a:cubicBezTo>
                    <a:pt x="3738" y="1319"/>
                    <a:pt x="3738" y="1161"/>
                    <a:pt x="3611" y="1034"/>
                  </a:cubicBezTo>
                  <a:cubicBezTo>
                    <a:pt x="2568" y="136"/>
                    <a:pt x="1208" y="1"/>
                    <a:pt x="587" y="1"/>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79" name="Google Shape;179;p4"/>
            <p:cNvSpPr/>
            <p:nvPr/>
          </p:nvSpPr>
          <p:spPr>
            <a:xfrm>
              <a:off x="3808800" y="4066825"/>
              <a:ext cx="273950" cy="227250"/>
            </a:xfrm>
            <a:custGeom>
              <a:rect b="b" l="l" r="r" t="t"/>
              <a:pathLst>
                <a:path extrusionOk="0" h="9090" w="10958">
                  <a:moveTo>
                    <a:pt x="7063" y="1204"/>
                  </a:moveTo>
                  <a:cubicBezTo>
                    <a:pt x="9596" y="2408"/>
                    <a:pt x="10958" y="4878"/>
                    <a:pt x="10071" y="6715"/>
                  </a:cubicBezTo>
                  <a:cubicBezTo>
                    <a:pt x="9216" y="8551"/>
                    <a:pt x="6461" y="9090"/>
                    <a:pt x="3896" y="7918"/>
                  </a:cubicBezTo>
                  <a:cubicBezTo>
                    <a:pt x="1362" y="6715"/>
                    <a:pt x="1" y="4244"/>
                    <a:pt x="887" y="2376"/>
                  </a:cubicBezTo>
                  <a:cubicBezTo>
                    <a:pt x="1742" y="539"/>
                    <a:pt x="4498" y="1"/>
                    <a:pt x="7063" y="1204"/>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0" name="Google Shape;180;p4"/>
            <p:cNvSpPr/>
            <p:nvPr/>
          </p:nvSpPr>
          <p:spPr>
            <a:xfrm>
              <a:off x="3825425" y="4158675"/>
              <a:ext cx="247050" cy="136200"/>
            </a:xfrm>
            <a:custGeom>
              <a:rect b="b" l="l" r="r" t="t"/>
              <a:pathLst>
                <a:path extrusionOk="0" h="5448" w="9882">
                  <a:moveTo>
                    <a:pt x="2756" y="2914"/>
                  </a:moveTo>
                  <a:cubicBezTo>
                    <a:pt x="5321" y="4117"/>
                    <a:pt x="8076" y="3579"/>
                    <a:pt x="8963" y="1742"/>
                  </a:cubicBezTo>
                  <a:cubicBezTo>
                    <a:pt x="9216" y="1204"/>
                    <a:pt x="9280" y="602"/>
                    <a:pt x="9185" y="0"/>
                  </a:cubicBezTo>
                  <a:cubicBezTo>
                    <a:pt x="9723" y="1014"/>
                    <a:pt x="9881" y="2122"/>
                    <a:pt x="9438" y="3041"/>
                  </a:cubicBezTo>
                  <a:cubicBezTo>
                    <a:pt x="8551" y="4909"/>
                    <a:pt x="5796" y="5447"/>
                    <a:pt x="3231" y="4244"/>
                  </a:cubicBezTo>
                  <a:cubicBezTo>
                    <a:pt x="1426" y="3389"/>
                    <a:pt x="222" y="1900"/>
                    <a:pt x="1" y="444"/>
                  </a:cubicBezTo>
                  <a:cubicBezTo>
                    <a:pt x="539" y="1425"/>
                    <a:pt x="1521" y="2344"/>
                    <a:pt x="2756" y="2914"/>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1" name="Google Shape;181;p4"/>
            <p:cNvSpPr/>
            <p:nvPr/>
          </p:nvSpPr>
          <p:spPr>
            <a:xfrm>
              <a:off x="3865800" y="4107200"/>
              <a:ext cx="171050" cy="130675"/>
            </a:xfrm>
            <a:custGeom>
              <a:rect b="b" l="l" r="r" t="t"/>
              <a:pathLst>
                <a:path extrusionOk="0" h="5227" w="6842">
                  <a:moveTo>
                    <a:pt x="507" y="1109"/>
                  </a:moveTo>
                  <a:cubicBezTo>
                    <a:pt x="1" y="2218"/>
                    <a:pt x="887" y="3706"/>
                    <a:pt x="2503" y="4466"/>
                  </a:cubicBezTo>
                  <a:cubicBezTo>
                    <a:pt x="4086" y="5226"/>
                    <a:pt x="5828" y="4941"/>
                    <a:pt x="6334" y="3833"/>
                  </a:cubicBezTo>
                  <a:cubicBezTo>
                    <a:pt x="6841" y="2756"/>
                    <a:pt x="5796" y="1616"/>
                    <a:pt x="4181" y="856"/>
                  </a:cubicBezTo>
                  <a:cubicBezTo>
                    <a:pt x="2566" y="96"/>
                    <a:pt x="1014" y="1"/>
                    <a:pt x="507" y="1109"/>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2" name="Google Shape;182;p4"/>
            <p:cNvSpPr/>
            <p:nvPr/>
          </p:nvSpPr>
          <p:spPr>
            <a:xfrm>
              <a:off x="3838875" y="4107575"/>
              <a:ext cx="26150" cy="24500"/>
            </a:xfrm>
            <a:custGeom>
              <a:rect b="b" l="l" r="r" t="t"/>
              <a:pathLst>
                <a:path extrusionOk="0" h="980" w="1046">
                  <a:moveTo>
                    <a:pt x="729" y="0"/>
                  </a:moveTo>
                  <a:cubicBezTo>
                    <a:pt x="663" y="0"/>
                    <a:pt x="595" y="25"/>
                    <a:pt x="539" y="81"/>
                  </a:cubicBezTo>
                  <a:cubicBezTo>
                    <a:pt x="381" y="208"/>
                    <a:pt x="254" y="366"/>
                    <a:pt x="96" y="524"/>
                  </a:cubicBezTo>
                  <a:cubicBezTo>
                    <a:pt x="1" y="651"/>
                    <a:pt x="1" y="809"/>
                    <a:pt x="128" y="904"/>
                  </a:cubicBezTo>
                  <a:cubicBezTo>
                    <a:pt x="197" y="951"/>
                    <a:pt x="267" y="980"/>
                    <a:pt x="336" y="980"/>
                  </a:cubicBezTo>
                  <a:cubicBezTo>
                    <a:pt x="362" y="980"/>
                    <a:pt x="387" y="976"/>
                    <a:pt x="413" y="968"/>
                  </a:cubicBezTo>
                  <a:cubicBezTo>
                    <a:pt x="476" y="936"/>
                    <a:pt x="508" y="904"/>
                    <a:pt x="539" y="873"/>
                  </a:cubicBezTo>
                  <a:cubicBezTo>
                    <a:pt x="666" y="746"/>
                    <a:pt x="793" y="619"/>
                    <a:pt x="919" y="493"/>
                  </a:cubicBezTo>
                  <a:cubicBezTo>
                    <a:pt x="1046" y="398"/>
                    <a:pt x="1046" y="208"/>
                    <a:pt x="951" y="113"/>
                  </a:cubicBezTo>
                  <a:cubicBezTo>
                    <a:pt x="898" y="41"/>
                    <a:pt x="814" y="0"/>
                    <a:pt x="729" y="0"/>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3" name="Google Shape;183;p4"/>
            <p:cNvSpPr/>
            <p:nvPr/>
          </p:nvSpPr>
          <p:spPr>
            <a:xfrm>
              <a:off x="3869775" y="4087625"/>
              <a:ext cx="98175" cy="21975"/>
            </a:xfrm>
            <a:custGeom>
              <a:rect b="b" l="l" r="r" t="t"/>
              <a:pathLst>
                <a:path extrusionOk="0" h="879" w="3927">
                  <a:moveTo>
                    <a:pt x="1831" y="0"/>
                  </a:moveTo>
                  <a:cubicBezTo>
                    <a:pt x="1325" y="0"/>
                    <a:pt x="767" y="78"/>
                    <a:pt x="222" y="309"/>
                  </a:cubicBezTo>
                  <a:cubicBezTo>
                    <a:pt x="63" y="372"/>
                    <a:pt x="0" y="530"/>
                    <a:pt x="63" y="689"/>
                  </a:cubicBezTo>
                  <a:cubicBezTo>
                    <a:pt x="110" y="782"/>
                    <a:pt x="207" y="840"/>
                    <a:pt x="318" y="840"/>
                  </a:cubicBezTo>
                  <a:cubicBezTo>
                    <a:pt x="359" y="840"/>
                    <a:pt x="401" y="832"/>
                    <a:pt x="443" y="816"/>
                  </a:cubicBezTo>
                  <a:cubicBezTo>
                    <a:pt x="902" y="622"/>
                    <a:pt x="1381" y="556"/>
                    <a:pt x="1819" y="556"/>
                  </a:cubicBezTo>
                  <a:cubicBezTo>
                    <a:pt x="2741" y="556"/>
                    <a:pt x="3484" y="847"/>
                    <a:pt x="3484" y="847"/>
                  </a:cubicBezTo>
                  <a:cubicBezTo>
                    <a:pt x="3579" y="879"/>
                    <a:pt x="3642" y="879"/>
                    <a:pt x="3705" y="879"/>
                  </a:cubicBezTo>
                  <a:cubicBezTo>
                    <a:pt x="3769" y="847"/>
                    <a:pt x="3832" y="784"/>
                    <a:pt x="3864" y="721"/>
                  </a:cubicBezTo>
                  <a:cubicBezTo>
                    <a:pt x="3927" y="562"/>
                    <a:pt x="3864" y="404"/>
                    <a:pt x="3705" y="340"/>
                  </a:cubicBezTo>
                  <a:cubicBezTo>
                    <a:pt x="3663" y="319"/>
                    <a:pt x="2855" y="0"/>
                    <a:pt x="1831" y="0"/>
                  </a:cubicBezTo>
                  <a:close/>
                </a:path>
              </a:pathLst>
            </a:custGeom>
            <a:solidFill>
              <a:srgbClr val="F7988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4" name="Google Shape;184;p4"/>
            <p:cNvSpPr/>
            <p:nvPr/>
          </p:nvSpPr>
          <p:spPr>
            <a:xfrm>
              <a:off x="1024300" y="2497525"/>
              <a:ext cx="313550" cy="301050"/>
            </a:xfrm>
            <a:custGeom>
              <a:rect b="b" l="l" r="r" t="t"/>
              <a:pathLst>
                <a:path extrusionOk="0" h="12042" w="12542">
                  <a:moveTo>
                    <a:pt x="4334" y="1"/>
                  </a:moveTo>
                  <a:cubicBezTo>
                    <a:pt x="4109" y="1"/>
                    <a:pt x="3886" y="74"/>
                    <a:pt x="3706" y="227"/>
                  </a:cubicBezTo>
                  <a:cubicBezTo>
                    <a:pt x="634" y="2824"/>
                    <a:pt x="0" y="7162"/>
                    <a:pt x="2312" y="9917"/>
                  </a:cubicBezTo>
                  <a:cubicBezTo>
                    <a:pt x="3493" y="11328"/>
                    <a:pt x="5234" y="12042"/>
                    <a:pt x="7070" y="12042"/>
                  </a:cubicBezTo>
                  <a:cubicBezTo>
                    <a:pt x="8779" y="12042"/>
                    <a:pt x="10570" y="11423"/>
                    <a:pt x="12066" y="10171"/>
                  </a:cubicBezTo>
                  <a:cubicBezTo>
                    <a:pt x="12478" y="9822"/>
                    <a:pt x="12541" y="9189"/>
                    <a:pt x="12161" y="8746"/>
                  </a:cubicBezTo>
                  <a:cubicBezTo>
                    <a:pt x="11965" y="8514"/>
                    <a:pt x="11680" y="8393"/>
                    <a:pt x="11394" y="8393"/>
                  </a:cubicBezTo>
                  <a:cubicBezTo>
                    <a:pt x="11171" y="8393"/>
                    <a:pt x="10948" y="8466"/>
                    <a:pt x="10768" y="8619"/>
                  </a:cubicBezTo>
                  <a:cubicBezTo>
                    <a:pt x="9653" y="9561"/>
                    <a:pt x="8328" y="10028"/>
                    <a:pt x="7082" y="10028"/>
                  </a:cubicBezTo>
                  <a:cubicBezTo>
                    <a:pt x="5815" y="10028"/>
                    <a:pt x="4631" y="9545"/>
                    <a:pt x="3832" y="8587"/>
                  </a:cubicBezTo>
                  <a:cubicBezTo>
                    <a:pt x="2249" y="6719"/>
                    <a:pt x="2756" y="3647"/>
                    <a:pt x="5004" y="1778"/>
                  </a:cubicBezTo>
                  <a:cubicBezTo>
                    <a:pt x="5416" y="1430"/>
                    <a:pt x="5479" y="797"/>
                    <a:pt x="5131" y="353"/>
                  </a:cubicBezTo>
                  <a:cubicBezTo>
                    <a:pt x="4917" y="122"/>
                    <a:pt x="4623" y="1"/>
                    <a:pt x="4334"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5" name="Google Shape;185;p4"/>
            <p:cNvSpPr/>
            <p:nvPr/>
          </p:nvSpPr>
          <p:spPr>
            <a:xfrm>
              <a:off x="783600" y="2659475"/>
              <a:ext cx="394325" cy="341400"/>
            </a:xfrm>
            <a:custGeom>
              <a:rect b="b" l="l" r="r" t="t"/>
              <a:pathLst>
                <a:path extrusionOk="0" h="13656" w="15773">
                  <a:moveTo>
                    <a:pt x="8682" y="2010"/>
                  </a:moveTo>
                  <a:cubicBezTo>
                    <a:pt x="9943" y="2010"/>
                    <a:pt x="11129" y="2485"/>
                    <a:pt x="11940" y="3439"/>
                  </a:cubicBezTo>
                  <a:cubicBezTo>
                    <a:pt x="13524" y="5308"/>
                    <a:pt x="12985" y="8380"/>
                    <a:pt x="10768" y="10248"/>
                  </a:cubicBezTo>
                  <a:cubicBezTo>
                    <a:pt x="9665" y="11178"/>
                    <a:pt x="8341" y="11646"/>
                    <a:pt x="7091" y="11646"/>
                  </a:cubicBezTo>
                  <a:cubicBezTo>
                    <a:pt x="5830" y="11646"/>
                    <a:pt x="4644" y="11171"/>
                    <a:pt x="3833" y="10216"/>
                  </a:cubicBezTo>
                  <a:cubicBezTo>
                    <a:pt x="2249" y="8348"/>
                    <a:pt x="2788" y="5276"/>
                    <a:pt x="5005" y="3408"/>
                  </a:cubicBezTo>
                  <a:cubicBezTo>
                    <a:pt x="6108" y="2477"/>
                    <a:pt x="7432" y="2010"/>
                    <a:pt x="8682" y="2010"/>
                  </a:cubicBezTo>
                  <a:close/>
                  <a:moveTo>
                    <a:pt x="8679" y="1"/>
                  </a:moveTo>
                  <a:cubicBezTo>
                    <a:pt x="6970" y="1"/>
                    <a:pt x="5187" y="619"/>
                    <a:pt x="3706" y="1856"/>
                  </a:cubicBezTo>
                  <a:cubicBezTo>
                    <a:pt x="634" y="4453"/>
                    <a:pt x="1" y="8791"/>
                    <a:pt x="2313" y="11515"/>
                  </a:cubicBezTo>
                  <a:cubicBezTo>
                    <a:pt x="3494" y="12942"/>
                    <a:pt x="5243" y="13655"/>
                    <a:pt x="7083" y="13655"/>
                  </a:cubicBezTo>
                  <a:cubicBezTo>
                    <a:pt x="8796" y="13655"/>
                    <a:pt x="10586" y="13037"/>
                    <a:pt x="12067" y="11800"/>
                  </a:cubicBezTo>
                  <a:cubicBezTo>
                    <a:pt x="15139" y="9203"/>
                    <a:pt x="15772" y="4864"/>
                    <a:pt x="13460" y="2141"/>
                  </a:cubicBezTo>
                  <a:cubicBezTo>
                    <a:pt x="12263" y="714"/>
                    <a:pt x="10514" y="1"/>
                    <a:pt x="8679"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6" name="Google Shape;186;p4"/>
            <p:cNvSpPr/>
            <p:nvPr/>
          </p:nvSpPr>
          <p:spPr>
            <a:xfrm>
              <a:off x="623675" y="2861850"/>
              <a:ext cx="313550" cy="300975"/>
            </a:xfrm>
            <a:custGeom>
              <a:rect b="b" l="l" r="r" t="t"/>
              <a:pathLst>
                <a:path extrusionOk="0" h="12039" w="12542">
                  <a:moveTo>
                    <a:pt x="5445" y="1"/>
                  </a:moveTo>
                  <a:cubicBezTo>
                    <a:pt x="3737" y="1"/>
                    <a:pt x="1953" y="620"/>
                    <a:pt x="476" y="1868"/>
                  </a:cubicBezTo>
                  <a:cubicBezTo>
                    <a:pt x="64" y="2217"/>
                    <a:pt x="1" y="2850"/>
                    <a:pt x="349" y="3293"/>
                  </a:cubicBezTo>
                  <a:cubicBezTo>
                    <a:pt x="563" y="3525"/>
                    <a:pt x="857" y="3646"/>
                    <a:pt x="1146" y="3646"/>
                  </a:cubicBezTo>
                  <a:cubicBezTo>
                    <a:pt x="1371" y="3646"/>
                    <a:pt x="1594" y="3572"/>
                    <a:pt x="1774" y="3420"/>
                  </a:cubicBezTo>
                  <a:cubicBezTo>
                    <a:pt x="2894" y="2474"/>
                    <a:pt x="4217" y="2007"/>
                    <a:pt x="5464" y="2007"/>
                  </a:cubicBezTo>
                  <a:cubicBezTo>
                    <a:pt x="6721" y="2007"/>
                    <a:pt x="7899" y="2482"/>
                    <a:pt x="8710" y="3420"/>
                  </a:cubicBezTo>
                  <a:cubicBezTo>
                    <a:pt x="10293" y="5320"/>
                    <a:pt x="9787" y="8392"/>
                    <a:pt x="7538" y="10260"/>
                  </a:cubicBezTo>
                  <a:cubicBezTo>
                    <a:pt x="7126" y="10609"/>
                    <a:pt x="7063" y="11242"/>
                    <a:pt x="7411" y="11686"/>
                  </a:cubicBezTo>
                  <a:cubicBezTo>
                    <a:pt x="7625" y="11917"/>
                    <a:pt x="7919" y="12038"/>
                    <a:pt x="8208" y="12038"/>
                  </a:cubicBezTo>
                  <a:cubicBezTo>
                    <a:pt x="8434" y="12038"/>
                    <a:pt x="8656" y="11965"/>
                    <a:pt x="8837" y="11812"/>
                  </a:cubicBezTo>
                  <a:cubicBezTo>
                    <a:pt x="11908" y="9215"/>
                    <a:pt x="12542" y="4877"/>
                    <a:pt x="10230" y="2153"/>
                  </a:cubicBezTo>
                  <a:cubicBezTo>
                    <a:pt x="9046" y="723"/>
                    <a:pt x="7290" y="1"/>
                    <a:pt x="5445"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7" name="Google Shape;187;p4"/>
            <p:cNvSpPr/>
            <p:nvPr/>
          </p:nvSpPr>
          <p:spPr>
            <a:xfrm>
              <a:off x="1154150" y="2575400"/>
              <a:ext cx="110850" cy="124525"/>
            </a:xfrm>
            <a:custGeom>
              <a:rect b="b" l="l" r="r" t="t"/>
              <a:pathLst>
                <a:path extrusionOk="0" h="4981" w="4434">
                  <a:moveTo>
                    <a:pt x="444" y="0"/>
                  </a:moveTo>
                  <a:cubicBezTo>
                    <a:pt x="352" y="0"/>
                    <a:pt x="261" y="32"/>
                    <a:pt x="190" y="89"/>
                  </a:cubicBezTo>
                  <a:cubicBezTo>
                    <a:pt x="32" y="247"/>
                    <a:pt x="0" y="500"/>
                    <a:pt x="158" y="659"/>
                  </a:cubicBezTo>
                  <a:lnTo>
                    <a:pt x="3674" y="4839"/>
                  </a:lnTo>
                  <a:cubicBezTo>
                    <a:pt x="3748" y="4931"/>
                    <a:pt x="3864" y="4980"/>
                    <a:pt x="3987" y="4980"/>
                  </a:cubicBezTo>
                  <a:cubicBezTo>
                    <a:pt x="4074" y="4980"/>
                    <a:pt x="4164" y="4955"/>
                    <a:pt x="4244" y="4902"/>
                  </a:cubicBezTo>
                  <a:cubicBezTo>
                    <a:pt x="4402" y="4744"/>
                    <a:pt x="4434" y="4491"/>
                    <a:pt x="4275" y="4332"/>
                  </a:cubicBezTo>
                  <a:lnTo>
                    <a:pt x="760" y="152"/>
                  </a:lnTo>
                  <a:cubicBezTo>
                    <a:pt x="673" y="47"/>
                    <a:pt x="557" y="0"/>
                    <a:pt x="444"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8" name="Google Shape;188;p4"/>
            <p:cNvSpPr/>
            <p:nvPr/>
          </p:nvSpPr>
          <p:spPr>
            <a:xfrm>
              <a:off x="1117725" y="2637950"/>
              <a:ext cx="79200" cy="87175"/>
            </a:xfrm>
            <a:custGeom>
              <a:rect b="b" l="l" r="r" t="t"/>
              <a:pathLst>
                <a:path extrusionOk="0" h="3487" w="3168">
                  <a:moveTo>
                    <a:pt x="468" y="0"/>
                  </a:moveTo>
                  <a:cubicBezTo>
                    <a:pt x="374" y="0"/>
                    <a:pt x="276" y="31"/>
                    <a:pt x="190" y="88"/>
                  </a:cubicBezTo>
                  <a:cubicBezTo>
                    <a:pt x="32" y="247"/>
                    <a:pt x="0" y="500"/>
                    <a:pt x="159" y="658"/>
                  </a:cubicBezTo>
                  <a:lnTo>
                    <a:pt x="2407" y="3350"/>
                  </a:lnTo>
                  <a:cubicBezTo>
                    <a:pt x="2477" y="3437"/>
                    <a:pt x="2585" y="3486"/>
                    <a:pt x="2699" y="3486"/>
                  </a:cubicBezTo>
                  <a:cubicBezTo>
                    <a:pt x="2793" y="3486"/>
                    <a:pt x="2892" y="3453"/>
                    <a:pt x="2977" y="3382"/>
                  </a:cubicBezTo>
                  <a:cubicBezTo>
                    <a:pt x="3136" y="3255"/>
                    <a:pt x="3167" y="3002"/>
                    <a:pt x="3009" y="2812"/>
                  </a:cubicBezTo>
                  <a:lnTo>
                    <a:pt x="760" y="152"/>
                  </a:lnTo>
                  <a:cubicBezTo>
                    <a:pt x="691" y="47"/>
                    <a:pt x="583" y="0"/>
                    <a:pt x="468"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89" name="Google Shape;189;p4"/>
            <p:cNvSpPr/>
            <p:nvPr/>
          </p:nvSpPr>
          <p:spPr>
            <a:xfrm>
              <a:off x="696525" y="2960425"/>
              <a:ext cx="110875" cy="124525"/>
            </a:xfrm>
            <a:custGeom>
              <a:rect b="b" l="l" r="r" t="t"/>
              <a:pathLst>
                <a:path extrusionOk="0" h="4981" w="4435">
                  <a:moveTo>
                    <a:pt x="448" y="0"/>
                  </a:moveTo>
                  <a:cubicBezTo>
                    <a:pt x="360" y="0"/>
                    <a:pt x="270" y="26"/>
                    <a:pt x="190" y="79"/>
                  </a:cubicBezTo>
                  <a:cubicBezTo>
                    <a:pt x="32" y="237"/>
                    <a:pt x="0" y="490"/>
                    <a:pt x="159" y="649"/>
                  </a:cubicBezTo>
                  <a:lnTo>
                    <a:pt x="3674" y="4829"/>
                  </a:lnTo>
                  <a:cubicBezTo>
                    <a:pt x="3761" y="4934"/>
                    <a:pt x="3877" y="4981"/>
                    <a:pt x="3990" y="4981"/>
                  </a:cubicBezTo>
                  <a:cubicBezTo>
                    <a:pt x="4083" y="4981"/>
                    <a:pt x="4173" y="4949"/>
                    <a:pt x="4244" y="4892"/>
                  </a:cubicBezTo>
                  <a:cubicBezTo>
                    <a:pt x="4402" y="4734"/>
                    <a:pt x="4434" y="4481"/>
                    <a:pt x="4276" y="4322"/>
                  </a:cubicBezTo>
                  <a:lnTo>
                    <a:pt x="760" y="142"/>
                  </a:lnTo>
                  <a:cubicBezTo>
                    <a:pt x="687" y="50"/>
                    <a:pt x="570" y="0"/>
                    <a:pt x="448"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0" name="Google Shape;190;p4"/>
            <p:cNvSpPr/>
            <p:nvPr/>
          </p:nvSpPr>
          <p:spPr>
            <a:xfrm>
              <a:off x="925325" y="2767775"/>
              <a:ext cx="110875" cy="124800"/>
            </a:xfrm>
            <a:custGeom>
              <a:rect b="b" l="l" r="r" t="t"/>
              <a:pathLst>
                <a:path extrusionOk="0" h="4992" w="4435">
                  <a:moveTo>
                    <a:pt x="468" y="1"/>
                  </a:moveTo>
                  <a:cubicBezTo>
                    <a:pt x="374" y="1"/>
                    <a:pt x="276" y="32"/>
                    <a:pt x="191" y="89"/>
                  </a:cubicBezTo>
                  <a:cubicBezTo>
                    <a:pt x="32" y="247"/>
                    <a:pt x="1" y="501"/>
                    <a:pt x="159" y="659"/>
                  </a:cubicBezTo>
                  <a:lnTo>
                    <a:pt x="3674" y="4839"/>
                  </a:lnTo>
                  <a:cubicBezTo>
                    <a:pt x="3744" y="4944"/>
                    <a:pt x="3852" y="4991"/>
                    <a:pt x="3967" y="4991"/>
                  </a:cubicBezTo>
                  <a:cubicBezTo>
                    <a:pt x="4061" y="4991"/>
                    <a:pt x="4159" y="4960"/>
                    <a:pt x="4244" y="4903"/>
                  </a:cubicBezTo>
                  <a:cubicBezTo>
                    <a:pt x="4403" y="4744"/>
                    <a:pt x="4434" y="4491"/>
                    <a:pt x="4276" y="4333"/>
                  </a:cubicBezTo>
                  <a:lnTo>
                    <a:pt x="761" y="152"/>
                  </a:lnTo>
                  <a:cubicBezTo>
                    <a:pt x="691" y="48"/>
                    <a:pt x="583" y="1"/>
                    <a:pt x="468"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1" name="Google Shape;191;p4"/>
            <p:cNvSpPr/>
            <p:nvPr/>
          </p:nvSpPr>
          <p:spPr>
            <a:xfrm>
              <a:off x="764600" y="2935225"/>
              <a:ext cx="79200" cy="87175"/>
            </a:xfrm>
            <a:custGeom>
              <a:rect b="b" l="l" r="r" t="t"/>
              <a:pathLst>
                <a:path extrusionOk="0" h="3487" w="3168">
                  <a:moveTo>
                    <a:pt x="445" y="1"/>
                  </a:moveTo>
                  <a:cubicBezTo>
                    <a:pt x="353" y="1"/>
                    <a:pt x="262" y="34"/>
                    <a:pt x="191" y="105"/>
                  </a:cubicBezTo>
                  <a:cubicBezTo>
                    <a:pt x="33" y="232"/>
                    <a:pt x="1" y="485"/>
                    <a:pt x="159" y="675"/>
                  </a:cubicBezTo>
                  <a:lnTo>
                    <a:pt x="2408" y="3335"/>
                  </a:lnTo>
                  <a:cubicBezTo>
                    <a:pt x="2478" y="3440"/>
                    <a:pt x="2586" y="3487"/>
                    <a:pt x="2700" y="3487"/>
                  </a:cubicBezTo>
                  <a:cubicBezTo>
                    <a:pt x="2794" y="3487"/>
                    <a:pt x="2892" y="3455"/>
                    <a:pt x="2978" y="3398"/>
                  </a:cubicBezTo>
                  <a:cubicBezTo>
                    <a:pt x="3136" y="3240"/>
                    <a:pt x="3168" y="2987"/>
                    <a:pt x="3009" y="2828"/>
                  </a:cubicBezTo>
                  <a:lnTo>
                    <a:pt x="761" y="137"/>
                  </a:lnTo>
                  <a:cubicBezTo>
                    <a:pt x="674" y="50"/>
                    <a:pt x="558" y="1"/>
                    <a:pt x="445"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2" name="Google Shape;192;p4"/>
            <p:cNvSpPr/>
            <p:nvPr/>
          </p:nvSpPr>
          <p:spPr>
            <a:xfrm>
              <a:off x="991825" y="2744025"/>
              <a:ext cx="79200" cy="87175"/>
            </a:xfrm>
            <a:custGeom>
              <a:rect b="b" l="l" r="r" t="t"/>
              <a:pathLst>
                <a:path extrusionOk="0" h="3487" w="3168">
                  <a:moveTo>
                    <a:pt x="445" y="1"/>
                  </a:moveTo>
                  <a:cubicBezTo>
                    <a:pt x="353" y="1"/>
                    <a:pt x="262" y="32"/>
                    <a:pt x="191" y="89"/>
                  </a:cubicBezTo>
                  <a:cubicBezTo>
                    <a:pt x="33" y="247"/>
                    <a:pt x="1" y="501"/>
                    <a:pt x="128" y="659"/>
                  </a:cubicBezTo>
                  <a:lnTo>
                    <a:pt x="2408" y="3351"/>
                  </a:lnTo>
                  <a:cubicBezTo>
                    <a:pt x="2477" y="3438"/>
                    <a:pt x="2585" y="3487"/>
                    <a:pt x="2700" y="3487"/>
                  </a:cubicBezTo>
                  <a:cubicBezTo>
                    <a:pt x="2794" y="3487"/>
                    <a:pt x="2892" y="3454"/>
                    <a:pt x="2978" y="3383"/>
                  </a:cubicBezTo>
                  <a:cubicBezTo>
                    <a:pt x="3136" y="3256"/>
                    <a:pt x="3168" y="3003"/>
                    <a:pt x="3010" y="2813"/>
                  </a:cubicBezTo>
                  <a:lnTo>
                    <a:pt x="761" y="152"/>
                  </a:lnTo>
                  <a:cubicBezTo>
                    <a:pt x="674" y="48"/>
                    <a:pt x="558" y="1"/>
                    <a:pt x="445"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3" name="Google Shape;193;p4"/>
            <p:cNvSpPr/>
            <p:nvPr/>
          </p:nvSpPr>
          <p:spPr>
            <a:xfrm>
              <a:off x="890500" y="2829150"/>
              <a:ext cx="79200" cy="87175"/>
            </a:xfrm>
            <a:custGeom>
              <a:rect b="b" l="l" r="r" t="t"/>
              <a:pathLst>
                <a:path extrusionOk="0" h="3487" w="3168">
                  <a:moveTo>
                    <a:pt x="468" y="0"/>
                  </a:moveTo>
                  <a:cubicBezTo>
                    <a:pt x="374" y="0"/>
                    <a:pt x="276" y="33"/>
                    <a:pt x="190" y="104"/>
                  </a:cubicBezTo>
                  <a:cubicBezTo>
                    <a:pt x="32" y="231"/>
                    <a:pt x="0" y="484"/>
                    <a:pt x="159" y="674"/>
                  </a:cubicBezTo>
                  <a:lnTo>
                    <a:pt x="2407" y="3334"/>
                  </a:lnTo>
                  <a:cubicBezTo>
                    <a:pt x="2494" y="3439"/>
                    <a:pt x="2610" y="3486"/>
                    <a:pt x="2723" y="3486"/>
                  </a:cubicBezTo>
                  <a:cubicBezTo>
                    <a:pt x="2816" y="3486"/>
                    <a:pt x="2906" y="3455"/>
                    <a:pt x="2977" y="3398"/>
                  </a:cubicBezTo>
                  <a:cubicBezTo>
                    <a:pt x="3136" y="3239"/>
                    <a:pt x="3167" y="2986"/>
                    <a:pt x="3009" y="2828"/>
                  </a:cubicBezTo>
                  <a:lnTo>
                    <a:pt x="760" y="136"/>
                  </a:lnTo>
                  <a:cubicBezTo>
                    <a:pt x="691" y="49"/>
                    <a:pt x="583" y="0"/>
                    <a:pt x="468"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4" name="Google Shape;194;p4"/>
            <p:cNvSpPr/>
            <p:nvPr/>
          </p:nvSpPr>
          <p:spPr>
            <a:xfrm>
              <a:off x="3061400" y="3680475"/>
              <a:ext cx="334925" cy="334925"/>
            </a:xfrm>
            <a:custGeom>
              <a:rect b="b" l="l" r="r" t="t"/>
              <a:pathLst>
                <a:path extrusionOk="0" h="13397" w="13397">
                  <a:moveTo>
                    <a:pt x="4973" y="0"/>
                  </a:moveTo>
                  <a:cubicBezTo>
                    <a:pt x="4625" y="0"/>
                    <a:pt x="4340" y="285"/>
                    <a:pt x="4340" y="602"/>
                  </a:cubicBezTo>
                  <a:lnTo>
                    <a:pt x="4340" y="3737"/>
                  </a:lnTo>
                  <a:cubicBezTo>
                    <a:pt x="4340" y="4054"/>
                    <a:pt x="4086" y="4339"/>
                    <a:pt x="3738" y="4339"/>
                  </a:cubicBezTo>
                  <a:lnTo>
                    <a:pt x="634" y="4339"/>
                  </a:lnTo>
                  <a:cubicBezTo>
                    <a:pt x="286" y="4339"/>
                    <a:pt x="1" y="4624"/>
                    <a:pt x="1" y="4941"/>
                  </a:cubicBezTo>
                  <a:lnTo>
                    <a:pt x="1" y="8424"/>
                  </a:lnTo>
                  <a:cubicBezTo>
                    <a:pt x="1" y="8773"/>
                    <a:pt x="286" y="9058"/>
                    <a:pt x="634" y="9058"/>
                  </a:cubicBezTo>
                  <a:lnTo>
                    <a:pt x="3738" y="9058"/>
                  </a:lnTo>
                  <a:cubicBezTo>
                    <a:pt x="4086" y="9058"/>
                    <a:pt x="4340" y="9311"/>
                    <a:pt x="4340" y="9659"/>
                  </a:cubicBezTo>
                  <a:lnTo>
                    <a:pt x="4340" y="12763"/>
                  </a:lnTo>
                  <a:cubicBezTo>
                    <a:pt x="4340" y="13111"/>
                    <a:pt x="4625" y="13396"/>
                    <a:pt x="4973" y="13396"/>
                  </a:cubicBezTo>
                  <a:lnTo>
                    <a:pt x="8457" y="13396"/>
                  </a:lnTo>
                  <a:cubicBezTo>
                    <a:pt x="8773" y="13396"/>
                    <a:pt x="9058" y="13111"/>
                    <a:pt x="9058" y="12763"/>
                  </a:cubicBezTo>
                  <a:lnTo>
                    <a:pt x="9058" y="9659"/>
                  </a:lnTo>
                  <a:cubicBezTo>
                    <a:pt x="9058" y="9311"/>
                    <a:pt x="9343" y="9058"/>
                    <a:pt x="9660" y="9058"/>
                  </a:cubicBezTo>
                  <a:lnTo>
                    <a:pt x="12795" y="9058"/>
                  </a:lnTo>
                  <a:cubicBezTo>
                    <a:pt x="13144" y="9058"/>
                    <a:pt x="13397" y="8773"/>
                    <a:pt x="13397" y="8424"/>
                  </a:cubicBezTo>
                  <a:lnTo>
                    <a:pt x="13397" y="4941"/>
                  </a:lnTo>
                  <a:cubicBezTo>
                    <a:pt x="13397" y="4624"/>
                    <a:pt x="13144" y="4339"/>
                    <a:pt x="12795" y="4339"/>
                  </a:cubicBezTo>
                  <a:lnTo>
                    <a:pt x="9660" y="4339"/>
                  </a:lnTo>
                  <a:cubicBezTo>
                    <a:pt x="9343" y="4339"/>
                    <a:pt x="9058" y="4054"/>
                    <a:pt x="9058" y="3737"/>
                  </a:cubicBezTo>
                  <a:lnTo>
                    <a:pt x="9058" y="602"/>
                  </a:lnTo>
                  <a:cubicBezTo>
                    <a:pt x="9058" y="285"/>
                    <a:pt x="8773" y="0"/>
                    <a:pt x="8457" y="0"/>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5" name="Google Shape;195;p4"/>
            <p:cNvSpPr/>
            <p:nvPr/>
          </p:nvSpPr>
          <p:spPr>
            <a:xfrm>
              <a:off x="1415400" y="2659150"/>
              <a:ext cx="343650" cy="342850"/>
            </a:xfrm>
            <a:custGeom>
              <a:rect b="b" l="l" r="r" t="t"/>
              <a:pathLst>
                <a:path extrusionOk="0" h="13714" w="13746">
                  <a:moveTo>
                    <a:pt x="5100" y="0"/>
                  </a:moveTo>
                  <a:cubicBezTo>
                    <a:pt x="4751" y="0"/>
                    <a:pt x="4466" y="285"/>
                    <a:pt x="4466" y="634"/>
                  </a:cubicBezTo>
                  <a:lnTo>
                    <a:pt x="4466" y="3832"/>
                  </a:lnTo>
                  <a:cubicBezTo>
                    <a:pt x="4466" y="4181"/>
                    <a:pt x="4181" y="4434"/>
                    <a:pt x="3833" y="4434"/>
                  </a:cubicBezTo>
                  <a:lnTo>
                    <a:pt x="634" y="4434"/>
                  </a:lnTo>
                  <a:cubicBezTo>
                    <a:pt x="286" y="4434"/>
                    <a:pt x="1" y="4719"/>
                    <a:pt x="1" y="5067"/>
                  </a:cubicBezTo>
                  <a:lnTo>
                    <a:pt x="1" y="8646"/>
                  </a:lnTo>
                  <a:cubicBezTo>
                    <a:pt x="1" y="8994"/>
                    <a:pt x="286" y="9279"/>
                    <a:pt x="634" y="9279"/>
                  </a:cubicBezTo>
                  <a:lnTo>
                    <a:pt x="3833" y="9279"/>
                  </a:lnTo>
                  <a:cubicBezTo>
                    <a:pt x="4181" y="9279"/>
                    <a:pt x="4466" y="9564"/>
                    <a:pt x="4466" y="9913"/>
                  </a:cubicBezTo>
                  <a:lnTo>
                    <a:pt x="4466" y="13080"/>
                  </a:lnTo>
                  <a:cubicBezTo>
                    <a:pt x="4466" y="13428"/>
                    <a:pt x="4751" y="13713"/>
                    <a:pt x="5100" y="13713"/>
                  </a:cubicBezTo>
                  <a:lnTo>
                    <a:pt x="8647" y="13713"/>
                  </a:lnTo>
                  <a:cubicBezTo>
                    <a:pt x="8995" y="13713"/>
                    <a:pt x="9280" y="13428"/>
                    <a:pt x="9280" y="13080"/>
                  </a:cubicBezTo>
                  <a:lnTo>
                    <a:pt x="9280" y="9913"/>
                  </a:lnTo>
                  <a:cubicBezTo>
                    <a:pt x="9280" y="9564"/>
                    <a:pt x="9565" y="9279"/>
                    <a:pt x="9913" y="9279"/>
                  </a:cubicBezTo>
                  <a:lnTo>
                    <a:pt x="13112" y="9279"/>
                  </a:lnTo>
                  <a:cubicBezTo>
                    <a:pt x="13460" y="9279"/>
                    <a:pt x="13745" y="8994"/>
                    <a:pt x="13745" y="8646"/>
                  </a:cubicBezTo>
                  <a:lnTo>
                    <a:pt x="13745" y="5067"/>
                  </a:lnTo>
                  <a:cubicBezTo>
                    <a:pt x="13714" y="4719"/>
                    <a:pt x="13460" y="4434"/>
                    <a:pt x="13112" y="4434"/>
                  </a:cubicBezTo>
                  <a:lnTo>
                    <a:pt x="9913" y="4434"/>
                  </a:lnTo>
                  <a:cubicBezTo>
                    <a:pt x="9565" y="4434"/>
                    <a:pt x="9280" y="4181"/>
                    <a:pt x="9280" y="3832"/>
                  </a:cubicBezTo>
                  <a:lnTo>
                    <a:pt x="9280" y="634"/>
                  </a:lnTo>
                  <a:cubicBezTo>
                    <a:pt x="9280" y="285"/>
                    <a:pt x="8995" y="0"/>
                    <a:pt x="8647" y="0"/>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6" name="Google Shape;196;p4"/>
            <p:cNvSpPr/>
            <p:nvPr/>
          </p:nvSpPr>
          <p:spPr>
            <a:xfrm>
              <a:off x="3386800" y="3473050"/>
              <a:ext cx="7950" cy="19025"/>
            </a:xfrm>
            <a:custGeom>
              <a:rect b="b" l="l" r="r" t="t"/>
              <a:pathLst>
                <a:path extrusionOk="0" h="761" w="318">
                  <a:moveTo>
                    <a:pt x="318" y="760"/>
                  </a:moveTo>
                  <a:cubicBezTo>
                    <a:pt x="191" y="507"/>
                    <a:pt x="64" y="253"/>
                    <a:pt x="1" y="0"/>
                  </a:cubicBezTo>
                  <a:cubicBezTo>
                    <a:pt x="64" y="253"/>
                    <a:pt x="191" y="507"/>
                    <a:pt x="318" y="760"/>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7" name="Google Shape;197;p4"/>
            <p:cNvSpPr/>
            <p:nvPr/>
          </p:nvSpPr>
          <p:spPr>
            <a:xfrm>
              <a:off x="3386800" y="3245025"/>
              <a:ext cx="194000" cy="246450"/>
            </a:xfrm>
            <a:custGeom>
              <a:rect b="b" l="l" r="r" t="t"/>
              <a:pathLst>
                <a:path extrusionOk="0" h="9858" w="7760">
                  <a:moveTo>
                    <a:pt x="6715" y="0"/>
                  </a:moveTo>
                  <a:lnTo>
                    <a:pt x="3801" y="2882"/>
                  </a:lnTo>
                  <a:lnTo>
                    <a:pt x="3809" y="2890"/>
                  </a:lnTo>
                  <a:lnTo>
                    <a:pt x="6715" y="0"/>
                  </a:lnTo>
                  <a:close/>
                  <a:moveTo>
                    <a:pt x="3809" y="2890"/>
                  </a:moveTo>
                  <a:lnTo>
                    <a:pt x="888" y="5796"/>
                  </a:lnTo>
                  <a:cubicBezTo>
                    <a:pt x="444" y="6239"/>
                    <a:pt x="159" y="6778"/>
                    <a:pt x="1" y="7316"/>
                  </a:cubicBezTo>
                  <a:cubicBezTo>
                    <a:pt x="159" y="7886"/>
                    <a:pt x="444" y="8393"/>
                    <a:pt x="888" y="8836"/>
                  </a:cubicBezTo>
                  <a:cubicBezTo>
                    <a:pt x="1553" y="9517"/>
                    <a:pt x="2431" y="9857"/>
                    <a:pt x="3310" y="9857"/>
                  </a:cubicBezTo>
                  <a:cubicBezTo>
                    <a:pt x="4189" y="9857"/>
                    <a:pt x="5068" y="9517"/>
                    <a:pt x="5733" y="8836"/>
                  </a:cubicBezTo>
                  <a:lnTo>
                    <a:pt x="7760" y="6841"/>
                  </a:lnTo>
                  <a:lnTo>
                    <a:pt x="3809" y="2890"/>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8" name="Google Shape;198;p4"/>
            <p:cNvSpPr/>
            <p:nvPr/>
          </p:nvSpPr>
          <p:spPr>
            <a:xfrm>
              <a:off x="3396300" y="3494425"/>
              <a:ext cx="4000" cy="6350"/>
            </a:xfrm>
            <a:custGeom>
              <a:rect b="b" l="l" r="r" t="t"/>
              <a:pathLst>
                <a:path extrusionOk="0" h="254" w="160">
                  <a:moveTo>
                    <a:pt x="159" y="253"/>
                  </a:moveTo>
                  <a:cubicBezTo>
                    <a:pt x="96" y="158"/>
                    <a:pt x="33" y="95"/>
                    <a:pt x="1" y="0"/>
                  </a:cubicBezTo>
                  <a:cubicBezTo>
                    <a:pt x="33" y="95"/>
                    <a:pt x="96" y="158"/>
                    <a:pt x="159" y="253"/>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199" name="Google Shape;199;p4"/>
            <p:cNvSpPr/>
            <p:nvPr/>
          </p:nvSpPr>
          <p:spPr>
            <a:xfrm>
              <a:off x="3401850" y="3503125"/>
              <a:ext cx="7150" cy="7950"/>
            </a:xfrm>
            <a:custGeom>
              <a:rect b="b" l="l" r="r" t="t"/>
              <a:pathLst>
                <a:path extrusionOk="0" h="318" w="286">
                  <a:moveTo>
                    <a:pt x="286" y="317"/>
                  </a:moveTo>
                  <a:cubicBezTo>
                    <a:pt x="191" y="222"/>
                    <a:pt x="96" y="127"/>
                    <a:pt x="1" y="0"/>
                  </a:cubicBezTo>
                  <a:cubicBezTo>
                    <a:pt x="96" y="127"/>
                    <a:pt x="191" y="222"/>
                    <a:pt x="286" y="317"/>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0" name="Google Shape;200;p4"/>
            <p:cNvSpPr/>
            <p:nvPr/>
          </p:nvSpPr>
          <p:spPr>
            <a:xfrm>
              <a:off x="3385225" y="3427900"/>
              <a:ext cx="1600" cy="10325"/>
            </a:xfrm>
            <a:custGeom>
              <a:rect b="b" l="l" r="r" t="t"/>
              <a:pathLst>
                <a:path extrusionOk="0" h="413" w="64">
                  <a:moveTo>
                    <a:pt x="1" y="413"/>
                  </a:moveTo>
                  <a:cubicBezTo>
                    <a:pt x="1" y="286"/>
                    <a:pt x="32" y="159"/>
                    <a:pt x="64" y="1"/>
                  </a:cubicBezTo>
                  <a:cubicBezTo>
                    <a:pt x="32" y="159"/>
                    <a:pt x="1" y="286"/>
                    <a:pt x="1" y="413"/>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1" name="Google Shape;201;p4"/>
            <p:cNvSpPr/>
            <p:nvPr/>
          </p:nvSpPr>
          <p:spPr>
            <a:xfrm>
              <a:off x="3384425" y="3461950"/>
              <a:ext cx="2400" cy="8750"/>
            </a:xfrm>
            <a:custGeom>
              <a:rect b="b" l="l" r="r" t="t"/>
              <a:pathLst>
                <a:path extrusionOk="0" h="350" w="96">
                  <a:moveTo>
                    <a:pt x="96" y="349"/>
                  </a:moveTo>
                  <a:cubicBezTo>
                    <a:pt x="64" y="222"/>
                    <a:pt x="33" y="127"/>
                    <a:pt x="1" y="1"/>
                  </a:cubicBezTo>
                  <a:cubicBezTo>
                    <a:pt x="33" y="127"/>
                    <a:pt x="64" y="222"/>
                    <a:pt x="96" y="349"/>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2" name="Google Shape;202;p4"/>
            <p:cNvSpPr/>
            <p:nvPr/>
          </p:nvSpPr>
          <p:spPr>
            <a:xfrm>
              <a:off x="3383650" y="3439000"/>
              <a:ext cx="800" cy="21400"/>
            </a:xfrm>
            <a:custGeom>
              <a:rect b="b" l="l" r="r" t="t"/>
              <a:pathLst>
                <a:path extrusionOk="0" h="856" w="32">
                  <a:moveTo>
                    <a:pt x="32" y="0"/>
                  </a:moveTo>
                  <a:cubicBezTo>
                    <a:pt x="0" y="285"/>
                    <a:pt x="0" y="570"/>
                    <a:pt x="32" y="855"/>
                  </a:cubicBezTo>
                  <a:cubicBezTo>
                    <a:pt x="0" y="570"/>
                    <a:pt x="0" y="285"/>
                    <a:pt x="32" y="0"/>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3" name="Google Shape;203;p4"/>
            <p:cNvSpPr/>
            <p:nvPr/>
          </p:nvSpPr>
          <p:spPr>
            <a:xfrm>
              <a:off x="3602950" y="3366150"/>
              <a:ext cx="72875" cy="72875"/>
            </a:xfrm>
            <a:custGeom>
              <a:rect b="b" l="l" r="r" t="t"/>
              <a:pathLst>
                <a:path extrusionOk="0" h="2915" w="2915">
                  <a:moveTo>
                    <a:pt x="1" y="2914"/>
                  </a:moveTo>
                  <a:lnTo>
                    <a:pt x="2914" y="1"/>
                  </a:ln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4" name="Google Shape;204;p4"/>
            <p:cNvSpPr/>
            <p:nvPr/>
          </p:nvSpPr>
          <p:spPr>
            <a:xfrm>
              <a:off x="3697950" y="3316275"/>
              <a:ext cx="2400" cy="9525"/>
            </a:xfrm>
            <a:custGeom>
              <a:rect b="b" l="l" r="r" t="t"/>
              <a:pathLst>
                <a:path extrusionOk="0" h="381" w="96">
                  <a:moveTo>
                    <a:pt x="96" y="1"/>
                  </a:moveTo>
                  <a:cubicBezTo>
                    <a:pt x="64" y="127"/>
                    <a:pt x="33" y="254"/>
                    <a:pt x="1" y="381"/>
                  </a:cubicBezTo>
                  <a:cubicBezTo>
                    <a:pt x="33" y="254"/>
                    <a:pt x="64" y="127"/>
                    <a:pt x="96" y="1"/>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5" name="Google Shape;205;p4"/>
            <p:cNvSpPr/>
            <p:nvPr/>
          </p:nvSpPr>
          <p:spPr>
            <a:xfrm>
              <a:off x="3690050" y="3327350"/>
              <a:ext cx="7925" cy="19050"/>
            </a:xfrm>
            <a:custGeom>
              <a:rect b="b" l="l" r="r" t="t"/>
              <a:pathLst>
                <a:path extrusionOk="0" h="762" w="317">
                  <a:moveTo>
                    <a:pt x="317" y="1"/>
                  </a:moveTo>
                  <a:cubicBezTo>
                    <a:pt x="253" y="286"/>
                    <a:pt x="127" y="539"/>
                    <a:pt x="0" y="761"/>
                  </a:cubicBezTo>
                  <a:cubicBezTo>
                    <a:pt x="127" y="539"/>
                    <a:pt x="253" y="286"/>
                    <a:pt x="317" y="1"/>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6" name="Google Shape;206;p4"/>
            <p:cNvSpPr/>
            <p:nvPr/>
          </p:nvSpPr>
          <p:spPr>
            <a:xfrm>
              <a:off x="3697950" y="3283025"/>
              <a:ext cx="1625" cy="10325"/>
            </a:xfrm>
            <a:custGeom>
              <a:rect b="b" l="l" r="r" t="t"/>
              <a:pathLst>
                <a:path extrusionOk="0" h="413" w="65">
                  <a:moveTo>
                    <a:pt x="1" y="1"/>
                  </a:moveTo>
                  <a:cubicBezTo>
                    <a:pt x="33" y="127"/>
                    <a:pt x="64" y="254"/>
                    <a:pt x="64" y="412"/>
                  </a:cubicBezTo>
                  <a:cubicBezTo>
                    <a:pt x="64" y="254"/>
                    <a:pt x="33" y="127"/>
                    <a:pt x="1" y="1"/>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7" name="Google Shape;207;p4"/>
            <p:cNvSpPr/>
            <p:nvPr/>
          </p:nvSpPr>
          <p:spPr>
            <a:xfrm>
              <a:off x="3481825" y="3219500"/>
              <a:ext cx="216150" cy="196550"/>
            </a:xfrm>
            <a:custGeom>
              <a:rect b="b" l="l" r="r" t="t"/>
              <a:pathLst>
                <a:path extrusionOk="0" h="7862" w="8646">
                  <a:moveTo>
                    <a:pt x="5336" y="0"/>
                  </a:moveTo>
                  <a:cubicBezTo>
                    <a:pt x="4458" y="0"/>
                    <a:pt x="3579" y="341"/>
                    <a:pt x="2914" y="1021"/>
                  </a:cubicBezTo>
                  <a:lnTo>
                    <a:pt x="0" y="3903"/>
                  </a:lnTo>
                  <a:lnTo>
                    <a:pt x="3959" y="7862"/>
                  </a:lnTo>
                  <a:lnTo>
                    <a:pt x="7759" y="4062"/>
                  </a:lnTo>
                  <a:cubicBezTo>
                    <a:pt x="8202" y="3618"/>
                    <a:pt x="8487" y="3080"/>
                    <a:pt x="8646" y="2542"/>
                  </a:cubicBezTo>
                  <a:cubicBezTo>
                    <a:pt x="8487" y="1971"/>
                    <a:pt x="8202" y="1433"/>
                    <a:pt x="7759" y="1021"/>
                  </a:cubicBezTo>
                  <a:cubicBezTo>
                    <a:pt x="7094" y="341"/>
                    <a:pt x="6215" y="0"/>
                    <a:pt x="53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8" name="Google Shape;208;p4"/>
            <p:cNvSpPr/>
            <p:nvPr/>
          </p:nvSpPr>
          <p:spPr>
            <a:xfrm>
              <a:off x="3699550" y="3294100"/>
              <a:ext cx="1600" cy="21400"/>
            </a:xfrm>
            <a:custGeom>
              <a:rect b="b" l="l" r="r" t="t"/>
              <a:pathLst>
                <a:path extrusionOk="0" h="856" w="64">
                  <a:moveTo>
                    <a:pt x="32" y="856"/>
                  </a:moveTo>
                  <a:cubicBezTo>
                    <a:pt x="64" y="571"/>
                    <a:pt x="64" y="286"/>
                    <a:pt x="0" y="1"/>
                  </a:cubicBezTo>
                  <a:cubicBezTo>
                    <a:pt x="64" y="286"/>
                    <a:pt x="64" y="571"/>
                    <a:pt x="32" y="856"/>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09" name="Google Shape;209;p4"/>
            <p:cNvSpPr/>
            <p:nvPr/>
          </p:nvSpPr>
          <p:spPr>
            <a:xfrm>
              <a:off x="3684500" y="3348750"/>
              <a:ext cx="3975" cy="7150"/>
            </a:xfrm>
            <a:custGeom>
              <a:rect b="b" l="l" r="r" t="t"/>
              <a:pathLst>
                <a:path extrusionOk="0" h="286" w="159">
                  <a:moveTo>
                    <a:pt x="159" y="0"/>
                  </a:moveTo>
                  <a:cubicBezTo>
                    <a:pt x="127" y="95"/>
                    <a:pt x="64" y="190"/>
                    <a:pt x="0" y="285"/>
                  </a:cubicBezTo>
                  <a:cubicBezTo>
                    <a:pt x="64" y="190"/>
                    <a:pt x="127" y="95"/>
                    <a:pt x="159" y="0"/>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0" name="Google Shape;210;p4"/>
            <p:cNvSpPr/>
            <p:nvPr/>
          </p:nvSpPr>
          <p:spPr>
            <a:xfrm>
              <a:off x="3675800" y="3358250"/>
              <a:ext cx="7150" cy="7925"/>
            </a:xfrm>
            <a:custGeom>
              <a:rect b="b" l="l" r="r" t="t"/>
              <a:pathLst>
                <a:path extrusionOk="0" h="317" w="286">
                  <a:moveTo>
                    <a:pt x="0" y="317"/>
                  </a:moveTo>
                  <a:cubicBezTo>
                    <a:pt x="95" y="222"/>
                    <a:pt x="190" y="95"/>
                    <a:pt x="285" y="0"/>
                  </a:cubicBezTo>
                  <a:cubicBezTo>
                    <a:pt x="190" y="95"/>
                    <a:pt x="95" y="222"/>
                    <a:pt x="0" y="317"/>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1" name="Google Shape;211;p4"/>
            <p:cNvSpPr/>
            <p:nvPr/>
          </p:nvSpPr>
          <p:spPr>
            <a:xfrm>
              <a:off x="3386800" y="3470675"/>
              <a:ext cx="25" cy="2400"/>
            </a:xfrm>
            <a:custGeom>
              <a:rect b="b" l="l" r="r" t="t"/>
              <a:pathLst>
                <a:path extrusionOk="0" h="96" w="1">
                  <a:moveTo>
                    <a:pt x="1" y="95"/>
                  </a:moveTo>
                  <a:cubicBezTo>
                    <a:pt x="1" y="63"/>
                    <a:pt x="1" y="32"/>
                    <a:pt x="1" y="0"/>
                  </a:cubicBezTo>
                  <a:cubicBezTo>
                    <a:pt x="1" y="32"/>
                    <a:pt x="1" y="63"/>
                    <a:pt x="1" y="95"/>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2" name="Google Shape;212;p4"/>
            <p:cNvSpPr/>
            <p:nvPr/>
          </p:nvSpPr>
          <p:spPr>
            <a:xfrm>
              <a:off x="3408975" y="3511050"/>
              <a:ext cx="25" cy="25"/>
            </a:xfrm>
            <a:custGeom>
              <a:rect b="b" l="l" r="r" t="t"/>
              <a:pathLst>
                <a:path extrusionOk="0" h="1" w="1">
                  <a:moveTo>
                    <a:pt x="1" y="0"/>
                  </a:moveTo>
                  <a:lnTo>
                    <a:pt x="1" y="0"/>
                  </a:lnTo>
                  <a:lnTo>
                    <a:pt x="1" y="0"/>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3" name="Google Shape;213;p4"/>
            <p:cNvSpPr/>
            <p:nvPr/>
          </p:nvSpPr>
          <p:spPr>
            <a:xfrm>
              <a:off x="3400275" y="3500750"/>
              <a:ext cx="1600" cy="2400"/>
            </a:xfrm>
            <a:custGeom>
              <a:rect b="b" l="l" r="r" t="t"/>
              <a:pathLst>
                <a:path extrusionOk="0" h="96" w="64">
                  <a:moveTo>
                    <a:pt x="64" y="95"/>
                  </a:moveTo>
                  <a:lnTo>
                    <a:pt x="0" y="0"/>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4" name="Google Shape;214;p4"/>
            <p:cNvSpPr/>
            <p:nvPr/>
          </p:nvSpPr>
          <p:spPr>
            <a:xfrm>
              <a:off x="3384425" y="3460375"/>
              <a:ext cx="25" cy="1600"/>
            </a:xfrm>
            <a:custGeom>
              <a:rect b="b" l="l" r="r" t="t"/>
              <a:pathLst>
                <a:path extrusionOk="0" h="64" w="1">
                  <a:moveTo>
                    <a:pt x="1" y="64"/>
                  </a:moveTo>
                  <a:cubicBezTo>
                    <a:pt x="1" y="32"/>
                    <a:pt x="1" y="32"/>
                    <a:pt x="1" y="0"/>
                  </a:cubicBezTo>
                  <a:cubicBezTo>
                    <a:pt x="1" y="32"/>
                    <a:pt x="1" y="32"/>
                    <a:pt x="1" y="64"/>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5" name="Google Shape;215;p4"/>
            <p:cNvSpPr/>
            <p:nvPr/>
          </p:nvSpPr>
          <p:spPr>
            <a:xfrm>
              <a:off x="3394725" y="3492050"/>
              <a:ext cx="1600" cy="2400"/>
            </a:xfrm>
            <a:custGeom>
              <a:rect b="b" l="l" r="r" t="t"/>
              <a:pathLst>
                <a:path extrusionOk="0" h="96" w="64">
                  <a:moveTo>
                    <a:pt x="64" y="95"/>
                  </a:moveTo>
                  <a:cubicBezTo>
                    <a:pt x="32" y="63"/>
                    <a:pt x="1" y="32"/>
                    <a:pt x="1" y="0"/>
                  </a:cubicBezTo>
                  <a:cubicBezTo>
                    <a:pt x="1" y="32"/>
                    <a:pt x="32" y="63"/>
                    <a:pt x="64" y="95"/>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6" name="Google Shape;216;p4"/>
            <p:cNvSpPr/>
            <p:nvPr/>
          </p:nvSpPr>
          <p:spPr>
            <a:xfrm>
              <a:off x="3697950" y="3325775"/>
              <a:ext cx="25" cy="1600"/>
            </a:xfrm>
            <a:custGeom>
              <a:rect b="b" l="l" r="r" t="t"/>
              <a:pathLst>
                <a:path extrusionOk="0" h="64" w="1">
                  <a:moveTo>
                    <a:pt x="1" y="1"/>
                  </a:moveTo>
                  <a:cubicBezTo>
                    <a:pt x="1" y="1"/>
                    <a:pt x="1" y="32"/>
                    <a:pt x="1" y="64"/>
                  </a:cubicBezTo>
                  <a:cubicBezTo>
                    <a:pt x="1" y="32"/>
                    <a:pt x="1" y="32"/>
                    <a:pt x="1" y="1"/>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7" name="Google Shape;217;p4"/>
            <p:cNvSpPr/>
            <p:nvPr/>
          </p:nvSpPr>
          <p:spPr>
            <a:xfrm>
              <a:off x="3688450" y="3346375"/>
              <a:ext cx="1625" cy="2400"/>
            </a:xfrm>
            <a:custGeom>
              <a:rect b="b" l="l" r="r" t="t"/>
              <a:pathLst>
                <a:path extrusionOk="0" h="96" w="65">
                  <a:moveTo>
                    <a:pt x="64" y="0"/>
                  </a:moveTo>
                  <a:cubicBezTo>
                    <a:pt x="64" y="32"/>
                    <a:pt x="32" y="63"/>
                    <a:pt x="1" y="95"/>
                  </a:cubicBezTo>
                  <a:cubicBezTo>
                    <a:pt x="32" y="63"/>
                    <a:pt x="64" y="32"/>
                    <a:pt x="64" y="0"/>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8" name="Google Shape;218;p4"/>
            <p:cNvSpPr/>
            <p:nvPr/>
          </p:nvSpPr>
          <p:spPr>
            <a:xfrm>
              <a:off x="3682925" y="3355875"/>
              <a:ext cx="1600" cy="2400"/>
            </a:xfrm>
            <a:custGeom>
              <a:rect b="b" l="l" r="r" t="t"/>
              <a:pathLst>
                <a:path extrusionOk="0" h="96" w="64">
                  <a:moveTo>
                    <a:pt x="63" y="0"/>
                  </a:moveTo>
                  <a:lnTo>
                    <a:pt x="63" y="0"/>
                  </a:lnTo>
                  <a:cubicBezTo>
                    <a:pt x="32" y="32"/>
                    <a:pt x="0" y="63"/>
                    <a:pt x="0" y="95"/>
                  </a:cubicBezTo>
                  <a:lnTo>
                    <a:pt x="63" y="0"/>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19" name="Google Shape;219;p4"/>
            <p:cNvSpPr/>
            <p:nvPr/>
          </p:nvSpPr>
          <p:spPr>
            <a:xfrm>
              <a:off x="3699550" y="3315475"/>
              <a:ext cx="800" cy="825"/>
            </a:xfrm>
            <a:custGeom>
              <a:rect b="b" l="l" r="r" t="t"/>
              <a:pathLst>
                <a:path extrusionOk="0" h="33" w="32">
                  <a:moveTo>
                    <a:pt x="32" y="1"/>
                  </a:moveTo>
                  <a:cubicBezTo>
                    <a:pt x="32" y="1"/>
                    <a:pt x="32" y="33"/>
                    <a:pt x="0" y="33"/>
                  </a:cubicBezTo>
                  <a:cubicBezTo>
                    <a:pt x="32" y="33"/>
                    <a:pt x="32" y="1"/>
                    <a:pt x="32" y="1"/>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0" name="Google Shape;220;p4"/>
            <p:cNvSpPr/>
            <p:nvPr/>
          </p:nvSpPr>
          <p:spPr>
            <a:xfrm>
              <a:off x="3697950" y="3283025"/>
              <a:ext cx="25" cy="25"/>
            </a:xfrm>
            <a:custGeom>
              <a:rect b="b" l="l" r="r" t="t"/>
              <a:pathLst>
                <a:path extrusionOk="0" h="1" w="1">
                  <a:moveTo>
                    <a:pt x="1" y="1"/>
                  </a:move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1" name="Google Shape;221;p4"/>
            <p:cNvSpPr/>
            <p:nvPr/>
          </p:nvSpPr>
          <p:spPr>
            <a:xfrm>
              <a:off x="3386800" y="3427900"/>
              <a:ext cx="25" cy="25"/>
            </a:xfrm>
            <a:custGeom>
              <a:rect b="b" l="l" r="r" t="t"/>
              <a:pathLst>
                <a:path extrusionOk="0" h="1" w="1">
                  <a:moveTo>
                    <a:pt x="1" y="1"/>
                  </a:moveTo>
                  <a:lnTo>
                    <a:pt x="1" y="1"/>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2" name="Google Shape;222;p4"/>
            <p:cNvSpPr/>
            <p:nvPr/>
          </p:nvSpPr>
          <p:spPr>
            <a:xfrm>
              <a:off x="3699550" y="3293325"/>
              <a:ext cx="25" cy="800"/>
            </a:xfrm>
            <a:custGeom>
              <a:rect b="b" l="l" r="r" t="t"/>
              <a:pathLst>
                <a:path extrusionOk="0" h="32" w="1">
                  <a:moveTo>
                    <a:pt x="0" y="0"/>
                  </a:moveTo>
                  <a:cubicBezTo>
                    <a:pt x="0" y="0"/>
                    <a:pt x="0" y="32"/>
                    <a:pt x="0" y="32"/>
                  </a:cubicBezTo>
                  <a:cubicBezTo>
                    <a:pt x="0" y="32"/>
                    <a:pt x="0" y="0"/>
                    <a:pt x="0" y="0"/>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3" name="Google Shape;223;p4"/>
            <p:cNvSpPr/>
            <p:nvPr/>
          </p:nvSpPr>
          <p:spPr>
            <a:xfrm>
              <a:off x="3384425" y="3438200"/>
              <a:ext cx="25" cy="825"/>
            </a:xfrm>
            <a:custGeom>
              <a:rect b="b" l="l" r="r" t="t"/>
              <a:pathLst>
                <a:path extrusionOk="0" h="33" w="1">
                  <a:moveTo>
                    <a:pt x="1" y="32"/>
                  </a:moveTo>
                  <a:cubicBezTo>
                    <a:pt x="1" y="32"/>
                    <a:pt x="1" y="32"/>
                    <a:pt x="1" y="1"/>
                  </a:cubicBezTo>
                  <a:cubicBezTo>
                    <a:pt x="1" y="32"/>
                    <a:pt x="1" y="32"/>
                    <a:pt x="1" y="32"/>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4" name="Google Shape;224;p4"/>
            <p:cNvSpPr/>
            <p:nvPr/>
          </p:nvSpPr>
          <p:spPr>
            <a:xfrm>
              <a:off x="3383650" y="3416025"/>
              <a:ext cx="219325" cy="119975"/>
            </a:xfrm>
            <a:custGeom>
              <a:rect b="b" l="l" r="r" t="t"/>
              <a:pathLst>
                <a:path extrusionOk="0" h="4799" w="8773">
                  <a:moveTo>
                    <a:pt x="7886" y="1"/>
                  </a:moveTo>
                  <a:lnTo>
                    <a:pt x="5859" y="1996"/>
                  </a:lnTo>
                  <a:cubicBezTo>
                    <a:pt x="5194" y="2677"/>
                    <a:pt x="4315" y="3017"/>
                    <a:pt x="3436" y="3017"/>
                  </a:cubicBezTo>
                  <a:cubicBezTo>
                    <a:pt x="2557" y="3017"/>
                    <a:pt x="1679" y="2677"/>
                    <a:pt x="1014" y="1996"/>
                  </a:cubicBezTo>
                  <a:cubicBezTo>
                    <a:pt x="570" y="1553"/>
                    <a:pt x="285" y="1046"/>
                    <a:pt x="127" y="476"/>
                  </a:cubicBezTo>
                  <a:cubicBezTo>
                    <a:pt x="95" y="603"/>
                    <a:pt x="64" y="761"/>
                    <a:pt x="64" y="888"/>
                  </a:cubicBezTo>
                  <a:cubicBezTo>
                    <a:pt x="64" y="919"/>
                    <a:pt x="32" y="919"/>
                    <a:pt x="32" y="919"/>
                  </a:cubicBezTo>
                  <a:cubicBezTo>
                    <a:pt x="0" y="1204"/>
                    <a:pt x="0" y="1489"/>
                    <a:pt x="32" y="1774"/>
                  </a:cubicBezTo>
                  <a:cubicBezTo>
                    <a:pt x="32" y="1806"/>
                    <a:pt x="32" y="1806"/>
                    <a:pt x="32" y="1838"/>
                  </a:cubicBezTo>
                  <a:cubicBezTo>
                    <a:pt x="64" y="1964"/>
                    <a:pt x="95" y="2059"/>
                    <a:pt x="127" y="2186"/>
                  </a:cubicBezTo>
                  <a:cubicBezTo>
                    <a:pt x="127" y="2218"/>
                    <a:pt x="127" y="2249"/>
                    <a:pt x="127" y="2281"/>
                  </a:cubicBezTo>
                  <a:cubicBezTo>
                    <a:pt x="190" y="2534"/>
                    <a:pt x="317" y="2788"/>
                    <a:pt x="444" y="3041"/>
                  </a:cubicBezTo>
                  <a:cubicBezTo>
                    <a:pt x="444" y="3073"/>
                    <a:pt x="475" y="3104"/>
                    <a:pt x="507" y="3136"/>
                  </a:cubicBezTo>
                  <a:cubicBezTo>
                    <a:pt x="539" y="3231"/>
                    <a:pt x="602" y="3294"/>
                    <a:pt x="665" y="3389"/>
                  </a:cubicBezTo>
                  <a:lnTo>
                    <a:pt x="729" y="3484"/>
                  </a:lnTo>
                  <a:cubicBezTo>
                    <a:pt x="824" y="3611"/>
                    <a:pt x="919" y="3706"/>
                    <a:pt x="1014" y="3801"/>
                  </a:cubicBezTo>
                  <a:cubicBezTo>
                    <a:pt x="1679" y="4466"/>
                    <a:pt x="2557" y="4799"/>
                    <a:pt x="3436" y="4799"/>
                  </a:cubicBezTo>
                  <a:cubicBezTo>
                    <a:pt x="4315" y="4799"/>
                    <a:pt x="5194" y="4466"/>
                    <a:pt x="5859" y="3801"/>
                  </a:cubicBezTo>
                  <a:lnTo>
                    <a:pt x="8773" y="888"/>
                  </a:lnTo>
                  <a:lnTo>
                    <a:pt x="7886" y="1"/>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5" name="Google Shape;225;p4"/>
            <p:cNvSpPr/>
            <p:nvPr/>
          </p:nvSpPr>
          <p:spPr>
            <a:xfrm>
              <a:off x="3383650" y="3416025"/>
              <a:ext cx="219325" cy="119975"/>
            </a:xfrm>
            <a:custGeom>
              <a:rect b="b" l="l" r="r" t="t"/>
              <a:pathLst>
                <a:path extrusionOk="0" h="4799" w="8773">
                  <a:moveTo>
                    <a:pt x="7886" y="1"/>
                  </a:moveTo>
                  <a:lnTo>
                    <a:pt x="5859" y="1996"/>
                  </a:lnTo>
                  <a:cubicBezTo>
                    <a:pt x="5194" y="2677"/>
                    <a:pt x="4315" y="3017"/>
                    <a:pt x="3436" y="3017"/>
                  </a:cubicBezTo>
                  <a:cubicBezTo>
                    <a:pt x="2557" y="3017"/>
                    <a:pt x="1679" y="2677"/>
                    <a:pt x="1014" y="1996"/>
                  </a:cubicBezTo>
                  <a:cubicBezTo>
                    <a:pt x="570" y="1553"/>
                    <a:pt x="285" y="1046"/>
                    <a:pt x="127" y="476"/>
                  </a:cubicBezTo>
                  <a:cubicBezTo>
                    <a:pt x="95" y="603"/>
                    <a:pt x="64" y="761"/>
                    <a:pt x="64" y="888"/>
                  </a:cubicBezTo>
                  <a:cubicBezTo>
                    <a:pt x="64" y="919"/>
                    <a:pt x="32" y="919"/>
                    <a:pt x="32" y="919"/>
                  </a:cubicBezTo>
                  <a:cubicBezTo>
                    <a:pt x="0" y="1204"/>
                    <a:pt x="0" y="1489"/>
                    <a:pt x="32" y="1774"/>
                  </a:cubicBezTo>
                  <a:cubicBezTo>
                    <a:pt x="32" y="1806"/>
                    <a:pt x="32" y="1806"/>
                    <a:pt x="32" y="1838"/>
                  </a:cubicBezTo>
                  <a:cubicBezTo>
                    <a:pt x="64" y="1964"/>
                    <a:pt x="95" y="2059"/>
                    <a:pt x="127" y="2186"/>
                  </a:cubicBezTo>
                  <a:cubicBezTo>
                    <a:pt x="127" y="2218"/>
                    <a:pt x="127" y="2249"/>
                    <a:pt x="127" y="2281"/>
                  </a:cubicBezTo>
                  <a:cubicBezTo>
                    <a:pt x="190" y="2534"/>
                    <a:pt x="317" y="2788"/>
                    <a:pt x="444" y="3041"/>
                  </a:cubicBezTo>
                  <a:cubicBezTo>
                    <a:pt x="444" y="3073"/>
                    <a:pt x="475" y="3104"/>
                    <a:pt x="507" y="3136"/>
                  </a:cubicBezTo>
                  <a:cubicBezTo>
                    <a:pt x="539" y="3231"/>
                    <a:pt x="602" y="3294"/>
                    <a:pt x="665" y="3389"/>
                  </a:cubicBezTo>
                  <a:lnTo>
                    <a:pt x="729" y="3484"/>
                  </a:lnTo>
                  <a:cubicBezTo>
                    <a:pt x="824" y="3611"/>
                    <a:pt x="919" y="3706"/>
                    <a:pt x="1014" y="3801"/>
                  </a:cubicBezTo>
                  <a:cubicBezTo>
                    <a:pt x="1679" y="4466"/>
                    <a:pt x="2557" y="4799"/>
                    <a:pt x="3436" y="4799"/>
                  </a:cubicBezTo>
                  <a:cubicBezTo>
                    <a:pt x="4315" y="4799"/>
                    <a:pt x="5194" y="4466"/>
                    <a:pt x="5859" y="3801"/>
                  </a:cubicBezTo>
                  <a:lnTo>
                    <a:pt x="8773" y="888"/>
                  </a:lnTo>
                  <a:lnTo>
                    <a:pt x="7886" y="1"/>
                  </a:ln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6" name="Google Shape;226;p4"/>
            <p:cNvSpPr/>
            <p:nvPr/>
          </p:nvSpPr>
          <p:spPr>
            <a:xfrm>
              <a:off x="3580775" y="3283025"/>
              <a:ext cx="120375" cy="156000"/>
            </a:xfrm>
            <a:custGeom>
              <a:rect b="b" l="l" r="r" t="t"/>
              <a:pathLst>
                <a:path extrusionOk="0" h="6240" w="4815">
                  <a:moveTo>
                    <a:pt x="4688" y="1"/>
                  </a:moveTo>
                  <a:cubicBezTo>
                    <a:pt x="4529" y="539"/>
                    <a:pt x="4244" y="1077"/>
                    <a:pt x="3801" y="1521"/>
                  </a:cubicBezTo>
                  <a:lnTo>
                    <a:pt x="1" y="5321"/>
                  </a:lnTo>
                  <a:lnTo>
                    <a:pt x="888" y="6239"/>
                  </a:lnTo>
                  <a:lnTo>
                    <a:pt x="3801" y="3326"/>
                  </a:lnTo>
                  <a:cubicBezTo>
                    <a:pt x="3896" y="3231"/>
                    <a:pt x="3991" y="3104"/>
                    <a:pt x="4086" y="3009"/>
                  </a:cubicBezTo>
                  <a:cubicBezTo>
                    <a:pt x="4086" y="2977"/>
                    <a:pt x="4118" y="2946"/>
                    <a:pt x="4149" y="2914"/>
                  </a:cubicBezTo>
                  <a:cubicBezTo>
                    <a:pt x="4213" y="2819"/>
                    <a:pt x="4276" y="2724"/>
                    <a:pt x="4308" y="2629"/>
                  </a:cubicBezTo>
                  <a:cubicBezTo>
                    <a:pt x="4339" y="2597"/>
                    <a:pt x="4339" y="2566"/>
                    <a:pt x="4371" y="2534"/>
                  </a:cubicBezTo>
                  <a:cubicBezTo>
                    <a:pt x="4498" y="2312"/>
                    <a:pt x="4624" y="2059"/>
                    <a:pt x="4688" y="1774"/>
                  </a:cubicBezTo>
                  <a:cubicBezTo>
                    <a:pt x="4688" y="1742"/>
                    <a:pt x="4688" y="1742"/>
                    <a:pt x="4688" y="1711"/>
                  </a:cubicBezTo>
                  <a:cubicBezTo>
                    <a:pt x="4720" y="1584"/>
                    <a:pt x="4751" y="1457"/>
                    <a:pt x="4783" y="1331"/>
                  </a:cubicBezTo>
                  <a:cubicBezTo>
                    <a:pt x="4783" y="1331"/>
                    <a:pt x="4783" y="1299"/>
                    <a:pt x="4783" y="1299"/>
                  </a:cubicBezTo>
                  <a:cubicBezTo>
                    <a:pt x="4815" y="1014"/>
                    <a:pt x="4815" y="729"/>
                    <a:pt x="4783" y="444"/>
                  </a:cubicBezTo>
                  <a:cubicBezTo>
                    <a:pt x="4783" y="444"/>
                    <a:pt x="4751" y="412"/>
                    <a:pt x="4751" y="412"/>
                  </a:cubicBezTo>
                  <a:cubicBezTo>
                    <a:pt x="4751" y="286"/>
                    <a:pt x="4720" y="127"/>
                    <a:pt x="4688" y="1"/>
                  </a:cubicBezTo>
                  <a:close/>
                </a:path>
              </a:pathLst>
            </a:custGeom>
            <a:solidFill>
              <a:srgbClr val="85B7E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7" name="Google Shape;227;p4"/>
            <p:cNvSpPr/>
            <p:nvPr/>
          </p:nvSpPr>
          <p:spPr>
            <a:xfrm>
              <a:off x="3580775" y="3283025"/>
              <a:ext cx="120375" cy="156000"/>
            </a:xfrm>
            <a:custGeom>
              <a:rect b="b" l="l" r="r" t="t"/>
              <a:pathLst>
                <a:path extrusionOk="0" h="6240" w="4815">
                  <a:moveTo>
                    <a:pt x="4688" y="1"/>
                  </a:moveTo>
                  <a:cubicBezTo>
                    <a:pt x="4529" y="539"/>
                    <a:pt x="4244" y="1077"/>
                    <a:pt x="3801" y="1521"/>
                  </a:cubicBezTo>
                  <a:lnTo>
                    <a:pt x="1" y="5321"/>
                  </a:lnTo>
                  <a:lnTo>
                    <a:pt x="888" y="6239"/>
                  </a:lnTo>
                  <a:lnTo>
                    <a:pt x="3801" y="3326"/>
                  </a:lnTo>
                  <a:cubicBezTo>
                    <a:pt x="3896" y="3231"/>
                    <a:pt x="3991" y="3104"/>
                    <a:pt x="4086" y="3009"/>
                  </a:cubicBezTo>
                  <a:cubicBezTo>
                    <a:pt x="4086" y="2977"/>
                    <a:pt x="4118" y="2946"/>
                    <a:pt x="4149" y="2914"/>
                  </a:cubicBezTo>
                  <a:cubicBezTo>
                    <a:pt x="4213" y="2819"/>
                    <a:pt x="4276" y="2724"/>
                    <a:pt x="4308" y="2629"/>
                  </a:cubicBezTo>
                  <a:cubicBezTo>
                    <a:pt x="4339" y="2597"/>
                    <a:pt x="4339" y="2566"/>
                    <a:pt x="4371" y="2534"/>
                  </a:cubicBezTo>
                  <a:cubicBezTo>
                    <a:pt x="4498" y="2312"/>
                    <a:pt x="4624" y="2059"/>
                    <a:pt x="4688" y="1774"/>
                  </a:cubicBezTo>
                  <a:cubicBezTo>
                    <a:pt x="4688" y="1742"/>
                    <a:pt x="4688" y="1742"/>
                    <a:pt x="4688" y="1711"/>
                  </a:cubicBezTo>
                  <a:cubicBezTo>
                    <a:pt x="4720" y="1584"/>
                    <a:pt x="4751" y="1457"/>
                    <a:pt x="4783" y="1331"/>
                  </a:cubicBezTo>
                  <a:cubicBezTo>
                    <a:pt x="4783" y="1331"/>
                    <a:pt x="4783" y="1299"/>
                    <a:pt x="4783" y="1299"/>
                  </a:cubicBezTo>
                  <a:cubicBezTo>
                    <a:pt x="4815" y="1014"/>
                    <a:pt x="4815" y="729"/>
                    <a:pt x="4783" y="444"/>
                  </a:cubicBezTo>
                  <a:cubicBezTo>
                    <a:pt x="4783" y="444"/>
                    <a:pt x="4751" y="412"/>
                    <a:pt x="4751" y="412"/>
                  </a:cubicBezTo>
                  <a:cubicBezTo>
                    <a:pt x="4751" y="286"/>
                    <a:pt x="4720" y="127"/>
                    <a:pt x="4688"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8" name="Google Shape;228;p4"/>
            <p:cNvSpPr/>
            <p:nvPr/>
          </p:nvSpPr>
          <p:spPr>
            <a:xfrm>
              <a:off x="3520600" y="3231575"/>
              <a:ext cx="116425" cy="66525"/>
            </a:xfrm>
            <a:custGeom>
              <a:rect b="b" l="l" r="r" t="t"/>
              <a:pathLst>
                <a:path extrusionOk="0" h="2661" w="4657">
                  <a:moveTo>
                    <a:pt x="856" y="1679"/>
                  </a:moveTo>
                  <a:cubicBezTo>
                    <a:pt x="856" y="1679"/>
                    <a:pt x="2693" y="0"/>
                    <a:pt x="4245" y="285"/>
                  </a:cubicBezTo>
                  <a:cubicBezTo>
                    <a:pt x="4656" y="602"/>
                    <a:pt x="4150" y="1393"/>
                    <a:pt x="3073" y="1869"/>
                  </a:cubicBezTo>
                  <a:cubicBezTo>
                    <a:pt x="2028" y="2344"/>
                    <a:pt x="1" y="2660"/>
                    <a:pt x="856" y="1679"/>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29" name="Google Shape;229;p4"/>
            <p:cNvSpPr/>
            <p:nvPr/>
          </p:nvSpPr>
          <p:spPr>
            <a:xfrm>
              <a:off x="1231725" y="2331375"/>
              <a:ext cx="1625" cy="10325"/>
            </a:xfrm>
            <a:custGeom>
              <a:rect b="b" l="l" r="r" t="t"/>
              <a:pathLst>
                <a:path extrusionOk="0" h="413" w="65">
                  <a:moveTo>
                    <a:pt x="64" y="1"/>
                  </a:moveTo>
                  <a:lnTo>
                    <a:pt x="64" y="1"/>
                  </a:lnTo>
                  <a:cubicBezTo>
                    <a:pt x="32" y="127"/>
                    <a:pt x="1" y="254"/>
                    <a:pt x="1" y="412"/>
                  </a:cubicBezTo>
                  <a:lnTo>
                    <a:pt x="1" y="412"/>
                  </a:lnTo>
                  <a:cubicBezTo>
                    <a:pt x="1" y="254"/>
                    <a:pt x="32" y="127"/>
                    <a:pt x="64" y="1"/>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0" name="Google Shape;230;p4"/>
            <p:cNvSpPr/>
            <p:nvPr/>
          </p:nvSpPr>
          <p:spPr>
            <a:xfrm>
              <a:off x="1233325" y="2329000"/>
              <a:ext cx="800" cy="2400"/>
            </a:xfrm>
            <a:custGeom>
              <a:rect b="b" l="l" r="r" t="t"/>
              <a:pathLst>
                <a:path extrusionOk="0" h="96" w="32">
                  <a:moveTo>
                    <a:pt x="32" y="1"/>
                  </a:moveTo>
                  <a:cubicBezTo>
                    <a:pt x="32" y="32"/>
                    <a:pt x="32" y="64"/>
                    <a:pt x="0" y="96"/>
                  </a:cubicBezTo>
                  <a:lnTo>
                    <a:pt x="0" y="96"/>
                  </a:lnTo>
                  <a:cubicBezTo>
                    <a:pt x="32" y="64"/>
                    <a:pt x="32" y="32"/>
                    <a:pt x="32" y="1"/>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1" name="Google Shape;231;p4"/>
            <p:cNvSpPr/>
            <p:nvPr/>
          </p:nvSpPr>
          <p:spPr>
            <a:xfrm>
              <a:off x="1350500" y="2365425"/>
              <a:ext cx="193975" cy="173800"/>
            </a:xfrm>
            <a:custGeom>
              <a:rect b="b" l="l" r="r" t="t"/>
              <a:pathLst>
                <a:path extrusionOk="0" h="6952" w="7759">
                  <a:moveTo>
                    <a:pt x="3959" y="0"/>
                  </a:moveTo>
                  <a:lnTo>
                    <a:pt x="3959" y="0"/>
                  </a:lnTo>
                  <a:lnTo>
                    <a:pt x="3959" y="0"/>
                  </a:lnTo>
                  <a:lnTo>
                    <a:pt x="3959" y="0"/>
                  </a:lnTo>
                  <a:close/>
                  <a:moveTo>
                    <a:pt x="3959" y="0"/>
                  </a:moveTo>
                  <a:lnTo>
                    <a:pt x="0" y="3959"/>
                  </a:lnTo>
                  <a:lnTo>
                    <a:pt x="2027" y="5954"/>
                  </a:lnTo>
                  <a:cubicBezTo>
                    <a:pt x="2692" y="6619"/>
                    <a:pt x="3571" y="6952"/>
                    <a:pt x="4450" y="6952"/>
                  </a:cubicBezTo>
                  <a:cubicBezTo>
                    <a:pt x="5328" y="6952"/>
                    <a:pt x="6207" y="6619"/>
                    <a:pt x="6872" y="5954"/>
                  </a:cubicBezTo>
                  <a:cubicBezTo>
                    <a:pt x="7316" y="5511"/>
                    <a:pt x="7601" y="5004"/>
                    <a:pt x="7759" y="4434"/>
                  </a:cubicBezTo>
                  <a:cubicBezTo>
                    <a:pt x="7601" y="3864"/>
                    <a:pt x="7316" y="3357"/>
                    <a:pt x="6872" y="2914"/>
                  </a:cubicBezTo>
                  <a:lnTo>
                    <a:pt x="3959" y="0"/>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2" name="Google Shape;232;p4"/>
            <p:cNvSpPr/>
            <p:nvPr/>
          </p:nvSpPr>
          <p:spPr>
            <a:xfrm>
              <a:off x="1240450" y="2292575"/>
              <a:ext cx="15050" cy="21400"/>
            </a:xfrm>
            <a:custGeom>
              <a:rect b="b" l="l" r="r" t="t"/>
              <a:pathLst>
                <a:path extrusionOk="0" h="856" w="602">
                  <a:moveTo>
                    <a:pt x="0" y="856"/>
                  </a:moveTo>
                  <a:cubicBezTo>
                    <a:pt x="158" y="539"/>
                    <a:pt x="348" y="254"/>
                    <a:pt x="602" y="1"/>
                  </a:cubicBezTo>
                  <a:cubicBezTo>
                    <a:pt x="348" y="254"/>
                    <a:pt x="158" y="539"/>
                    <a:pt x="0" y="856"/>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3" name="Google Shape;233;p4"/>
            <p:cNvSpPr/>
            <p:nvPr/>
          </p:nvSpPr>
          <p:spPr>
            <a:xfrm>
              <a:off x="1230950" y="2342450"/>
              <a:ext cx="25" cy="3200"/>
            </a:xfrm>
            <a:custGeom>
              <a:rect b="b" l="l" r="r" t="t"/>
              <a:pathLst>
                <a:path extrusionOk="0" h="128" w="1">
                  <a:moveTo>
                    <a:pt x="0" y="1"/>
                  </a:moveTo>
                  <a:cubicBezTo>
                    <a:pt x="0" y="33"/>
                    <a:pt x="0" y="64"/>
                    <a:pt x="0" y="128"/>
                  </a:cubicBezTo>
                  <a:cubicBezTo>
                    <a:pt x="0" y="64"/>
                    <a:pt x="0" y="33"/>
                    <a:pt x="0" y="1"/>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4" name="Google Shape;234;p4"/>
            <p:cNvSpPr/>
            <p:nvPr/>
          </p:nvSpPr>
          <p:spPr>
            <a:xfrm>
              <a:off x="1242825" y="2397100"/>
              <a:ext cx="3975" cy="6350"/>
            </a:xfrm>
            <a:custGeom>
              <a:rect b="b" l="l" r="r" t="t"/>
              <a:pathLst>
                <a:path extrusionOk="0" h="254" w="159">
                  <a:moveTo>
                    <a:pt x="158" y="253"/>
                  </a:moveTo>
                  <a:cubicBezTo>
                    <a:pt x="95" y="190"/>
                    <a:pt x="32" y="95"/>
                    <a:pt x="0" y="0"/>
                  </a:cubicBezTo>
                  <a:cubicBezTo>
                    <a:pt x="32" y="95"/>
                    <a:pt x="95" y="190"/>
                    <a:pt x="158" y="2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5" name="Google Shape;235;p4"/>
            <p:cNvSpPr/>
            <p:nvPr/>
          </p:nvSpPr>
          <p:spPr>
            <a:xfrm>
              <a:off x="1230950" y="2364625"/>
              <a:ext cx="2400" cy="9525"/>
            </a:xfrm>
            <a:custGeom>
              <a:rect b="b" l="l" r="r" t="t"/>
              <a:pathLst>
                <a:path extrusionOk="0" h="381" w="96">
                  <a:moveTo>
                    <a:pt x="95" y="381"/>
                  </a:moveTo>
                  <a:cubicBezTo>
                    <a:pt x="63" y="254"/>
                    <a:pt x="32" y="127"/>
                    <a:pt x="0" y="1"/>
                  </a:cubicBezTo>
                  <a:cubicBezTo>
                    <a:pt x="32" y="127"/>
                    <a:pt x="63" y="254"/>
                    <a:pt x="95" y="38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6" name="Google Shape;236;p4"/>
            <p:cNvSpPr/>
            <p:nvPr/>
          </p:nvSpPr>
          <p:spPr>
            <a:xfrm>
              <a:off x="1233325" y="2375700"/>
              <a:ext cx="7925" cy="19050"/>
            </a:xfrm>
            <a:custGeom>
              <a:rect b="b" l="l" r="r" t="t"/>
              <a:pathLst>
                <a:path extrusionOk="0" h="762" w="317">
                  <a:moveTo>
                    <a:pt x="317" y="761"/>
                  </a:moveTo>
                  <a:cubicBezTo>
                    <a:pt x="190" y="539"/>
                    <a:pt x="63" y="254"/>
                    <a:pt x="0" y="1"/>
                  </a:cubicBezTo>
                  <a:cubicBezTo>
                    <a:pt x="63" y="254"/>
                    <a:pt x="190" y="539"/>
                    <a:pt x="317" y="76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7" name="Google Shape;237;p4"/>
            <p:cNvSpPr/>
            <p:nvPr/>
          </p:nvSpPr>
          <p:spPr>
            <a:xfrm>
              <a:off x="1233325" y="2267850"/>
              <a:ext cx="216150" cy="196550"/>
            </a:xfrm>
            <a:custGeom>
              <a:rect b="b" l="l" r="r" t="t"/>
              <a:pathLst>
                <a:path extrusionOk="0" h="7862" w="8646">
                  <a:moveTo>
                    <a:pt x="3309" y="0"/>
                  </a:moveTo>
                  <a:cubicBezTo>
                    <a:pt x="2431" y="0"/>
                    <a:pt x="1552" y="341"/>
                    <a:pt x="887" y="1021"/>
                  </a:cubicBezTo>
                  <a:cubicBezTo>
                    <a:pt x="633" y="1243"/>
                    <a:pt x="443" y="1528"/>
                    <a:pt x="285" y="1845"/>
                  </a:cubicBezTo>
                  <a:cubicBezTo>
                    <a:pt x="158" y="2035"/>
                    <a:pt x="95" y="2257"/>
                    <a:pt x="32" y="2447"/>
                  </a:cubicBezTo>
                  <a:cubicBezTo>
                    <a:pt x="32" y="2478"/>
                    <a:pt x="0" y="2510"/>
                    <a:pt x="0" y="2542"/>
                  </a:cubicBezTo>
                  <a:cubicBezTo>
                    <a:pt x="158" y="3080"/>
                    <a:pt x="443" y="3618"/>
                    <a:pt x="887" y="4062"/>
                  </a:cubicBezTo>
                  <a:lnTo>
                    <a:pt x="4687" y="7862"/>
                  </a:lnTo>
                  <a:lnTo>
                    <a:pt x="8646" y="3903"/>
                  </a:lnTo>
                  <a:lnTo>
                    <a:pt x="5732" y="1021"/>
                  </a:lnTo>
                  <a:cubicBezTo>
                    <a:pt x="5067" y="341"/>
                    <a:pt x="4188" y="0"/>
                    <a:pt x="330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8" name="Google Shape;238;p4"/>
            <p:cNvSpPr/>
            <p:nvPr/>
          </p:nvSpPr>
          <p:spPr>
            <a:xfrm>
              <a:off x="1248350" y="2406600"/>
              <a:ext cx="80000" cy="79975"/>
            </a:xfrm>
            <a:custGeom>
              <a:rect b="b" l="l" r="r" t="t"/>
              <a:pathLst>
                <a:path extrusionOk="0" h="3199" w="3200">
                  <a:moveTo>
                    <a:pt x="3199" y="3199"/>
                  </a:moveTo>
                  <a:lnTo>
                    <a:pt x="286" y="317"/>
                  </a:lnTo>
                  <a:cubicBezTo>
                    <a:pt x="191" y="190"/>
                    <a:pt x="96" y="95"/>
                    <a:pt x="1" y="0"/>
                  </a:cubicBezTo>
                  <a:cubicBezTo>
                    <a:pt x="96" y="95"/>
                    <a:pt x="191" y="190"/>
                    <a:pt x="286" y="317"/>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39" name="Google Shape;239;p4"/>
            <p:cNvSpPr/>
            <p:nvPr/>
          </p:nvSpPr>
          <p:spPr>
            <a:xfrm>
              <a:off x="1231725" y="2331375"/>
              <a:ext cx="1625" cy="10325"/>
            </a:xfrm>
            <a:custGeom>
              <a:rect b="b" l="l" r="r" t="t"/>
              <a:pathLst>
                <a:path extrusionOk="0" h="413" w="65">
                  <a:moveTo>
                    <a:pt x="64" y="1"/>
                  </a:moveTo>
                  <a:cubicBezTo>
                    <a:pt x="32" y="127"/>
                    <a:pt x="1" y="254"/>
                    <a:pt x="1" y="412"/>
                  </a:cubicBezTo>
                  <a:cubicBezTo>
                    <a:pt x="1" y="254"/>
                    <a:pt x="32" y="127"/>
                    <a:pt x="6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0" name="Google Shape;240;p4"/>
            <p:cNvSpPr/>
            <p:nvPr/>
          </p:nvSpPr>
          <p:spPr>
            <a:xfrm>
              <a:off x="1230325" y="2342450"/>
              <a:ext cx="650" cy="21400"/>
            </a:xfrm>
            <a:custGeom>
              <a:rect b="b" l="l" r="r" t="t"/>
              <a:pathLst>
                <a:path extrusionOk="0" h="856" w="26">
                  <a:moveTo>
                    <a:pt x="25" y="1"/>
                  </a:moveTo>
                  <a:cubicBezTo>
                    <a:pt x="8" y="153"/>
                    <a:pt x="0" y="304"/>
                    <a:pt x="1" y="456"/>
                  </a:cubicBezTo>
                  <a:lnTo>
                    <a:pt x="1" y="456"/>
                  </a:lnTo>
                  <a:cubicBezTo>
                    <a:pt x="2" y="342"/>
                    <a:pt x="10" y="231"/>
                    <a:pt x="25" y="128"/>
                  </a:cubicBezTo>
                  <a:cubicBezTo>
                    <a:pt x="25" y="64"/>
                    <a:pt x="25" y="33"/>
                    <a:pt x="25" y="1"/>
                  </a:cubicBezTo>
                  <a:close/>
                  <a:moveTo>
                    <a:pt x="1" y="456"/>
                  </a:moveTo>
                  <a:cubicBezTo>
                    <a:pt x="0" y="586"/>
                    <a:pt x="8" y="721"/>
                    <a:pt x="25" y="856"/>
                  </a:cubicBezTo>
                  <a:cubicBezTo>
                    <a:pt x="10" y="723"/>
                    <a:pt x="2" y="589"/>
                    <a:pt x="1" y="456"/>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1" name="Google Shape;241;p4"/>
            <p:cNvSpPr/>
            <p:nvPr/>
          </p:nvSpPr>
          <p:spPr>
            <a:xfrm>
              <a:off x="1233325" y="2331375"/>
              <a:ext cx="25" cy="25"/>
            </a:xfrm>
            <a:custGeom>
              <a:rect b="b" l="l" r="r" t="t"/>
              <a:pathLst>
                <a:path extrusionOk="0" h="1" w="1">
                  <a:moveTo>
                    <a:pt x="0" y="1"/>
                  </a:move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2" name="Google Shape;242;p4"/>
            <p:cNvSpPr/>
            <p:nvPr/>
          </p:nvSpPr>
          <p:spPr>
            <a:xfrm>
              <a:off x="1233325" y="2374125"/>
              <a:ext cx="25" cy="1600"/>
            </a:xfrm>
            <a:custGeom>
              <a:rect b="b" l="l" r="r" t="t"/>
              <a:pathLst>
                <a:path extrusionOk="0" h="64" w="1">
                  <a:moveTo>
                    <a:pt x="0" y="64"/>
                  </a:moveTo>
                  <a:cubicBezTo>
                    <a:pt x="0" y="32"/>
                    <a:pt x="0" y="1"/>
                    <a:pt x="0" y="1"/>
                  </a:cubicBezTo>
                  <a:cubicBezTo>
                    <a:pt x="0" y="1"/>
                    <a:pt x="0" y="32"/>
                    <a:pt x="0" y="64"/>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3" name="Google Shape;243;p4"/>
            <p:cNvSpPr/>
            <p:nvPr/>
          </p:nvSpPr>
          <p:spPr>
            <a:xfrm>
              <a:off x="1230950" y="2363825"/>
              <a:ext cx="25" cy="825"/>
            </a:xfrm>
            <a:custGeom>
              <a:rect b="b" l="l" r="r" t="t"/>
              <a:pathLst>
                <a:path extrusionOk="0" h="33" w="1">
                  <a:moveTo>
                    <a:pt x="0" y="33"/>
                  </a:moveTo>
                  <a:cubicBezTo>
                    <a:pt x="0" y="33"/>
                    <a:pt x="0" y="1"/>
                    <a:pt x="0" y="1"/>
                  </a:cubicBezTo>
                  <a:cubicBezTo>
                    <a:pt x="0" y="1"/>
                    <a:pt x="0" y="33"/>
                    <a:pt x="0" y="33"/>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4" name="Google Shape;244;p4"/>
            <p:cNvSpPr/>
            <p:nvPr/>
          </p:nvSpPr>
          <p:spPr>
            <a:xfrm>
              <a:off x="1230950" y="2341675"/>
              <a:ext cx="800" cy="800"/>
            </a:xfrm>
            <a:custGeom>
              <a:rect b="b" l="l" r="r" t="t"/>
              <a:pathLst>
                <a:path extrusionOk="0" h="32" w="32">
                  <a:moveTo>
                    <a:pt x="32" y="0"/>
                  </a:moveTo>
                  <a:cubicBezTo>
                    <a:pt x="32" y="0"/>
                    <a:pt x="0" y="0"/>
                    <a:pt x="0" y="32"/>
                  </a:cubicBezTo>
                  <a:cubicBezTo>
                    <a:pt x="32" y="0"/>
                    <a:pt x="32" y="0"/>
                    <a:pt x="32" y="0"/>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5" name="Google Shape;245;p4"/>
            <p:cNvSpPr/>
            <p:nvPr/>
          </p:nvSpPr>
          <p:spPr>
            <a:xfrm>
              <a:off x="1241225" y="2394725"/>
              <a:ext cx="1625" cy="2400"/>
            </a:xfrm>
            <a:custGeom>
              <a:rect b="b" l="l" r="r" t="t"/>
              <a:pathLst>
                <a:path extrusionOk="0" h="96" w="65">
                  <a:moveTo>
                    <a:pt x="64" y="95"/>
                  </a:moveTo>
                  <a:cubicBezTo>
                    <a:pt x="32" y="63"/>
                    <a:pt x="1" y="32"/>
                    <a:pt x="1" y="0"/>
                  </a:cubicBezTo>
                  <a:cubicBezTo>
                    <a:pt x="1" y="32"/>
                    <a:pt x="32" y="63"/>
                    <a:pt x="64" y="95"/>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6" name="Google Shape;246;p4"/>
            <p:cNvSpPr/>
            <p:nvPr/>
          </p:nvSpPr>
          <p:spPr>
            <a:xfrm>
              <a:off x="1246775" y="2403425"/>
              <a:ext cx="1600" cy="3200"/>
            </a:xfrm>
            <a:custGeom>
              <a:rect b="b" l="l" r="r" t="t"/>
              <a:pathLst>
                <a:path extrusionOk="0" h="128" w="64">
                  <a:moveTo>
                    <a:pt x="64" y="127"/>
                  </a:moveTo>
                  <a:lnTo>
                    <a:pt x="0" y="0"/>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7" name="Google Shape;247;p4"/>
            <p:cNvSpPr/>
            <p:nvPr/>
          </p:nvSpPr>
          <p:spPr>
            <a:xfrm>
              <a:off x="1233325" y="2331375"/>
              <a:ext cx="25" cy="25"/>
            </a:xfrm>
            <a:custGeom>
              <a:rect b="b" l="l" r="r" t="t"/>
              <a:pathLst>
                <a:path extrusionOk="0" h="1" w="1">
                  <a:moveTo>
                    <a:pt x="0" y="1"/>
                  </a:moveTo>
                  <a:lnTo>
                    <a:pt x="0" y="1"/>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8" name="Google Shape;248;p4"/>
            <p:cNvSpPr/>
            <p:nvPr/>
          </p:nvSpPr>
          <p:spPr>
            <a:xfrm>
              <a:off x="1233325" y="2331375"/>
              <a:ext cx="25" cy="25"/>
            </a:xfrm>
            <a:custGeom>
              <a:rect b="b" l="l" r="r" t="t"/>
              <a:pathLst>
                <a:path extrusionOk="0" h="1" w="1">
                  <a:moveTo>
                    <a:pt x="0" y="1"/>
                  </a:moveTo>
                  <a:lnTo>
                    <a:pt x="0" y="1"/>
                  </a:ln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49" name="Google Shape;249;p4"/>
            <p:cNvSpPr/>
            <p:nvPr/>
          </p:nvSpPr>
          <p:spPr>
            <a:xfrm>
              <a:off x="1328325" y="2464375"/>
              <a:ext cx="219325" cy="119975"/>
            </a:xfrm>
            <a:custGeom>
              <a:rect b="b" l="l" r="r" t="t"/>
              <a:pathLst>
                <a:path extrusionOk="0" h="4799" w="8773">
                  <a:moveTo>
                    <a:pt x="887" y="1"/>
                  </a:moveTo>
                  <a:lnTo>
                    <a:pt x="0" y="888"/>
                  </a:lnTo>
                  <a:lnTo>
                    <a:pt x="2914" y="3801"/>
                  </a:lnTo>
                  <a:cubicBezTo>
                    <a:pt x="3579" y="4466"/>
                    <a:pt x="4458" y="4799"/>
                    <a:pt x="5337" y="4799"/>
                  </a:cubicBezTo>
                  <a:cubicBezTo>
                    <a:pt x="6215" y="4799"/>
                    <a:pt x="7094" y="4466"/>
                    <a:pt x="7759" y="3801"/>
                  </a:cubicBezTo>
                  <a:cubicBezTo>
                    <a:pt x="7854" y="3706"/>
                    <a:pt x="7949" y="3611"/>
                    <a:pt x="8044" y="3484"/>
                  </a:cubicBezTo>
                  <a:lnTo>
                    <a:pt x="8108" y="3389"/>
                  </a:lnTo>
                  <a:cubicBezTo>
                    <a:pt x="8171" y="3294"/>
                    <a:pt x="8234" y="3231"/>
                    <a:pt x="8266" y="3136"/>
                  </a:cubicBezTo>
                  <a:cubicBezTo>
                    <a:pt x="8298" y="3104"/>
                    <a:pt x="8329" y="3073"/>
                    <a:pt x="8329" y="3041"/>
                  </a:cubicBezTo>
                  <a:cubicBezTo>
                    <a:pt x="8456" y="2788"/>
                    <a:pt x="8583" y="2534"/>
                    <a:pt x="8646" y="2281"/>
                  </a:cubicBezTo>
                  <a:cubicBezTo>
                    <a:pt x="8646" y="2249"/>
                    <a:pt x="8646" y="2218"/>
                    <a:pt x="8678" y="2186"/>
                  </a:cubicBezTo>
                  <a:cubicBezTo>
                    <a:pt x="8678" y="2059"/>
                    <a:pt x="8709" y="1964"/>
                    <a:pt x="8741" y="1838"/>
                  </a:cubicBezTo>
                  <a:cubicBezTo>
                    <a:pt x="8741" y="1806"/>
                    <a:pt x="8741" y="1806"/>
                    <a:pt x="8741" y="1774"/>
                  </a:cubicBezTo>
                  <a:cubicBezTo>
                    <a:pt x="8773" y="1489"/>
                    <a:pt x="8773" y="1204"/>
                    <a:pt x="8741" y="919"/>
                  </a:cubicBezTo>
                  <a:cubicBezTo>
                    <a:pt x="8741" y="919"/>
                    <a:pt x="8709" y="919"/>
                    <a:pt x="8709" y="888"/>
                  </a:cubicBezTo>
                  <a:cubicBezTo>
                    <a:pt x="8709" y="761"/>
                    <a:pt x="8678" y="603"/>
                    <a:pt x="8646" y="476"/>
                  </a:cubicBezTo>
                  <a:cubicBezTo>
                    <a:pt x="8488" y="1046"/>
                    <a:pt x="8203" y="1553"/>
                    <a:pt x="7759" y="1996"/>
                  </a:cubicBezTo>
                  <a:cubicBezTo>
                    <a:pt x="7094" y="2661"/>
                    <a:pt x="6215" y="2994"/>
                    <a:pt x="5337" y="2994"/>
                  </a:cubicBezTo>
                  <a:cubicBezTo>
                    <a:pt x="4458" y="2994"/>
                    <a:pt x="3579" y="2661"/>
                    <a:pt x="2914" y="1996"/>
                  </a:cubicBezTo>
                  <a:lnTo>
                    <a:pt x="887" y="1"/>
                  </a:ln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0" name="Google Shape;250;p4"/>
            <p:cNvSpPr/>
            <p:nvPr/>
          </p:nvSpPr>
          <p:spPr>
            <a:xfrm>
              <a:off x="1231725" y="2341675"/>
              <a:ext cx="25" cy="800"/>
            </a:xfrm>
            <a:custGeom>
              <a:rect b="b" l="l" r="r" t="t"/>
              <a:pathLst>
                <a:path extrusionOk="0" h="32" w="1">
                  <a:moveTo>
                    <a:pt x="1" y="0"/>
                  </a:moveTo>
                  <a:lnTo>
                    <a:pt x="1" y="0"/>
                  </a:lnTo>
                  <a:cubicBezTo>
                    <a:pt x="1" y="0"/>
                    <a:pt x="1" y="0"/>
                    <a:pt x="1" y="32"/>
                  </a:cubicBezTo>
                  <a:lnTo>
                    <a:pt x="1" y="32"/>
                  </a:lnTo>
                  <a:cubicBezTo>
                    <a:pt x="1" y="0"/>
                    <a:pt x="1" y="0"/>
                    <a:pt x="1" y="0"/>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1" name="Google Shape;251;p4"/>
            <p:cNvSpPr/>
            <p:nvPr/>
          </p:nvSpPr>
          <p:spPr>
            <a:xfrm>
              <a:off x="1231725" y="2341675"/>
              <a:ext cx="25" cy="800"/>
            </a:xfrm>
            <a:custGeom>
              <a:rect b="b" l="l" r="r" t="t"/>
              <a:pathLst>
                <a:path extrusionOk="0" h="32" w="1">
                  <a:moveTo>
                    <a:pt x="1" y="0"/>
                  </a:moveTo>
                  <a:lnTo>
                    <a:pt x="1" y="0"/>
                  </a:lnTo>
                  <a:cubicBezTo>
                    <a:pt x="1" y="0"/>
                    <a:pt x="1" y="0"/>
                    <a:pt x="1" y="32"/>
                  </a:cubicBezTo>
                  <a:lnTo>
                    <a:pt x="1" y="32"/>
                  </a:lnTo>
                  <a:cubicBezTo>
                    <a:pt x="1" y="0"/>
                    <a:pt x="1" y="0"/>
                    <a:pt x="1" y="0"/>
                  </a:cubicBezTo>
                  <a:close/>
                </a:path>
              </a:pathLst>
            </a:custGeom>
            <a:solidFill>
              <a:srgbClr val="C6477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2" name="Google Shape;252;p4"/>
            <p:cNvSpPr/>
            <p:nvPr/>
          </p:nvSpPr>
          <p:spPr>
            <a:xfrm>
              <a:off x="1230150" y="2331375"/>
              <a:ext cx="120375" cy="155200"/>
            </a:xfrm>
            <a:custGeom>
              <a:rect b="b" l="l" r="r" t="t"/>
              <a:pathLst>
                <a:path extrusionOk="0" h="6208" w="4815">
                  <a:moveTo>
                    <a:pt x="127" y="1"/>
                  </a:moveTo>
                  <a:cubicBezTo>
                    <a:pt x="95" y="127"/>
                    <a:pt x="64" y="254"/>
                    <a:pt x="64" y="412"/>
                  </a:cubicBezTo>
                  <a:cubicBezTo>
                    <a:pt x="64" y="412"/>
                    <a:pt x="64" y="412"/>
                    <a:pt x="64" y="444"/>
                  </a:cubicBezTo>
                  <a:cubicBezTo>
                    <a:pt x="0" y="729"/>
                    <a:pt x="0" y="1014"/>
                    <a:pt x="32" y="1299"/>
                  </a:cubicBezTo>
                  <a:cubicBezTo>
                    <a:pt x="32" y="1299"/>
                    <a:pt x="32" y="1331"/>
                    <a:pt x="64" y="1331"/>
                  </a:cubicBezTo>
                  <a:cubicBezTo>
                    <a:pt x="64" y="1457"/>
                    <a:pt x="95" y="1584"/>
                    <a:pt x="127" y="1711"/>
                  </a:cubicBezTo>
                  <a:cubicBezTo>
                    <a:pt x="127" y="1711"/>
                    <a:pt x="127" y="1742"/>
                    <a:pt x="127" y="1774"/>
                  </a:cubicBezTo>
                  <a:cubicBezTo>
                    <a:pt x="222" y="2027"/>
                    <a:pt x="317" y="2281"/>
                    <a:pt x="444" y="2534"/>
                  </a:cubicBezTo>
                  <a:cubicBezTo>
                    <a:pt x="475" y="2566"/>
                    <a:pt x="475" y="2597"/>
                    <a:pt x="507" y="2629"/>
                  </a:cubicBezTo>
                  <a:cubicBezTo>
                    <a:pt x="570" y="2724"/>
                    <a:pt x="602" y="2819"/>
                    <a:pt x="665" y="2882"/>
                  </a:cubicBezTo>
                  <a:lnTo>
                    <a:pt x="760" y="2977"/>
                  </a:lnTo>
                  <a:cubicBezTo>
                    <a:pt x="824" y="3104"/>
                    <a:pt x="919" y="3199"/>
                    <a:pt x="1014" y="3326"/>
                  </a:cubicBezTo>
                  <a:lnTo>
                    <a:pt x="3927" y="6208"/>
                  </a:lnTo>
                  <a:lnTo>
                    <a:pt x="4814" y="5321"/>
                  </a:lnTo>
                  <a:lnTo>
                    <a:pt x="1014" y="1521"/>
                  </a:lnTo>
                  <a:cubicBezTo>
                    <a:pt x="570" y="1077"/>
                    <a:pt x="285" y="539"/>
                    <a:pt x="12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3" name="Google Shape;253;p4"/>
            <p:cNvSpPr/>
            <p:nvPr/>
          </p:nvSpPr>
          <p:spPr>
            <a:xfrm>
              <a:off x="1230150" y="2331375"/>
              <a:ext cx="120375" cy="155200"/>
            </a:xfrm>
            <a:custGeom>
              <a:rect b="b" l="l" r="r" t="t"/>
              <a:pathLst>
                <a:path extrusionOk="0" h="6208" w="4815">
                  <a:moveTo>
                    <a:pt x="127" y="1"/>
                  </a:moveTo>
                  <a:cubicBezTo>
                    <a:pt x="95" y="127"/>
                    <a:pt x="64" y="254"/>
                    <a:pt x="64" y="412"/>
                  </a:cubicBezTo>
                  <a:cubicBezTo>
                    <a:pt x="64" y="412"/>
                    <a:pt x="64" y="412"/>
                    <a:pt x="64" y="444"/>
                  </a:cubicBezTo>
                  <a:cubicBezTo>
                    <a:pt x="0" y="729"/>
                    <a:pt x="0" y="1014"/>
                    <a:pt x="32" y="1299"/>
                  </a:cubicBezTo>
                  <a:cubicBezTo>
                    <a:pt x="32" y="1299"/>
                    <a:pt x="32" y="1331"/>
                    <a:pt x="64" y="1331"/>
                  </a:cubicBezTo>
                  <a:cubicBezTo>
                    <a:pt x="64" y="1457"/>
                    <a:pt x="95" y="1584"/>
                    <a:pt x="127" y="1711"/>
                  </a:cubicBezTo>
                  <a:cubicBezTo>
                    <a:pt x="127" y="1711"/>
                    <a:pt x="127" y="1742"/>
                    <a:pt x="127" y="1774"/>
                  </a:cubicBezTo>
                  <a:cubicBezTo>
                    <a:pt x="222" y="2027"/>
                    <a:pt x="317" y="2281"/>
                    <a:pt x="444" y="2534"/>
                  </a:cubicBezTo>
                  <a:cubicBezTo>
                    <a:pt x="475" y="2566"/>
                    <a:pt x="475" y="2597"/>
                    <a:pt x="507" y="2629"/>
                  </a:cubicBezTo>
                  <a:cubicBezTo>
                    <a:pt x="570" y="2724"/>
                    <a:pt x="602" y="2819"/>
                    <a:pt x="665" y="2882"/>
                  </a:cubicBezTo>
                  <a:lnTo>
                    <a:pt x="760" y="2977"/>
                  </a:lnTo>
                  <a:cubicBezTo>
                    <a:pt x="824" y="3104"/>
                    <a:pt x="919" y="3199"/>
                    <a:pt x="1014" y="3326"/>
                  </a:cubicBezTo>
                  <a:lnTo>
                    <a:pt x="3927" y="6208"/>
                  </a:lnTo>
                  <a:lnTo>
                    <a:pt x="4814" y="5321"/>
                  </a:lnTo>
                  <a:lnTo>
                    <a:pt x="1014" y="1521"/>
                  </a:lnTo>
                  <a:cubicBezTo>
                    <a:pt x="570" y="1077"/>
                    <a:pt x="285" y="539"/>
                    <a:pt x="127"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54" name="Google Shape;254;p4"/>
            <p:cNvSpPr/>
            <p:nvPr/>
          </p:nvSpPr>
          <p:spPr>
            <a:xfrm>
              <a:off x="1294275" y="2279125"/>
              <a:ext cx="116400" cy="67325"/>
            </a:xfrm>
            <a:custGeom>
              <a:rect b="b" l="l" r="r" t="t"/>
              <a:pathLst>
                <a:path extrusionOk="0" h="2693" w="4656">
                  <a:moveTo>
                    <a:pt x="3801" y="1711"/>
                  </a:moveTo>
                  <a:cubicBezTo>
                    <a:pt x="3801" y="1711"/>
                    <a:pt x="1964" y="0"/>
                    <a:pt x="412" y="317"/>
                  </a:cubicBezTo>
                  <a:cubicBezTo>
                    <a:pt x="1" y="634"/>
                    <a:pt x="507" y="1425"/>
                    <a:pt x="1584" y="1901"/>
                  </a:cubicBezTo>
                  <a:cubicBezTo>
                    <a:pt x="2629" y="2376"/>
                    <a:pt x="4656" y="2692"/>
                    <a:pt x="3801" y="171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255" name="Google Shape;255;p4"/>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01</a:t>
            </a:r>
            <a:endParaRPr/>
          </a:p>
        </p:txBody>
      </p:sp>
    </p:spTree>
  </p:cSld>
  <p:clrMapOvr>
    <a:masterClrMapping/>
  </p:clrMapOvr>
  <mc:AlternateContent>
    <mc:Choice Requires="p14">
      <p:transition spd="slow" p14:dur="3900">
        <p14:glitter dir="l" pattern="hexagon"/>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id="260" name="Google Shape;260;p5"/>
          <p:cNvSpPr txBox="1"/>
          <p:nvPr>
            <p:ph type="title"/>
          </p:nvPr>
        </p:nvSpPr>
        <p:spPr>
          <a:xfrm>
            <a:off x="256670" y="2576188"/>
            <a:ext cx="5903566" cy="2545224"/>
          </a:xfrm>
          <a:prstGeom prst="rect">
            <a:avLst/>
          </a:prstGeom>
          <a:noFill/>
          <a:ln>
            <a:noFill/>
          </a:ln>
        </p:spPr>
        <p:txBody>
          <a:bodyPr anchorCtr="0" anchor="b" bIns="45700" lIns="91425" spcFirstLastPara="1" rIns="91425" wrap="square" tIns="45700">
            <a:noAutofit/>
          </a:bodyPr>
          <a:lstStyle/>
          <a:p>
            <a:pPr indent="0" lvl="0" marL="152400" rtl="0" algn="l">
              <a:lnSpc>
                <a:spcPct val="150000"/>
              </a:lnSpc>
              <a:spcBef>
                <a:spcPts val="0"/>
              </a:spcBef>
              <a:spcAft>
                <a:spcPts val="0"/>
              </a:spcAft>
              <a:buClr>
                <a:schemeClr val="dk1"/>
              </a:buClr>
              <a:buSzPts val="1600"/>
              <a:buFont typeface="Arial"/>
              <a:buNone/>
            </a:pPr>
            <a:r>
              <a:rPr lang="en-US" sz="1600">
                <a:latin typeface="Arial"/>
                <a:ea typeface="Arial"/>
                <a:cs typeface="Arial"/>
                <a:sym typeface="Arial"/>
              </a:rPr>
              <a:t>Diabetes is a chronic disease that requires patients to monitor their life make balanced diet and daily exercise routine. </a:t>
            </a:r>
            <a:br>
              <a:rPr lang="en-US" sz="1600">
                <a:latin typeface="Arial"/>
                <a:ea typeface="Arial"/>
                <a:cs typeface="Arial"/>
                <a:sym typeface="Arial"/>
              </a:rPr>
            </a:br>
            <a:br>
              <a:rPr lang="en-US" sz="700">
                <a:latin typeface="Arial"/>
                <a:ea typeface="Arial"/>
                <a:cs typeface="Arial"/>
                <a:sym typeface="Arial"/>
              </a:rPr>
            </a:br>
            <a:r>
              <a:rPr lang="en-US" sz="1600">
                <a:latin typeface="Arial"/>
                <a:ea typeface="Arial"/>
                <a:cs typeface="Arial"/>
                <a:sym typeface="Arial"/>
              </a:rPr>
              <a:t>Our project aims to develop a personalized daily monitoring system that collects patients' health data and provides tailored recommendations to improve their lifestyle and overall health, helping to reduce complications.</a:t>
            </a:r>
            <a:endParaRPr sz="1400">
              <a:solidFill>
                <a:schemeClr val="lt1"/>
              </a:solidFill>
              <a:latin typeface="Arial"/>
              <a:ea typeface="Arial"/>
              <a:cs typeface="Arial"/>
              <a:sym typeface="Arial"/>
            </a:endParaRPr>
          </a:p>
        </p:txBody>
      </p:sp>
      <p:sp>
        <p:nvSpPr>
          <p:cNvPr id="261" name="Google Shape;261;p5"/>
          <p:cNvSpPr txBox="1"/>
          <p:nvPr/>
        </p:nvSpPr>
        <p:spPr>
          <a:xfrm>
            <a:off x="450590" y="1635244"/>
            <a:ext cx="60960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dk1"/>
                </a:solidFill>
                <a:latin typeface="Calibri"/>
                <a:ea typeface="Calibri"/>
                <a:cs typeface="Calibri"/>
                <a:sym typeface="Calibri"/>
              </a:rPr>
              <a:t>Introduction</a:t>
            </a:r>
            <a:endParaRPr/>
          </a:p>
        </p:txBody>
      </p:sp>
      <p:grpSp>
        <p:nvGrpSpPr>
          <p:cNvPr id="262" name="Google Shape;262;p5"/>
          <p:cNvGrpSpPr/>
          <p:nvPr/>
        </p:nvGrpSpPr>
        <p:grpSpPr>
          <a:xfrm>
            <a:off x="6473199" y="282633"/>
            <a:ext cx="4582992" cy="6639915"/>
            <a:chOff x="3687529" y="1142976"/>
            <a:chExt cx="1768972" cy="4000782"/>
          </a:xfrm>
        </p:grpSpPr>
        <p:sp>
          <p:nvSpPr>
            <p:cNvPr id="263" name="Google Shape;263;p5"/>
            <p:cNvSpPr/>
            <p:nvPr/>
          </p:nvSpPr>
          <p:spPr>
            <a:xfrm>
              <a:off x="3732750" y="2707878"/>
              <a:ext cx="1603437" cy="1649600"/>
            </a:xfrm>
            <a:custGeom>
              <a:rect b="b" l="l" r="r" t="t"/>
              <a:pathLst>
                <a:path extrusionOk="0" h="54281" w="52762">
                  <a:moveTo>
                    <a:pt x="33887" y="0"/>
                  </a:moveTo>
                  <a:cubicBezTo>
                    <a:pt x="36167" y="412"/>
                    <a:pt x="38352" y="1108"/>
                    <a:pt x="40474" y="1995"/>
                  </a:cubicBezTo>
                  <a:cubicBezTo>
                    <a:pt x="42406" y="2819"/>
                    <a:pt x="43989" y="4054"/>
                    <a:pt x="45287" y="5637"/>
                  </a:cubicBezTo>
                  <a:cubicBezTo>
                    <a:pt x="46523" y="7126"/>
                    <a:pt x="47599" y="8709"/>
                    <a:pt x="48423" y="10451"/>
                  </a:cubicBezTo>
                  <a:cubicBezTo>
                    <a:pt x="49024" y="11717"/>
                    <a:pt x="49531" y="13048"/>
                    <a:pt x="50006" y="14378"/>
                  </a:cubicBezTo>
                  <a:cubicBezTo>
                    <a:pt x="50798" y="16499"/>
                    <a:pt x="51526" y="18653"/>
                    <a:pt x="52033" y="20870"/>
                  </a:cubicBezTo>
                  <a:cubicBezTo>
                    <a:pt x="52286" y="22073"/>
                    <a:pt x="52603" y="23245"/>
                    <a:pt x="52761" y="24448"/>
                  </a:cubicBezTo>
                  <a:cubicBezTo>
                    <a:pt x="52571" y="24892"/>
                    <a:pt x="52223" y="25050"/>
                    <a:pt x="51843" y="25208"/>
                  </a:cubicBezTo>
                  <a:cubicBezTo>
                    <a:pt x="50798" y="25620"/>
                    <a:pt x="49721" y="25683"/>
                    <a:pt x="48644" y="25810"/>
                  </a:cubicBezTo>
                  <a:cubicBezTo>
                    <a:pt x="47314" y="26000"/>
                    <a:pt x="45953" y="26032"/>
                    <a:pt x="44622" y="26285"/>
                  </a:cubicBezTo>
                  <a:cubicBezTo>
                    <a:pt x="44147" y="26380"/>
                    <a:pt x="43957" y="26190"/>
                    <a:pt x="44021" y="25620"/>
                  </a:cubicBezTo>
                  <a:cubicBezTo>
                    <a:pt x="44179" y="24417"/>
                    <a:pt x="44084" y="23213"/>
                    <a:pt x="44116" y="22010"/>
                  </a:cubicBezTo>
                  <a:cubicBezTo>
                    <a:pt x="44116" y="21820"/>
                    <a:pt x="44116" y="21598"/>
                    <a:pt x="44052" y="21377"/>
                  </a:cubicBezTo>
                  <a:cubicBezTo>
                    <a:pt x="43862" y="21662"/>
                    <a:pt x="43894" y="21947"/>
                    <a:pt x="43862" y="22232"/>
                  </a:cubicBezTo>
                  <a:cubicBezTo>
                    <a:pt x="43704" y="23625"/>
                    <a:pt x="43609" y="24987"/>
                    <a:pt x="43641" y="26412"/>
                  </a:cubicBezTo>
                  <a:cubicBezTo>
                    <a:pt x="43672" y="26855"/>
                    <a:pt x="43641" y="27299"/>
                    <a:pt x="43546" y="27742"/>
                  </a:cubicBezTo>
                  <a:cubicBezTo>
                    <a:pt x="43387" y="27932"/>
                    <a:pt x="43451" y="28154"/>
                    <a:pt x="43451" y="28375"/>
                  </a:cubicBezTo>
                  <a:cubicBezTo>
                    <a:pt x="43419" y="30149"/>
                    <a:pt x="43514" y="31922"/>
                    <a:pt x="43261" y="33696"/>
                  </a:cubicBezTo>
                  <a:cubicBezTo>
                    <a:pt x="43102" y="34076"/>
                    <a:pt x="42849" y="33854"/>
                    <a:pt x="42627" y="33727"/>
                  </a:cubicBezTo>
                  <a:cubicBezTo>
                    <a:pt x="41772" y="33221"/>
                    <a:pt x="40917" y="32682"/>
                    <a:pt x="40062" y="32176"/>
                  </a:cubicBezTo>
                  <a:cubicBezTo>
                    <a:pt x="37497" y="30592"/>
                    <a:pt x="34932" y="28945"/>
                    <a:pt x="32240" y="27584"/>
                  </a:cubicBezTo>
                  <a:cubicBezTo>
                    <a:pt x="31701" y="27299"/>
                    <a:pt x="31100" y="27109"/>
                    <a:pt x="30530" y="26887"/>
                  </a:cubicBezTo>
                  <a:cubicBezTo>
                    <a:pt x="30213" y="26729"/>
                    <a:pt x="29865" y="26665"/>
                    <a:pt x="29516" y="26824"/>
                  </a:cubicBezTo>
                  <a:cubicBezTo>
                    <a:pt x="28978" y="27235"/>
                    <a:pt x="28883" y="27584"/>
                    <a:pt x="29263" y="28122"/>
                  </a:cubicBezTo>
                  <a:cubicBezTo>
                    <a:pt x="29738" y="28787"/>
                    <a:pt x="30340" y="29294"/>
                    <a:pt x="31005" y="29737"/>
                  </a:cubicBezTo>
                  <a:cubicBezTo>
                    <a:pt x="31258" y="29927"/>
                    <a:pt x="31480" y="30117"/>
                    <a:pt x="31290" y="30465"/>
                  </a:cubicBezTo>
                  <a:cubicBezTo>
                    <a:pt x="31068" y="30941"/>
                    <a:pt x="30910" y="31416"/>
                    <a:pt x="31131" y="31954"/>
                  </a:cubicBezTo>
                  <a:cubicBezTo>
                    <a:pt x="31226" y="32176"/>
                    <a:pt x="31100" y="32334"/>
                    <a:pt x="30941" y="32492"/>
                  </a:cubicBezTo>
                  <a:cubicBezTo>
                    <a:pt x="30150" y="33347"/>
                    <a:pt x="30118" y="33949"/>
                    <a:pt x="30846" y="34899"/>
                  </a:cubicBezTo>
                  <a:cubicBezTo>
                    <a:pt x="31036" y="35152"/>
                    <a:pt x="31036" y="35342"/>
                    <a:pt x="30815" y="35564"/>
                  </a:cubicBezTo>
                  <a:cubicBezTo>
                    <a:pt x="30403" y="36039"/>
                    <a:pt x="30340" y="36546"/>
                    <a:pt x="30593" y="37116"/>
                  </a:cubicBezTo>
                  <a:cubicBezTo>
                    <a:pt x="30910" y="37686"/>
                    <a:pt x="31480" y="38034"/>
                    <a:pt x="31986" y="38383"/>
                  </a:cubicBezTo>
                  <a:cubicBezTo>
                    <a:pt x="32715" y="38953"/>
                    <a:pt x="33570" y="39333"/>
                    <a:pt x="34298" y="39903"/>
                  </a:cubicBezTo>
                  <a:cubicBezTo>
                    <a:pt x="35058" y="40695"/>
                    <a:pt x="35945" y="41296"/>
                    <a:pt x="36832" y="41898"/>
                  </a:cubicBezTo>
                  <a:cubicBezTo>
                    <a:pt x="38669" y="43260"/>
                    <a:pt x="40600" y="44463"/>
                    <a:pt x="42564" y="45635"/>
                  </a:cubicBezTo>
                  <a:cubicBezTo>
                    <a:pt x="42691" y="45698"/>
                    <a:pt x="42817" y="45793"/>
                    <a:pt x="42912" y="45920"/>
                  </a:cubicBezTo>
                  <a:cubicBezTo>
                    <a:pt x="42912" y="46490"/>
                    <a:pt x="42944" y="47060"/>
                    <a:pt x="42849" y="47630"/>
                  </a:cubicBezTo>
                  <a:cubicBezTo>
                    <a:pt x="42817" y="47947"/>
                    <a:pt x="42849" y="48295"/>
                    <a:pt x="42881" y="48643"/>
                  </a:cubicBezTo>
                  <a:cubicBezTo>
                    <a:pt x="42976" y="49657"/>
                    <a:pt x="43071" y="50670"/>
                    <a:pt x="43007" y="51684"/>
                  </a:cubicBezTo>
                  <a:cubicBezTo>
                    <a:pt x="43007" y="52127"/>
                    <a:pt x="42754" y="52539"/>
                    <a:pt x="42564" y="52919"/>
                  </a:cubicBezTo>
                  <a:cubicBezTo>
                    <a:pt x="42406" y="53267"/>
                    <a:pt x="42026" y="53267"/>
                    <a:pt x="41709" y="53394"/>
                  </a:cubicBezTo>
                  <a:cubicBezTo>
                    <a:pt x="40917" y="53805"/>
                    <a:pt x="40062" y="53805"/>
                    <a:pt x="39207" y="53900"/>
                  </a:cubicBezTo>
                  <a:cubicBezTo>
                    <a:pt x="36072" y="54249"/>
                    <a:pt x="32905" y="54249"/>
                    <a:pt x="29738" y="54249"/>
                  </a:cubicBezTo>
                  <a:cubicBezTo>
                    <a:pt x="26223" y="54249"/>
                    <a:pt x="22707" y="54280"/>
                    <a:pt x="19192" y="54217"/>
                  </a:cubicBezTo>
                  <a:cubicBezTo>
                    <a:pt x="16785" y="54185"/>
                    <a:pt x="14315" y="54090"/>
                    <a:pt x="11908" y="53679"/>
                  </a:cubicBezTo>
                  <a:cubicBezTo>
                    <a:pt x="11623" y="53615"/>
                    <a:pt x="11338" y="53615"/>
                    <a:pt x="11085" y="53394"/>
                  </a:cubicBezTo>
                  <a:cubicBezTo>
                    <a:pt x="10800" y="53267"/>
                    <a:pt x="10388" y="53267"/>
                    <a:pt x="10230" y="52919"/>
                  </a:cubicBezTo>
                  <a:cubicBezTo>
                    <a:pt x="10040" y="52475"/>
                    <a:pt x="9755" y="52064"/>
                    <a:pt x="9755" y="51589"/>
                  </a:cubicBezTo>
                  <a:cubicBezTo>
                    <a:pt x="9755" y="50544"/>
                    <a:pt x="9818" y="49498"/>
                    <a:pt x="9945" y="48453"/>
                  </a:cubicBezTo>
                  <a:cubicBezTo>
                    <a:pt x="9976" y="48200"/>
                    <a:pt x="9976" y="47883"/>
                    <a:pt x="9945" y="47630"/>
                  </a:cubicBezTo>
                  <a:cubicBezTo>
                    <a:pt x="9850" y="47060"/>
                    <a:pt x="9881" y="46490"/>
                    <a:pt x="9881" y="45888"/>
                  </a:cubicBezTo>
                  <a:cubicBezTo>
                    <a:pt x="10800" y="45223"/>
                    <a:pt x="11845" y="44685"/>
                    <a:pt x="12795" y="44051"/>
                  </a:cubicBezTo>
                  <a:cubicBezTo>
                    <a:pt x="15265" y="42436"/>
                    <a:pt x="17767" y="40821"/>
                    <a:pt x="19857" y="38668"/>
                  </a:cubicBezTo>
                  <a:cubicBezTo>
                    <a:pt x="20079" y="38478"/>
                    <a:pt x="20237" y="38256"/>
                    <a:pt x="20364" y="38003"/>
                  </a:cubicBezTo>
                  <a:cubicBezTo>
                    <a:pt x="20807" y="37528"/>
                    <a:pt x="21377" y="37243"/>
                    <a:pt x="21852" y="36831"/>
                  </a:cubicBezTo>
                  <a:cubicBezTo>
                    <a:pt x="22359" y="36419"/>
                    <a:pt x="22834" y="35976"/>
                    <a:pt x="22961" y="35279"/>
                  </a:cubicBezTo>
                  <a:cubicBezTo>
                    <a:pt x="22992" y="35089"/>
                    <a:pt x="23024" y="34867"/>
                    <a:pt x="22961" y="34677"/>
                  </a:cubicBezTo>
                  <a:cubicBezTo>
                    <a:pt x="22517" y="33981"/>
                    <a:pt x="22422" y="33316"/>
                    <a:pt x="22834" y="32524"/>
                  </a:cubicBezTo>
                  <a:cubicBezTo>
                    <a:pt x="23151" y="31954"/>
                    <a:pt x="22676" y="31162"/>
                    <a:pt x="22106" y="30877"/>
                  </a:cubicBezTo>
                  <a:cubicBezTo>
                    <a:pt x="21314" y="30497"/>
                    <a:pt x="21282" y="30180"/>
                    <a:pt x="21916" y="29484"/>
                  </a:cubicBezTo>
                  <a:cubicBezTo>
                    <a:pt x="22296" y="29294"/>
                    <a:pt x="22707" y="29262"/>
                    <a:pt x="23119" y="29199"/>
                  </a:cubicBezTo>
                  <a:cubicBezTo>
                    <a:pt x="23848" y="29072"/>
                    <a:pt x="24133" y="28692"/>
                    <a:pt x="24069" y="27964"/>
                  </a:cubicBezTo>
                  <a:cubicBezTo>
                    <a:pt x="24069" y="27679"/>
                    <a:pt x="23943" y="27394"/>
                    <a:pt x="24196" y="27172"/>
                  </a:cubicBezTo>
                  <a:cubicBezTo>
                    <a:pt x="25083" y="26982"/>
                    <a:pt x="26001" y="27077"/>
                    <a:pt x="26888" y="26950"/>
                  </a:cubicBezTo>
                  <a:cubicBezTo>
                    <a:pt x="27521" y="26887"/>
                    <a:pt x="27679" y="26665"/>
                    <a:pt x="27521" y="26095"/>
                  </a:cubicBezTo>
                  <a:cubicBezTo>
                    <a:pt x="27426" y="25778"/>
                    <a:pt x="27236" y="25715"/>
                    <a:pt x="26983" y="25715"/>
                  </a:cubicBezTo>
                  <a:cubicBezTo>
                    <a:pt x="26001" y="25683"/>
                    <a:pt x="25019" y="25778"/>
                    <a:pt x="24038" y="25937"/>
                  </a:cubicBezTo>
                  <a:cubicBezTo>
                    <a:pt x="23784" y="25842"/>
                    <a:pt x="23784" y="25620"/>
                    <a:pt x="23753" y="25430"/>
                  </a:cubicBezTo>
                  <a:cubicBezTo>
                    <a:pt x="23658" y="24797"/>
                    <a:pt x="23277" y="24512"/>
                    <a:pt x="22676" y="24417"/>
                  </a:cubicBezTo>
                  <a:cubicBezTo>
                    <a:pt x="21916" y="24353"/>
                    <a:pt x="21156" y="24322"/>
                    <a:pt x="20396" y="24417"/>
                  </a:cubicBezTo>
                  <a:cubicBezTo>
                    <a:pt x="19414" y="24512"/>
                    <a:pt x="18464" y="24543"/>
                    <a:pt x="17514" y="24575"/>
                  </a:cubicBezTo>
                  <a:cubicBezTo>
                    <a:pt x="15899" y="24638"/>
                    <a:pt x="14283" y="24828"/>
                    <a:pt x="12668" y="24923"/>
                  </a:cubicBezTo>
                  <a:cubicBezTo>
                    <a:pt x="12352" y="24955"/>
                    <a:pt x="12035" y="25018"/>
                    <a:pt x="11750" y="25145"/>
                  </a:cubicBezTo>
                  <a:cubicBezTo>
                    <a:pt x="11243" y="25367"/>
                    <a:pt x="10927" y="25747"/>
                    <a:pt x="10927" y="26349"/>
                  </a:cubicBezTo>
                  <a:cubicBezTo>
                    <a:pt x="10927" y="27172"/>
                    <a:pt x="10863" y="27995"/>
                    <a:pt x="11022" y="28787"/>
                  </a:cubicBezTo>
                  <a:cubicBezTo>
                    <a:pt x="11212" y="29769"/>
                    <a:pt x="11655" y="30149"/>
                    <a:pt x="12668" y="30180"/>
                  </a:cubicBezTo>
                  <a:cubicBezTo>
                    <a:pt x="12890" y="30212"/>
                    <a:pt x="13112" y="30180"/>
                    <a:pt x="13333" y="30275"/>
                  </a:cubicBezTo>
                  <a:cubicBezTo>
                    <a:pt x="13650" y="30560"/>
                    <a:pt x="13302" y="30687"/>
                    <a:pt x="13143" y="30782"/>
                  </a:cubicBezTo>
                  <a:cubicBezTo>
                    <a:pt x="12573" y="31194"/>
                    <a:pt x="11972" y="31574"/>
                    <a:pt x="11370" y="31954"/>
                  </a:cubicBezTo>
                  <a:cubicBezTo>
                    <a:pt x="10958" y="32207"/>
                    <a:pt x="10547" y="32492"/>
                    <a:pt x="10135" y="32777"/>
                  </a:cubicBezTo>
                  <a:cubicBezTo>
                    <a:pt x="9945" y="32904"/>
                    <a:pt x="9723" y="33126"/>
                    <a:pt x="9533" y="32809"/>
                  </a:cubicBezTo>
                  <a:cubicBezTo>
                    <a:pt x="9280" y="32207"/>
                    <a:pt x="9375" y="31574"/>
                    <a:pt x="9375" y="30972"/>
                  </a:cubicBezTo>
                  <a:cubicBezTo>
                    <a:pt x="9375" y="30592"/>
                    <a:pt x="9375" y="30180"/>
                    <a:pt x="9375" y="29800"/>
                  </a:cubicBezTo>
                  <a:cubicBezTo>
                    <a:pt x="9311" y="29104"/>
                    <a:pt x="9438" y="28407"/>
                    <a:pt x="9280" y="27710"/>
                  </a:cubicBezTo>
                  <a:cubicBezTo>
                    <a:pt x="9185" y="27235"/>
                    <a:pt x="9121" y="26760"/>
                    <a:pt x="9153" y="26254"/>
                  </a:cubicBezTo>
                  <a:cubicBezTo>
                    <a:pt x="9185" y="24828"/>
                    <a:pt x="9058" y="23372"/>
                    <a:pt x="8900" y="21915"/>
                  </a:cubicBezTo>
                  <a:cubicBezTo>
                    <a:pt x="8900" y="21757"/>
                    <a:pt x="8868" y="21567"/>
                    <a:pt x="8741" y="21408"/>
                  </a:cubicBezTo>
                  <a:cubicBezTo>
                    <a:pt x="8710" y="22707"/>
                    <a:pt x="8646" y="24005"/>
                    <a:pt x="8741" y="25303"/>
                  </a:cubicBezTo>
                  <a:cubicBezTo>
                    <a:pt x="8773" y="25493"/>
                    <a:pt x="8805" y="25652"/>
                    <a:pt x="8773" y="25842"/>
                  </a:cubicBezTo>
                  <a:cubicBezTo>
                    <a:pt x="8773" y="26190"/>
                    <a:pt x="8583" y="26380"/>
                    <a:pt x="8235" y="26285"/>
                  </a:cubicBezTo>
                  <a:cubicBezTo>
                    <a:pt x="6335" y="25905"/>
                    <a:pt x="4403" y="25937"/>
                    <a:pt x="2503" y="25588"/>
                  </a:cubicBezTo>
                  <a:cubicBezTo>
                    <a:pt x="1838" y="25493"/>
                    <a:pt x="1204" y="25335"/>
                    <a:pt x="634" y="25050"/>
                  </a:cubicBezTo>
                  <a:cubicBezTo>
                    <a:pt x="349" y="24923"/>
                    <a:pt x="96" y="24765"/>
                    <a:pt x="1" y="24417"/>
                  </a:cubicBezTo>
                  <a:cubicBezTo>
                    <a:pt x="476" y="22200"/>
                    <a:pt x="887" y="19951"/>
                    <a:pt x="1616" y="17766"/>
                  </a:cubicBezTo>
                  <a:cubicBezTo>
                    <a:pt x="2376" y="15328"/>
                    <a:pt x="3231" y="12889"/>
                    <a:pt x="4308" y="10577"/>
                  </a:cubicBezTo>
                  <a:cubicBezTo>
                    <a:pt x="5163" y="8709"/>
                    <a:pt x="6303" y="7062"/>
                    <a:pt x="7601" y="5510"/>
                  </a:cubicBezTo>
                  <a:cubicBezTo>
                    <a:pt x="9153" y="3642"/>
                    <a:pt x="11085" y="2375"/>
                    <a:pt x="13333" y="1583"/>
                  </a:cubicBezTo>
                  <a:cubicBezTo>
                    <a:pt x="15170" y="918"/>
                    <a:pt x="17007" y="317"/>
                    <a:pt x="18907" y="0"/>
                  </a:cubicBezTo>
                  <a:cubicBezTo>
                    <a:pt x="20617" y="2534"/>
                    <a:pt x="22897" y="4244"/>
                    <a:pt x="26033" y="4497"/>
                  </a:cubicBezTo>
                  <a:cubicBezTo>
                    <a:pt x="27173" y="4592"/>
                    <a:pt x="28313" y="4370"/>
                    <a:pt x="29358" y="3895"/>
                  </a:cubicBezTo>
                  <a:cubicBezTo>
                    <a:pt x="31258" y="3072"/>
                    <a:pt x="32778" y="1773"/>
                    <a:pt x="33887" y="0"/>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4" name="Google Shape;264;p5"/>
            <p:cNvSpPr/>
            <p:nvPr/>
          </p:nvSpPr>
          <p:spPr>
            <a:xfrm>
              <a:off x="3806871" y="1142976"/>
              <a:ext cx="1649630" cy="967253"/>
            </a:xfrm>
            <a:custGeom>
              <a:rect b="b" l="l" r="r" t="t"/>
              <a:pathLst>
                <a:path extrusionOk="0" h="31828" w="54282">
                  <a:moveTo>
                    <a:pt x="127" y="25716"/>
                  </a:moveTo>
                  <a:cubicBezTo>
                    <a:pt x="285" y="23530"/>
                    <a:pt x="570" y="21345"/>
                    <a:pt x="1045" y="19192"/>
                  </a:cubicBezTo>
                  <a:cubicBezTo>
                    <a:pt x="2090" y="14568"/>
                    <a:pt x="4244" y="10578"/>
                    <a:pt x="7664" y="7316"/>
                  </a:cubicBezTo>
                  <a:cubicBezTo>
                    <a:pt x="11591" y="3547"/>
                    <a:pt x="16215" y="1109"/>
                    <a:pt x="21630" y="254"/>
                  </a:cubicBezTo>
                  <a:cubicBezTo>
                    <a:pt x="23119" y="0"/>
                    <a:pt x="24607" y="32"/>
                    <a:pt x="26096" y="95"/>
                  </a:cubicBezTo>
                  <a:cubicBezTo>
                    <a:pt x="28629" y="190"/>
                    <a:pt x="31099" y="507"/>
                    <a:pt x="33506" y="1299"/>
                  </a:cubicBezTo>
                  <a:cubicBezTo>
                    <a:pt x="34805" y="1711"/>
                    <a:pt x="36008" y="2249"/>
                    <a:pt x="37211" y="2851"/>
                  </a:cubicBezTo>
                  <a:cubicBezTo>
                    <a:pt x="38827" y="3674"/>
                    <a:pt x="40442" y="4561"/>
                    <a:pt x="41930" y="5637"/>
                  </a:cubicBezTo>
                  <a:cubicBezTo>
                    <a:pt x="45414" y="8108"/>
                    <a:pt x="48011" y="11370"/>
                    <a:pt x="49879" y="15201"/>
                  </a:cubicBezTo>
                  <a:cubicBezTo>
                    <a:pt x="50607" y="16722"/>
                    <a:pt x="51367" y="18242"/>
                    <a:pt x="52096" y="19762"/>
                  </a:cubicBezTo>
                  <a:cubicBezTo>
                    <a:pt x="52508" y="20617"/>
                    <a:pt x="53014" y="21409"/>
                    <a:pt x="53711" y="22105"/>
                  </a:cubicBezTo>
                  <a:cubicBezTo>
                    <a:pt x="53901" y="22295"/>
                    <a:pt x="54059" y="22517"/>
                    <a:pt x="54281" y="22739"/>
                  </a:cubicBezTo>
                  <a:cubicBezTo>
                    <a:pt x="53394" y="23309"/>
                    <a:pt x="52634" y="23974"/>
                    <a:pt x="51747" y="24449"/>
                  </a:cubicBezTo>
                  <a:cubicBezTo>
                    <a:pt x="50417" y="25114"/>
                    <a:pt x="49087" y="25811"/>
                    <a:pt x="47726" y="26381"/>
                  </a:cubicBezTo>
                  <a:cubicBezTo>
                    <a:pt x="47884" y="27457"/>
                    <a:pt x="47440" y="28344"/>
                    <a:pt x="46902" y="29231"/>
                  </a:cubicBezTo>
                  <a:cubicBezTo>
                    <a:pt x="46744" y="29547"/>
                    <a:pt x="46617" y="29896"/>
                    <a:pt x="46427" y="30181"/>
                  </a:cubicBezTo>
                  <a:cubicBezTo>
                    <a:pt x="46300" y="30339"/>
                    <a:pt x="46174" y="30466"/>
                    <a:pt x="45952" y="30434"/>
                  </a:cubicBezTo>
                  <a:cubicBezTo>
                    <a:pt x="45730" y="30403"/>
                    <a:pt x="45667" y="30213"/>
                    <a:pt x="45604" y="30022"/>
                  </a:cubicBezTo>
                  <a:cubicBezTo>
                    <a:pt x="45572" y="29706"/>
                    <a:pt x="45509" y="29421"/>
                    <a:pt x="45477" y="29104"/>
                  </a:cubicBezTo>
                  <a:cubicBezTo>
                    <a:pt x="45445" y="28629"/>
                    <a:pt x="45319" y="28217"/>
                    <a:pt x="45129" y="27806"/>
                  </a:cubicBezTo>
                  <a:cubicBezTo>
                    <a:pt x="45002" y="27521"/>
                    <a:pt x="44844" y="27394"/>
                    <a:pt x="44527" y="27521"/>
                  </a:cubicBezTo>
                  <a:cubicBezTo>
                    <a:pt x="42500" y="28091"/>
                    <a:pt x="40442" y="28439"/>
                    <a:pt x="38383" y="28566"/>
                  </a:cubicBezTo>
                  <a:cubicBezTo>
                    <a:pt x="35090" y="28787"/>
                    <a:pt x="31828" y="28566"/>
                    <a:pt x="28661" y="27584"/>
                  </a:cubicBezTo>
                  <a:cubicBezTo>
                    <a:pt x="25367" y="26602"/>
                    <a:pt x="22359" y="25019"/>
                    <a:pt x="19698" y="22834"/>
                  </a:cubicBezTo>
                  <a:cubicBezTo>
                    <a:pt x="17545" y="21060"/>
                    <a:pt x="15930" y="18843"/>
                    <a:pt x="14568" y="16405"/>
                  </a:cubicBezTo>
                  <a:cubicBezTo>
                    <a:pt x="14473" y="16247"/>
                    <a:pt x="14441" y="16088"/>
                    <a:pt x="14251" y="15867"/>
                  </a:cubicBezTo>
                  <a:cubicBezTo>
                    <a:pt x="14093" y="16278"/>
                    <a:pt x="14030" y="16690"/>
                    <a:pt x="13903" y="17038"/>
                  </a:cubicBezTo>
                  <a:cubicBezTo>
                    <a:pt x="13238" y="18907"/>
                    <a:pt x="12034" y="20427"/>
                    <a:pt x="10894" y="21979"/>
                  </a:cubicBezTo>
                  <a:cubicBezTo>
                    <a:pt x="9818" y="23467"/>
                    <a:pt x="8519" y="24765"/>
                    <a:pt x="7347" y="26127"/>
                  </a:cubicBezTo>
                  <a:cubicBezTo>
                    <a:pt x="6049" y="27647"/>
                    <a:pt x="4909" y="29294"/>
                    <a:pt x="3959" y="31068"/>
                  </a:cubicBezTo>
                  <a:cubicBezTo>
                    <a:pt x="3801" y="31353"/>
                    <a:pt x="3737" y="31828"/>
                    <a:pt x="3294" y="31796"/>
                  </a:cubicBezTo>
                  <a:cubicBezTo>
                    <a:pt x="2882" y="31796"/>
                    <a:pt x="2914" y="31321"/>
                    <a:pt x="2787" y="31036"/>
                  </a:cubicBezTo>
                  <a:cubicBezTo>
                    <a:pt x="2375" y="29864"/>
                    <a:pt x="1615" y="28946"/>
                    <a:pt x="665" y="28186"/>
                  </a:cubicBezTo>
                  <a:cubicBezTo>
                    <a:pt x="254" y="27869"/>
                    <a:pt x="0" y="27521"/>
                    <a:pt x="64" y="26951"/>
                  </a:cubicBezTo>
                  <a:cubicBezTo>
                    <a:pt x="159" y="26539"/>
                    <a:pt x="64" y="26127"/>
                    <a:pt x="127" y="25716"/>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5" name="Google Shape;265;p5"/>
            <p:cNvSpPr/>
            <p:nvPr/>
          </p:nvSpPr>
          <p:spPr>
            <a:xfrm>
              <a:off x="3734695" y="1614568"/>
              <a:ext cx="1594746" cy="1064440"/>
            </a:xfrm>
            <a:custGeom>
              <a:rect b="b" l="l" r="r" t="t"/>
              <a:pathLst>
                <a:path extrusionOk="0" h="35026" w="52476">
                  <a:moveTo>
                    <a:pt x="2502" y="10198"/>
                  </a:moveTo>
                  <a:cubicBezTo>
                    <a:pt x="2502" y="10641"/>
                    <a:pt x="2534" y="11084"/>
                    <a:pt x="2502" y="11528"/>
                  </a:cubicBezTo>
                  <a:cubicBezTo>
                    <a:pt x="2470" y="11939"/>
                    <a:pt x="2629" y="12193"/>
                    <a:pt x="2977" y="12414"/>
                  </a:cubicBezTo>
                  <a:cubicBezTo>
                    <a:pt x="3674" y="12889"/>
                    <a:pt x="4244" y="13491"/>
                    <a:pt x="4687" y="14219"/>
                  </a:cubicBezTo>
                  <a:cubicBezTo>
                    <a:pt x="5004" y="14726"/>
                    <a:pt x="5289" y="15265"/>
                    <a:pt x="5447" y="15866"/>
                  </a:cubicBezTo>
                  <a:cubicBezTo>
                    <a:pt x="5479" y="16025"/>
                    <a:pt x="5510" y="16183"/>
                    <a:pt x="5700" y="16215"/>
                  </a:cubicBezTo>
                  <a:cubicBezTo>
                    <a:pt x="5890" y="16246"/>
                    <a:pt x="5954" y="16056"/>
                    <a:pt x="6017" y="15898"/>
                  </a:cubicBezTo>
                  <a:cubicBezTo>
                    <a:pt x="6872" y="14156"/>
                    <a:pt x="8012" y="12573"/>
                    <a:pt x="9216" y="10989"/>
                  </a:cubicBezTo>
                  <a:cubicBezTo>
                    <a:pt x="9437" y="10704"/>
                    <a:pt x="9659" y="10419"/>
                    <a:pt x="9912" y="10134"/>
                  </a:cubicBezTo>
                  <a:cubicBezTo>
                    <a:pt x="11623" y="8456"/>
                    <a:pt x="13111" y="6556"/>
                    <a:pt x="14473" y="4592"/>
                  </a:cubicBezTo>
                  <a:cubicBezTo>
                    <a:pt x="15423" y="3230"/>
                    <a:pt x="16183" y="1837"/>
                    <a:pt x="16500" y="190"/>
                  </a:cubicBezTo>
                  <a:cubicBezTo>
                    <a:pt x="16500" y="127"/>
                    <a:pt x="16531" y="63"/>
                    <a:pt x="16626" y="0"/>
                  </a:cubicBezTo>
                  <a:cubicBezTo>
                    <a:pt x="16753" y="32"/>
                    <a:pt x="16753" y="190"/>
                    <a:pt x="16816" y="285"/>
                  </a:cubicBezTo>
                  <a:cubicBezTo>
                    <a:pt x="18716" y="4054"/>
                    <a:pt x="21440" y="7094"/>
                    <a:pt x="25082" y="9279"/>
                  </a:cubicBezTo>
                  <a:cubicBezTo>
                    <a:pt x="28407" y="11274"/>
                    <a:pt x="31922" y="12446"/>
                    <a:pt x="35754" y="12858"/>
                  </a:cubicBezTo>
                  <a:cubicBezTo>
                    <a:pt x="39460" y="13238"/>
                    <a:pt x="43133" y="12858"/>
                    <a:pt x="46744" y="11876"/>
                  </a:cubicBezTo>
                  <a:cubicBezTo>
                    <a:pt x="47409" y="11686"/>
                    <a:pt x="47377" y="11718"/>
                    <a:pt x="47694" y="12288"/>
                  </a:cubicBezTo>
                  <a:cubicBezTo>
                    <a:pt x="47979" y="12921"/>
                    <a:pt x="47979" y="13586"/>
                    <a:pt x="48105" y="14251"/>
                  </a:cubicBezTo>
                  <a:cubicBezTo>
                    <a:pt x="48137" y="14473"/>
                    <a:pt x="48042" y="14790"/>
                    <a:pt x="48390" y="14821"/>
                  </a:cubicBezTo>
                  <a:cubicBezTo>
                    <a:pt x="48644" y="14853"/>
                    <a:pt x="48707" y="14568"/>
                    <a:pt x="48802" y="14378"/>
                  </a:cubicBezTo>
                  <a:cubicBezTo>
                    <a:pt x="49150" y="13681"/>
                    <a:pt x="49435" y="12953"/>
                    <a:pt x="49879" y="12319"/>
                  </a:cubicBezTo>
                  <a:cubicBezTo>
                    <a:pt x="50069" y="12066"/>
                    <a:pt x="50037" y="11813"/>
                    <a:pt x="50037" y="11559"/>
                  </a:cubicBezTo>
                  <a:cubicBezTo>
                    <a:pt x="50069" y="11306"/>
                    <a:pt x="49974" y="11084"/>
                    <a:pt x="50101" y="10831"/>
                  </a:cubicBezTo>
                  <a:cubicBezTo>
                    <a:pt x="50101" y="10926"/>
                    <a:pt x="50101" y="11021"/>
                    <a:pt x="50132" y="11116"/>
                  </a:cubicBezTo>
                  <a:cubicBezTo>
                    <a:pt x="50132" y="11369"/>
                    <a:pt x="50037" y="11623"/>
                    <a:pt x="50164" y="11844"/>
                  </a:cubicBezTo>
                  <a:cubicBezTo>
                    <a:pt x="50291" y="12034"/>
                    <a:pt x="50576" y="11908"/>
                    <a:pt x="50797" y="11971"/>
                  </a:cubicBezTo>
                  <a:cubicBezTo>
                    <a:pt x="51684" y="12256"/>
                    <a:pt x="52064" y="12953"/>
                    <a:pt x="52222" y="13744"/>
                  </a:cubicBezTo>
                  <a:cubicBezTo>
                    <a:pt x="52476" y="15265"/>
                    <a:pt x="52096" y="16626"/>
                    <a:pt x="50987" y="17735"/>
                  </a:cubicBezTo>
                  <a:cubicBezTo>
                    <a:pt x="50417" y="18273"/>
                    <a:pt x="49784" y="18558"/>
                    <a:pt x="48992" y="18368"/>
                  </a:cubicBezTo>
                  <a:cubicBezTo>
                    <a:pt x="48739" y="18305"/>
                    <a:pt x="48675" y="18400"/>
                    <a:pt x="48612" y="18621"/>
                  </a:cubicBezTo>
                  <a:cubicBezTo>
                    <a:pt x="48327" y="19445"/>
                    <a:pt x="48010" y="20237"/>
                    <a:pt x="47662" y="21028"/>
                  </a:cubicBezTo>
                  <a:cubicBezTo>
                    <a:pt x="46332" y="24005"/>
                    <a:pt x="44432" y="26507"/>
                    <a:pt x="42025" y="28660"/>
                  </a:cubicBezTo>
                  <a:cubicBezTo>
                    <a:pt x="39460" y="30941"/>
                    <a:pt x="36514" y="32556"/>
                    <a:pt x="33253" y="33601"/>
                  </a:cubicBezTo>
                  <a:cubicBezTo>
                    <a:pt x="32746" y="33759"/>
                    <a:pt x="32207" y="33886"/>
                    <a:pt x="31701" y="34044"/>
                  </a:cubicBezTo>
                  <a:cubicBezTo>
                    <a:pt x="31036" y="34488"/>
                    <a:pt x="30212" y="34519"/>
                    <a:pt x="29452" y="34614"/>
                  </a:cubicBezTo>
                  <a:cubicBezTo>
                    <a:pt x="26855" y="35026"/>
                    <a:pt x="24290" y="34899"/>
                    <a:pt x="21693" y="34361"/>
                  </a:cubicBezTo>
                  <a:cubicBezTo>
                    <a:pt x="21440" y="34298"/>
                    <a:pt x="21155" y="34266"/>
                    <a:pt x="20933" y="34044"/>
                  </a:cubicBezTo>
                  <a:cubicBezTo>
                    <a:pt x="20268" y="33854"/>
                    <a:pt x="19603" y="33664"/>
                    <a:pt x="18938" y="33442"/>
                  </a:cubicBezTo>
                  <a:cubicBezTo>
                    <a:pt x="15993" y="32461"/>
                    <a:pt x="13333" y="30941"/>
                    <a:pt x="10958" y="28946"/>
                  </a:cubicBezTo>
                  <a:cubicBezTo>
                    <a:pt x="8582" y="26919"/>
                    <a:pt x="6714" y="24512"/>
                    <a:pt x="5320" y="21725"/>
                  </a:cubicBezTo>
                  <a:cubicBezTo>
                    <a:pt x="4814" y="20775"/>
                    <a:pt x="4402" y="19730"/>
                    <a:pt x="4054" y="18685"/>
                  </a:cubicBezTo>
                  <a:cubicBezTo>
                    <a:pt x="3990" y="18463"/>
                    <a:pt x="3927" y="18305"/>
                    <a:pt x="3579" y="18368"/>
                  </a:cubicBezTo>
                  <a:cubicBezTo>
                    <a:pt x="2787" y="18558"/>
                    <a:pt x="2185" y="18210"/>
                    <a:pt x="1615" y="17671"/>
                  </a:cubicBezTo>
                  <a:cubicBezTo>
                    <a:pt x="348" y="16468"/>
                    <a:pt x="0" y="14283"/>
                    <a:pt x="697" y="12953"/>
                  </a:cubicBezTo>
                  <a:cubicBezTo>
                    <a:pt x="1013" y="12383"/>
                    <a:pt x="1457" y="12003"/>
                    <a:pt x="2090" y="11939"/>
                  </a:cubicBezTo>
                  <a:cubicBezTo>
                    <a:pt x="2375" y="11908"/>
                    <a:pt x="2407" y="11781"/>
                    <a:pt x="2407" y="11559"/>
                  </a:cubicBezTo>
                  <a:cubicBezTo>
                    <a:pt x="2439" y="11116"/>
                    <a:pt x="2344" y="10641"/>
                    <a:pt x="2502" y="10198"/>
                  </a:cubicBezTo>
                  <a:close/>
                </a:path>
              </a:pathLst>
            </a:custGeom>
            <a:solidFill>
              <a:srgbClr val="FFC68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6" name="Google Shape;266;p5"/>
            <p:cNvSpPr/>
            <p:nvPr/>
          </p:nvSpPr>
          <p:spPr>
            <a:xfrm>
              <a:off x="3996474" y="4424822"/>
              <a:ext cx="1076019" cy="718936"/>
            </a:xfrm>
            <a:custGeom>
              <a:rect b="b" l="l" r="r" t="t"/>
              <a:pathLst>
                <a:path extrusionOk="0" h="23657" w="35407">
                  <a:moveTo>
                    <a:pt x="33379" y="0"/>
                  </a:moveTo>
                  <a:cubicBezTo>
                    <a:pt x="33569" y="760"/>
                    <a:pt x="33569" y="1520"/>
                    <a:pt x="33664" y="2249"/>
                  </a:cubicBezTo>
                  <a:cubicBezTo>
                    <a:pt x="33949" y="4466"/>
                    <a:pt x="34203" y="6651"/>
                    <a:pt x="34424" y="8868"/>
                  </a:cubicBezTo>
                  <a:cubicBezTo>
                    <a:pt x="34583" y="10261"/>
                    <a:pt x="34678" y="11623"/>
                    <a:pt x="34804" y="13016"/>
                  </a:cubicBezTo>
                  <a:cubicBezTo>
                    <a:pt x="34963" y="15360"/>
                    <a:pt x="35153" y="17703"/>
                    <a:pt x="35311" y="20047"/>
                  </a:cubicBezTo>
                  <a:cubicBezTo>
                    <a:pt x="35374" y="21060"/>
                    <a:pt x="35374" y="22105"/>
                    <a:pt x="35406" y="23119"/>
                  </a:cubicBezTo>
                  <a:cubicBezTo>
                    <a:pt x="35406" y="23372"/>
                    <a:pt x="35311" y="23467"/>
                    <a:pt x="35058" y="23467"/>
                  </a:cubicBezTo>
                  <a:cubicBezTo>
                    <a:pt x="33759" y="23499"/>
                    <a:pt x="32461" y="23594"/>
                    <a:pt x="31131" y="23530"/>
                  </a:cubicBezTo>
                  <a:cubicBezTo>
                    <a:pt x="29389" y="23467"/>
                    <a:pt x="27647" y="23530"/>
                    <a:pt x="25905" y="23594"/>
                  </a:cubicBezTo>
                  <a:cubicBezTo>
                    <a:pt x="24449" y="23657"/>
                    <a:pt x="22992" y="23530"/>
                    <a:pt x="21535" y="23499"/>
                  </a:cubicBezTo>
                  <a:cubicBezTo>
                    <a:pt x="21123" y="23467"/>
                    <a:pt x="21123" y="23467"/>
                    <a:pt x="21060" y="23055"/>
                  </a:cubicBezTo>
                  <a:cubicBezTo>
                    <a:pt x="20617" y="20553"/>
                    <a:pt x="20173" y="18020"/>
                    <a:pt x="19730" y="15518"/>
                  </a:cubicBezTo>
                  <a:cubicBezTo>
                    <a:pt x="19223" y="12605"/>
                    <a:pt x="18780" y="9691"/>
                    <a:pt x="17925" y="6841"/>
                  </a:cubicBezTo>
                  <a:cubicBezTo>
                    <a:pt x="17893" y="6651"/>
                    <a:pt x="17861" y="6461"/>
                    <a:pt x="17735" y="6302"/>
                  </a:cubicBezTo>
                  <a:cubicBezTo>
                    <a:pt x="17545" y="6429"/>
                    <a:pt x="17545" y="6619"/>
                    <a:pt x="17513" y="6777"/>
                  </a:cubicBezTo>
                  <a:cubicBezTo>
                    <a:pt x="16911" y="8804"/>
                    <a:pt x="16500" y="10863"/>
                    <a:pt x="16151" y="12921"/>
                  </a:cubicBezTo>
                  <a:cubicBezTo>
                    <a:pt x="15581" y="16278"/>
                    <a:pt x="14980" y="19635"/>
                    <a:pt x="14378" y="22992"/>
                  </a:cubicBezTo>
                  <a:cubicBezTo>
                    <a:pt x="14314" y="23467"/>
                    <a:pt x="14283" y="23467"/>
                    <a:pt x="13839" y="23499"/>
                  </a:cubicBezTo>
                  <a:cubicBezTo>
                    <a:pt x="11781" y="23594"/>
                    <a:pt x="9754" y="23625"/>
                    <a:pt x="7696" y="23530"/>
                  </a:cubicBezTo>
                  <a:cubicBezTo>
                    <a:pt x="6429" y="23499"/>
                    <a:pt x="5162" y="23499"/>
                    <a:pt x="3895" y="23562"/>
                  </a:cubicBezTo>
                  <a:cubicBezTo>
                    <a:pt x="2724" y="23625"/>
                    <a:pt x="1552" y="23499"/>
                    <a:pt x="380" y="23467"/>
                  </a:cubicBezTo>
                  <a:cubicBezTo>
                    <a:pt x="127" y="23467"/>
                    <a:pt x="0" y="23372"/>
                    <a:pt x="32" y="23119"/>
                  </a:cubicBezTo>
                  <a:cubicBezTo>
                    <a:pt x="63" y="22074"/>
                    <a:pt x="32" y="21060"/>
                    <a:pt x="127" y="20047"/>
                  </a:cubicBezTo>
                  <a:cubicBezTo>
                    <a:pt x="253" y="17703"/>
                    <a:pt x="475" y="15360"/>
                    <a:pt x="633" y="13016"/>
                  </a:cubicBezTo>
                  <a:cubicBezTo>
                    <a:pt x="823" y="10578"/>
                    <a:pt x="1045" y="8139"/>
                    <a:pt x="1362" y="5701"/>
                  </a:cubicBezTo>
                  <a:cubicBezTo>
                    <a:pt x="1583" y="3927"/>
                    <a:pt x="1774" y="2154"/>
                    <a:pt x="1964" y="380"/>
                  </a:cubicBezTo>
                  <a:cubicBezTo>
                    <a:pt x="1995" y="254"/>
                    <a:pt x="1964" y="127"/>
                    <a:pt x="2059" y="0"/>
                  </a:cubicBezTo>
                  <a:cubicBezTo>
                    <a:pt x="2312" y="507"/>
                    <a:pt x="2787" y="634"/>
                    <a:pt x="3325" y="634"/>
                  </a:cubicBezTo>
                  <a:cubicBezTo>
                    <a:pt x="5447" y="539"/>
                    <a:pt x="7537" y="792"/>
                    <a:pt x="9659" y="855"/>
                  </a:cubicBezTo>
                  <a:cubicBezTo>
                    <a:pt x="14599" y="1045"/>
                    <a:pt x="19508" y="950"/>
                    <a:pt x="24449" y="950"/>
                  </a:cubicBezTo>
                  <a:cubicBezTo>
                    <a:pt x="27077" y="950"/>
                    <a:pt x="29674" y="602"/>
                    <a:pt x="32302" y="602"/>
                  </a:cubicBezTo>
                  <a:cubicBezTo>
                    <a:pt x="32778" y="634"/>
                    <a:pt x="33158" y="444"/>
                    <a:pt x="33379" y="0"/>
                  </a:cubicBezTo>
                  <a:close/>
                </a:path>
              </a:pathLst>
            </a:custGeom>
            <a:solidFill>
              <a:srgbClr val="F2B9A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7" name="Google Shape;267;p5"/>
            <p:cNvSpPr/>
            <p:nvPr/>
          </p:nvSpPr>
          <p:spPr>
            <a:xfrm>
              <a:off x="4623967" y="3506679"/>
              <a:ext cx="802691" cy="612115"/>
            </a:xfrm>
            <a:custGeom>
              <a:rect b="b" l="l" r="r" t="t"/>
              <a:pathLst>
                <a:path extrusionOk="0" h="20142" w="26413">
                  <a:moveTo>
                    <a:pt x="1172" y="10926"/>
                  </a:moveTo>
                  <a:cubicBezTo>
                    <a:pt x="792" y="10198"/>
                    <a:pt x="919" y="9659"/>
                    <a:pt x="1584" y="8994"/>
                  </a:cubicBezTo>
                  <a:cubicBezTo>
                    <a:pt x="1584" y="8836"/>
                    <a:pt x="1457" y="8772"/>
                    <a:pt x="1362" y="8677"/>
                  </a:cubicBezTo>
                  <a:cubicBezTo>
                    <a:pt x="665" y="7917"/>
                    <a:pt x="665" y="6904"/>
                    <a:pt x="1425" y="6207"/>
                  </a:cubicBezTo>
                  <a:cubicBezTo>
                    <a:pt x="1679" y="5986"/>
                    <a:pt x="1710" y="5827"/>
                    <a:pt x="1615" y="5511"/>
                  </a:cubicBezTo>
                  <a:cubicBezTo>
                    <a:pt x="1425" y="5004"/>
                    <a:pt x="1584" y="4529"/>
                    <a:pt x="1900" y="4117"/>
                  </a:cubicBezTo>
                  <a:cubicBezTo>
                    <a:pt x="2312" y="4054"/>
                    <a:pt x="2597" y="4339"/>
                    <a:pt x="2945" y="4402"/>
                  </a:cubicBezTo>
                  <a:cubicBezTo>
                    <a:pt x="3041" y="4434"/>
                    <a:pt x="3167" y="4497"/>
                    <a:pt x="3262" y="4402"/>
                  </a:cubicBezTo>
                  <a:cubicBezTo>
                    <a:pt x="3357" y="4275"/>
                    <a:pt x="3231" y="4149"/>
                    <a:pt x="3167" y="4085"/>
                  </a:cubicBezTo>
                  <a:cubicBezTo>
                    <a:pt x="2850" y="3769"/>
                    <a:pt x="2565" y="3452"/>
                    <a:pt x="2249" y="3199"/>
                  </a:cubicBezTo>
                  <a:cubicBezTo>
                    <a:pt x="1615" y="2724"/>
                    <a:pt x="1077" y="2154"/>
                    <a:pt x="570" y="1552"/>
                  </a:cubicBezTo>
                  <a:cubicBezTo>
                    <a:pt x="317" y="1235"/>
                    <a:pt x="0" y="919"/>
                    <a:pt x="95" y="444"/>
                  </a:cubicBezTo>
                  <a:cubicBezTo>
                    <a:pt x="570" y="190"/>
                    <a:pt x="1045" y="380"/>
                    <a:pt x="1489" y="539"/>
                  </a:cubicBezTo>
                  <a:cubicBezTo>
                    <a:pt x="3706" y="1394"/>
                    <a:pt x="5701" y="2660"/>
                    <a:pt x="7728" y="3895"/>
                  </a:cubicBezTo>
                  <a:cubicBezTo>
                    <a:pt x="9691" y="5067"/>
                    <a:pt x="11623" y="6271"/>
                    <a:pt x="13586" y="7474"/>
                  </a:cubicBezTo>
                  <a:cubicBezTo>
                    <a:pt x="13650" y="7537"/>
                    <a:pt x="13745" y="7569"/>
                    <a:pt x="13840" y="7601"/>
                  </a:cubicBezTo>
                  <a:cubicBezTo>
                    <a:pt x="14156" y="7632"/>
                    <a:pt x="14410" y="7791"/>
                    <a:pt x="14631" y="7981"/>
                  </a:cubicBezTo>
                  <a:cubicBezTo>
                    <a:pt x="14853" y="8171"/>
                    <a:pt x="15043" y="8139"/>
                    <a:pt x="15265" y="7981"/>
                  </a:cubicBezTo>
                  <a:cubicBezTo>
                    <a:pt x="15486" y="8456"/>
                    <a:pt x="15866" y="8709"/>
                    <a:pt x="16278" y="8962"/>
                  </a:cubicBezTo>
                  <a:cubicBezTo>
                    <a:pt x="17260" y="9533"/>
                    <a:pt x="18242" y="10134"/>
                    <a:pt x="19223" y="10704"/>
                  </a:cubicBezTo>
                  <a:cubicBezTo>
                    <a:pt x="19350" y="10768"/>
                    <a:pt x="19445" y="10894"/>
                    <a:pt x="19667" y="10831"/>
                  </a:cubicBezTo>
                  <a:cubicBezTo>
                    <a:pt x="19603" y="10324"/>
                    <a:pt x="19477" y="9818"/>
                    <a:pt x="19382" y="9311"/>
                  </a:cubicBezTo>
                  <a:cubicBezTo>
                    <a:pt x="18970" y="6809"/>
                    <a:pt x="18590" y="4275"/>
                    <a:pt x="18210" y="1774"/>
                  </a:cubicBezTo>
                  <a:cubicBezTo>
                    <a:pt x="18083" y="1045"/>
                    <a:pt x="18147" y="950"/>
                    <a:pt x="18780" y="729"/>
                  </a:cubicBezTo>
                  <a:cubicBezTo>
                    <a:pt x="20173" y="570"/>
                    <a:pt x="21567" y="570"/>
                    <a:pt x="22897" y="32"/>
                  </a:cubicBezTo>
                  <a:cubicBezTo>
                    <a:pt x="22992" y="0"/>
                    <a:pt x="23087" y="0"/>
                    <a:pt x="23214" y="64"/>
                  </a:cubicBezTo>
                  <a:cubicBezTo>
                    <a:pt x="23784" y="2375"/>
                    <a:pt x="24385" y="4719"/>
                    <a:pt x="24955" y="7031"/>
                  </a:cubicBezTo>
                  <a:cubicBezTo>
                    <a:pt x="25431" y="8867"/>
                    <a:pt x="25811" y="10736"/>
                    <a:pt x="26096" y="12636"/>
                  </a:cubicBezTo>
                  <a:cubicBezTo>
                    <a:pt x="26412" y="14663"/>
                    <a:pt x="26191" y="16626"/>
                    <a:pt x="25462" y="18526"/>
                  </a:cubicBezTo>
                  <a:cubicBezTo>
                    <a:pt x="25367" y="18812"/>
                    <a:pt x="25241" y="19097"/>
                    <a:pt x="24987" y="19287"/>
                  </a:cubicBezTo>
                  <a:cubicBezTo>
                    <a:pt x="24765" y="19287"/>
                    <a:pt x="24639" y="19477"/>
                    <a:pt x="24480" y="19603"/>
                  </a:cubicBezTo>
                  <a:cubicBezTo>
                    <a:pt x="23974" y="20015"/>
                    <a:pt x="23404" y="20142"/>
                    <a:pt x="22770" y="20078"/>
                  </a:cubicBezTo>
                  <a:cubicBezTo>
                    <a:pt x="21060" y="19920"/>
                    <a:pt x="19445" y="19413"/>
                    <a:pt x="17925" y="18653"/>
                  </a:cubicBezTo>
                  <a:cubicBezTo>
                    <a:pt x="14663" y="17070"/>
                    <a:pt x="11433" y="15518"/>
                    <a:pt x="8044" y="14220"/>
                  </a:cubicBezTo>
                  <a:cubicBezTo>
                    <a:pt x="7094" y="13839"/>
                    <a:pt x="6081" y="13649"/>
                    <a:pt x="5131" y="13269"/>
                  </a:cubicBezTo>
                  <a:cubicBezTo>
                    <a:pt x="3706" y="12668"/>
                    <a:pt x="2375" y="11908"/>
                    <a:pt x="1172" y="10926"/>
                  </a:cubicBezTo>
                  <a:close/>
                </a:path>
              </a:pathLst>
            </a:custGeom>
            <a:solidFill>
              <a:srgbClr val="FFC68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8" name="Google Shape;268;p5"/>
            <p:cNvSpPr/>
            <p:nvPr/>
          </p:nvSpPr>
          <p:spPr>
            <a:xfrm>
              <a:off x="3702907" y="3532663"/>
              <a:ext cx="740148" cy="590934"/>
            </a:xfrm>
            <a:custGeom>
              <a:rect b="b" l="l" r="r" t="t"/>
              <a:pathLst>
                <a:path extrusionOk="0" h="19445" w="24355">
                  <a:moveTo>
                    <a:pt x="10610" y="5827"/>
                  </a:moveTo>
                  <a:cubicBezTo>
                    <a:pt x="11877" y="4941"/>
                    <a:pt x="13207" y="4149"/>
                    <a:pt x="14474" y="3230"/>
                  </a:cubicBezTo>
                  <a:cubicBezTo>
                    <a:pt x="14664" y="2850"/>
                    <a:pt x="15075" y="2724"/>
                    <a:pt x="15424" y="2502"/>
                  </a:cubicBezTo>
                  <a:cubicBezTo>
                    <a:pt x="15867" y="2185"/>
                    <a:pt x="16279" y="1869"/>
                    <a:pt x="16722" y="1520"/>
                  </a:cubicBezTo>
                  <a:cubicBezTo>
                    <a:pt x="17197" y="1204"/>
                    <a:pt x="17609" y="760"/>
                    <a:pt x="18147" y="507"/>
                  </a:cubicBezTo>
                  <a:cubicBezTo>
                    <a:pt x="19129" y="0"/>
                    <a:pt x="20047" y="190"/>
                    <a:pt x="20491" y="1077"/>
                  </a:cubicBezTo>
                  <a:cubicBezTo>
                    <a:pt x="20649" y="1267"/>
                    <a:pt x="20839" y="1109"/>
                    <a:pt x="20998" y="1077"/>
                  </a:cubicBezTo>
                  <a:cubicBezTo>
                    <a:pt x="21093" y="1045"/>
                    <a:pt x="21156" y="1014"/>
                    <a:pt x="21251" y="982"/>
                  </a:cubicBezTo>
                  <a:cubicBezTo>
                    <a:pt x="21853" y="887"/>
                    <a:pt x="22391" y="1077"/>
                    <a:pt x="22771" y="1552"/>
                  </a:cubicBezTo>
                  <a:cubicBezTo>
                    <a:pt x="22993" y="1805"/>
                    <a:pt x="23183" y="2122"/>
                    <a:pt x="22866" y="2470"/>
                  </a:cubicBezTo>
                  <a:cubicBezTo>
                    <a:pt x="22739" y="2755"/>
                    <a:pt x="22613" y="3072"/>
                    <a:pt x="22518" y="3357"/>
                  </a:cubicBezTo>
                  <a:cubicBezTo>
                    <a:pt x="22549" y="3452"/>
                    <a:pt x="22644" y="3484"/>
                    <a:pt x="22708" y="3484"/>
                  </a:cubicBezTo>
                  <a:cubicBezTo>
                    <a:pt x="23816" y="3579"/>
                    <a:pt x="24354" y="5004"/>
                    <a:pt x="23816" y="5954"/>
                  </a:cubicBezTo>
                  <a:cubicBezTo>
                    <a:pt x="23784" y="5986"/>
                    <a:pt x="23784" y="6017"/>
                    <a:pt x="23753" y="6049"/>
                  </a:cubicBezTo>
                  <a:cubicBezTo>
                    <a:pt x="23468" y="6366"/>
                    <a:pt x="23468" y="6619"/>
                    <a:pt x="23816" y="6904"/>
                  </a:cubicBezTo>
                  <a:cubicBezTo>
                    <a:pt x="24006" y="7062"/>
                    <a:pt x="24069" y="7316"/>
                    <a:pt x="24038" y="7569"/>
                  </a:cubicBezTo>
                  <a:cubicBezTo>
                    <a:pt x="24101" y="8107"/>
                    <a:pt x="23816" y="8456"/>
                    <a:pt x="23468" y="8773"/>
                  </a:cubicBezTo>
                  <a:cubicBezTo>
                    <a:pt x="23341" y="8931"/>
                    <a:pt x="23151" y="9089"/>
                    <a:pt x="22929" y="9184"/>
                  </a:cubicBezTo>
                  <a:cubicBezTo>
                    <a:pt x="20839" y="10261"/>
                    <a:pt x="18939" y="11654"/>
                    <a:pt x="16849" y="12826"/>
                  </a:cubicBezTo>
                  <a:cubicBezTo>
                    <a:pt x="14062" y="14378"/>
                    <a:pt x="11497" y="16310"/>
                    <a:pt x="8710" y="17893"/>
                  </a:cubicBezTo>
                  <a:cubicBezTo>
                    <a:pt x="7158" y="18780"/>
                    <a:pt x="5511" y="19445"/>
                    <a:pt x="3643" y="19382"/>
                  </a:cubicBezTo>
                  <a:cubicBezTo>
                    <a:pt x="3041" y="19350"/>
                    <a:pt x="2471" y="19223"/>
                    <a:pt x="1869" y="19128"/>
                  </a:cubicBezTo>
                  <a:cubicBezTo>
                    <a:pt x="1109" y="18653"/>
                    <a:pt x="539" y="17988"/>
                    <a:pt x="223" y="17101"/>
                  </a:cubicBezTo>
                  <a:cubicBezTo>
                    <a:pt x="254" y="16785"/>
                    <a:pt x="96" y="16468"/>
                    <a:pt x="64" y="16120"/>
                  </a:cubicBezTo>
                  <a:cubicBezTo>
                    <a:pt x="1" y="14505"/>
                    <a:pt x="824" y="13365"/>
                    <a:pt x="1964" y="12319"/>
                  </a:cubicBezTo>
                  <a:cubicBezTo>
                    <a:pt x="3643" y="10831"/>
                    <a:pt x="5480" y="9533"/>
                    <a:pt x="7253" y="8202"/>
                  </a:cubicBezTo>
                  <a:cubicBezTo>
                    <a:pt x="6841" y="8519"/>
                    <a:pt x="6366" y="8773"/>
                    <a:pt x="5828" y="8899"/>
                  </a:cubicBezTo>
                  <a:cubicBezTo>
                    <a:pt x="5226" y="9026"/>
                    <a:pt x="4910" y="8804"/>
                    <a:pt x="4878" y="8171"/>
                  </a:cubicBezTo>
                  <a:cubicBezTo>
                    <a:pt x="4846" y="7474"/>
                    <a:pt x="4941" y="6841"/>
                    <a:pt x="5131" y="6176"/>
                  </a:cubicBezTo>
                  <a:cubicBezTo>
                    <a:pt x="5448" y="5004"/>
                    <a:pt x="5765" y="3864"/>
                    <a:pt x="6081" y="2692"/>
                  </a:cubicBezTo>
                  <a:cubicBezTo>
                    <a:pt x="6240" y="2059"/>
                    <a:pt x="6335" y="2027"/>
                    <a:pt x="6968" y="2059"/>
                  </a:cubicBezTo>
                  <a:cubicBezTo>
                    <a:pt x="7570" y="2090"/>
                    <a:pt x="8108" y="2217"/>
                    <a:pt x="8647" y="2470"/>
                  </a:cubicBezTo>
                  <a:cubicBezTo>
                    <a:pt x="9185" y="2755"/>
                    <a:pt x="9818" y="2597"/>
                    <a:pt x="10388" y="2660"/>
                  </a:cubicBezTo>
                  <a:cubicBezTo>
                    <a:pt x="10515" y="3104"/>
                    <a:pt x="10357" y="3547"/>
                    <a:pt x="10262" y="3991"/>
                  </a:cubicBezTo>
                  <a:cubicBezTo>
                    <a:pt x="10103" y="4687"/>
                    <a:pt x="9913" y="5384"/>
                    <a:pt x="9850" y="6144"/>
                  </a:cubicBezTo>
                  <a:cubicBezTo>
                    <a:pt x="10167" y="6112"/>
                    <a:pt x="10293" y="5764"/>
                    <a:pt x="10610" y="5827"/>
                  </a:cubicBezTo>
                  <a:close/>
                </a:path>
              </a:pathLst>
            </a:custGeom>
            <a:solidFill>
              <a:srgbClr val="FFC68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69" name="Google Shape;269;p5"/>
            <p:cNvSpPr/>
            <p:nvPr/>
          </p:nvSpPr>
          <p:spPr>
            <a:xfrm>
              <a:off x="4059017" y="4330492"/>
              <a:ext cx="951876" cy="129978"/>
            </a:xfrm>
            <a:custGeom>
              <a:rect b="b" l="l" r="r" t="t"/>
              <a:pathLst>
                <a:path extrusionOk="0" h="4277" w="31322">
                  <a:moveTo>
                    <a:pt x="31321" y="3104"/>
                  </a:moveTo>
                  <a:cubicBezTo>
                    <a:pt x="31290" y="3706"/>
                    <a:pt x="31290" y="3706"/>
                    <a:pt x="30656" y="3833"/>
                  </a:cubicBezTo>
                  <a:cubicBezTo>
                    <a:pt x="30530" y="3864"/>
                    <a:pt x="30403" y="3928"/>
                    <a:pt x="30276" y="3896"/>
                  </a:cubicBezTo>
                  <a:cubicBezTo>
                    <a:pt x="28946" y="3864"/>
                    <a:pt x="27584" y="3896"/>
                    <a:pt x="26223" y="4054"/>
                  </a:cubicBezTo>
                  <a:cubicBezTo>
                    <a:pt x="25114" y="4181"/>
                    <a:pt x="24006" y="4023"/>
                    <a:pt x="22897" y="4244"/>
                  </a:cubicBezTo>
                  <a:cubicBezTo>
                    <a:pt x="22771" y="4276"/>
                    <a:pt x="22612" y="4244"/>
                    <a:pt x="22454" y="4244"/>
                  </a:cubicBezTo>
                  <a:lnTo>
                    <a:pt x="8836" y="4244"/>
                  </a:lnTo>
                  <a:cubicBezTo>
                    <a:pt x="7728" y="4023"/>
                    <a:pt x="6588" y="4276"/>
                    <a:pt x="5479" y="4023"/>
                  </a:cubicBezTo>
                  <a:cubicBezTo>
                    <a:pt x="5448" y="4023"/>
                    <a:pt x="5384" y="4023"/>
                    <a:pt x="5353" y="4023"/>
                  </a:cubicBezTo>
                  <a:cubicBezTo>
                    <a:pt x="3991" y="4023"/>
                    <a:pt x="2629" y="3833"/>
                    <a:pt x="1236" y="3896"/>
                  </a:cubicBezTo>
                  <a:cubicBezTo>
                    <a:pt x="1046" y="3928"/>
                    <a:pt x="856" y="3896"/>
                    <a:pt x="634" y="3833"/>
                  </a:cubicBezTo>
                  <a:cubicBezTo>
                    <a:pt x="32" y="3706"/>
                    <a:pt x="32" y="3706"/>
                    <a:pt x="1" y="3104"/>
                  </a:cubicBezTo>
                  <a:cubicBezTo>
                    <a:pt x="1" y="2249"/>
                    <a:pt x="191" y="1394"/>
                    <a:pt x="254" y="539"/>
                  </a:cubicBezTo>
                  <a:cubicBezTo>
                    <a:pt x="317" y="444"/>
                    <a:pt x="286" y="349"/>
                    <a:pt x="317" y="254"/>
                  </a:cubicBezTo>
                  <a:cubicBezTo>
                    <a:pt x="317" y="159"/>
                    <a:pt x="317" y="64"/>
                    <a:pt x="349" y="1"/>
                  </a:cubicBezTo>
                  <a:cubicBezTo>
                    <a:pt x="982" y="1"/>
                    <a:pt x="1584" y="159"/>
                    <a:pt x="2217" y="254"/>
                  </a:cubicBezTo>
                  <a:cubicBezTo>
                    <a:pt x="3199" y="381"/>
                    <a:pt x="4213" y="476"/>
                    <a:pt x="5226" y="539"/>
                  </a:cubicBezTo>
                  <a:cubicBezTo>
                    <a:pt x="6936" y="602"/>
                    <a:pt x="8678" y="666"/>
                    <a:pt x="10388" y="666"/>
                  </a:cubicBezTo>
                  <a:cubicBezTo>
                    <a:pt x="14695" y="666"/>
                    <a:pt x="19002" y="697"/>
                    <a:pt x="23309" y="634"/>
                  </a:cubicBezTo>
                  <a:cubicBezTo>
                    <a:pt x="25367" y="602"/>
                    <a:pt x="27426" y="476"/>
                    <a:pt x="29484" y="222"/>
                  </a:cubicBezTo>
                  <a:cubicBezTo>
                    <a:pt x="29959" y="127"/>
                    <a:pt x="30466" y="1"/>
                    <a:pt x="30973" y="1"/>
                  </a:cubicBezTo>
                  <a:cubicBezTo>
                    <a:pt x="30973" y="64"/>
                    <a:pt x="30973" y="159"/>
                    <a:pt x="31005" y="222"/>
                  </a:cubicBezTo>
                  <a:cubicBezTo>
                    <a:pt x="31036" y="317"/>
                    <a:pt x="31005" y="444"/>
                    <a:pt x="31036" y="539"/>
                  </a:cubicBezTo>
                  <a:cubicBezTo>
                    <a:pt x="31131" y="1394"/>
                    <a:pt x="31290" y="2249"/>
                    <a:pt x="31321" y="3104"/>
                  </a:cubicBezTo>
                  <a:close/>
                </a:path>
              </a:pathLst>
            </a:custGeom>
            <a:solidFill>
              <a:srgbClr val="E5A89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0" name="Google Shape;270;p5"/>
            <p:cNvSpPr/>
            <p:nvPr/>
          </p:nvSpPr>
          <p:spPr>
            <a:xfrm>
              <a:off x="3687529" y="3517255"/>
              <a:ext cx="334959" cy="535138"/>
            </a:xfrm>
            <a:custGeom>
              <a:rect b="b" l="l" r="r" t="t"/>
              <a:pathLst>
                <a:path extrusionOk="0" h="17609" w="11022">
                  <a:moveTo>
                    <a:pt x="10894" y="3199"/>
                  </a:moveTo>
                  <a:cubicBezTo>
                    <a:pt x="10198" y="3389"/>
                    <a:pt x="9469" y="3389"/>
                    <a:pt x="8804" y="2977"/>
                  </a:cubicBezTo>
                  <a:cubicBezTo>
                    <a:pt x="8519" y="2819"/>
                    <a:pt x="8203" y="2724"/>
                    <a:pt x="7854" y="2724"/>
                  </a:cubicBezTo>
                  <a:cubicBezTo>
                    <a:pt x="7696" y="2756"/>
                    <a:pt x="7538" y="2724"/>
                    <a:pt x="7347" y="2692"/>
                  </a:cubicBezTo>
                  <a:cubicBezTo>
                    <a:pt x="6936" y="2597"/>
                    <a:pt x="6872" y="2629"/>
                    <a:pt x="6777" y="3041"/>
                  </a:cubicBezTo>
                  <a:cubicBezTo>
                    <a:pt x="6366" y="4498"/>
                    <a:pt x="5986" y="5954"/>
                    <a:pt x="5606" y="7443"/>
                  </a:cubicBezTo>
                  <a:cubicBezTo>
                    <a:pt x="5479" y="7918"/>
                    <a:pt x="5542" y="8424"/>
                    <a:pt x="5542" y="8931"/>
                  </a:cubicBezTo>
                  <a:cubicBezTo>
                    <a:pt x="5574" y="9248"/>
                    <a:pt x="5827" y="9375"/>
                    <a:pt x="6176" y="9280"/>
                  </a:cubicBezTo>
                  <a:cubicBezTo>
                    <a:pt x="6841" y="9153"/>
                    <a:pt x="7411" y="8804"/>
                    <a:pt x="7981" y="8488"/>
                  </a:cubicBezTo>
                  <a:cubicBezTo>
                    <a:pt x="7886" y="8741"/>
                    <a:pt x="7759" y="8868"/>
                    <a:pt x="7569" y="9026"/>
                  </a:cubicBezTo>
                  <a:cubicBezTo>
                    <a:pt x="6936" y="9501"/>
                    <a:pt x="6271" y="9945"/>
                    <a:pt x="5637" y="10451"/>
                  </a:cubicBezTo>
                  <a:cubicBezTo>
                    <a:pt x="4719" y="11211"/>
                    <a:pt x="3737" y="11845"/>
                    <a:pt x="2882" y="12700"/>
                  </a:cubicBezTo>
                  <a:cubicBezTo>
                    <a:pt x="2407" y="13143"/>
                    <a:pt x="1869" y="13555"/>
                    <a:pt x="1489" y="14093"/>
                  </a:cubicBezTo>
                  <a:cubicBezTo>
                    <a:pt x="824" y="15043"/>
                    <a:pt x="602" y="16057"/>
                    <a:pt x="792" y="17165"/>
                  </a:cubicBezTo>
                  <a:cubicBezTo>
                    <a:pt x="824" y="17323"/>
                    <a:pt x="887" y="17482"/>
                    <a:pt x="729" y="17608"/>
                  </a:cubicBezTo>
                  <a:cubicBezTo>
                    <a:pt x="285" y="16690"/>
                    <a:pt x="127" y="15708"/>
                    <a:pt x="64" y="14695"/>
                  </a:cubicBezTo>
                  <a:cubicBezTo>
                    <a:pt x="0" y="13206"/>
                    <a:pt x="285" y="11718"/>
                    <a:pt x="570" y="10230"/>
                  </a:cubicBezTo>
                  <a:cubicBezTo>
                    <a:pt x="1235" y="6936"/>
                    <a:pt x="2090" y="3674"/>
                    <a:pt x="2945" y="412"/>
                  </a:cubicBezTo>
                  <a:cubicBezTo>
                    <a:pt x="2977" y="317"/>
                    <a:pt x="2977" y="254"/>
                    <a:pt x="2977" y="191"/>
                  </a:cubicBezTo>
                  <a:cubicBezTo>
                    <a:pt x="3167" y="1"/>
                    <a:pt x="3421" y="64"/>
                    <a:pt x="3611" y="96"/>
                  </a:cubicBezTo>
                  <a:cubicBezTo>
                    <a:pt x="5289" y="317"/>
                    <a:pt x="6967" y="412"/>
                    <a:pt x="8678" y="476"/>
                  </a:cubicBezTo>
                  <a:cubicBezTo>
                    <a:pt x="9438" y="476"/>
                    <a:pt x="10198" y="697"/>
                    <a:pt x="10894" y="1046"/>
                  </a:cubicBezTo>
                  <a:cubicBezTo>
                    <a:pt x="11021" y="1141"/>
                    <a:pt x="11021" y="1267"/>
                    <a:pt x="11021" y="1394"/>
                  </a:cubicBezTo>
                  <a:cubicBezTo>
                    <a:pt x="11021" y="1996"/>
                    <a:pt x="11021" y="2566"/>
                    <a:pt x="10989" y="3167"/>
                  </a:cubicBezTo>
                  <a:cubicBezTo>
                    <a:pt x="10989" y="3231"/>
                    <a:pt x="10958" y="3231"/>
                    <a:pt x="10894" y="3199"/>
                  </a:cubicBezTo>
                  <a:close/>
                </a:path>
              </a:pathLst>
            </a:custGeom>
            <a:solidFill>
              <a:srgbClr val="E9B07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1" name="Google Shape;271;p5"/>
            <p:cNvSpPr/>
            <p:nvPr/>
          </p:nvSpPr>
          <p:spPr>
            <a:xfrm>
              <a:off x="4367962" y="2649165"/>
              <a:ext cx="333014" cy="147270"/>
            </a:xfrm>
            <a:custGeom>
              <a:rect b="b" l="l" r="r" t="t"/>
              <a:pathLst>
                <a:path extrusionOk="0" h="4846" w="10958">
                  <a:moveTo>
                    <a:pt x="127" y="32"/>
                  </a:moveTo>
                  <a:cubicBezTo>
                    <a:pt x="824" y="159"/>
                    <a:pt x="1520" y="254"/>
                    <a:pt x="2249" y="412"/>
                  </a:cubicBezTo>
                  <a:cubicBezTo>
                    <a:pt x="2629" y="507"/>
                    <a:pt x="3041" y="507"/>
                    <a:pt x="3452" y="539"/>
                  </a:cubicBezTo>
                  <a:cubicBezTo>
                    <a:pt x="4307" y="602"/>
                    <a:pt x="5162" y="760"/>
                    <a:pt x="6049" y="665"/>
                  </a:cubicBezTo>
                  <a:cubicBezTo>
                    <a:pt x="7601" y="507"/>
                    <a:pt x="9184" y="444"/>
                    <a:pt x="10704" y="32"/>
                  </a:cubicBezTo>
                  <a:cubicBezTo>
                    <a:pt x="10768" y="0"/>
                    <a:pt x="10799" y="32"/>
                    <a:pt x="10863" y="32"/>
                  </a:cubicBezTo>
                  <a:lnTo>
                    <a:pt x="10863" y="887"/>
                  </a:lnTo>
                  <a:cubicBezTo>
                    <a:pt x="10958" y="1172"/>
                    <a:pt x="10831" y="1489"/>
                    <a:pt x="10958" y="1805"/>
                  </a:cubicBezTo>
                  <a:cubicBezTo>
                    <a:pt x="10958" y="1805"/>
                    <a:pt x="10958" y="1837"/>
                    <a:pt x="10958" y="1869"/>
                  </a:cubicBezTo>
                  <a:cubicBezTo>
                    <a:pt x="9501" y="3515"/>
                    <a:pt x="7791" y="4782"/>
                    <a:pt x="5511" y="4814"/>
                  </a:cubicBezTo>
                  <a:cubicBezTo>
                    <a:pt x="3959" y="4846"/>
                    <a:pt x="2565" y="4244"/>
                    <a:pt x="1394" y="3199"/>
                  </a:cubicBezTo>
                  <a:cubicBezTo>
                    <a:pt x="919" y="2755"/>
                    <a:pt x="349" y="2439"/>
                    <a:pt x="0" y="1869"/>
                  </a:cubicBezTo>
                  <a:cubicBezTo>
                    <a:pt x="0" y="1837"/>
                    <a:pt x="0" y="1805"/>
                    <a:pt x="32" y="1774"/>
                  </a:cubicBezTo>
                  <a:cubicBezTo>
                    <a:pt x="127" y="1489"/>
                    <a:pt x="0" y="1172"/>
                    <a:pt x="95" y="887"/>
                  </a:cubicBezTo>
                  <a:cubicBezTo>
                    <a:pt x="127" y="602"/>
                    <a:pt x="127" y="317"/>
                    <a:pt x="127" y="32"/>
                  </a:cubicBezTo>
                  <a:close/>
                </a:path>
              </a:pathLst>
            </a:custGeom>
            <a:solidFill>
              <a:srgbClr val="ECA763"/>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2" name="Google Shape;272;p5"/>
            <p:cNvSpPr/>
            <p:nvPr/>
          </p:nvSpPr>
          <p:spPr>
            <a:xfrm>
              <a:off x="4304446" y="2702074"/>
              <a:ext cx="461989" cy="154989"/>
            </a:xfrm>
            <a:custGeom>
              <a:rect b="b" l="l" r="r" t="t"/>
              <a:pathLst>
                <a:path extrusionOk="0" h="5100" w="15202">
                  <a:moveTo>
                    <a:pt x="2090" y="128"/>
                  </a:moveTo>
                  <a:cubicBezTo>
                    <a:pt x="2565" y="349"/>
                    <a:pt x="2914" y="729"/>
                    <a:pt x="3262" y="1078"/>
                  </a:cubicBezTo>
                  <a:cubicBezTo>
                    <a:pt x="4339" y="2123"/>
                    <a:pt x="5637" y="2693"/>
                    <a:pt x="7126" y="2915"/>
                  </a:cubicBezTo>
                  <a:cubicBezTo>
                    <a:pt x="7537" y="2978"/>
                    <a:pt x="7949" y="2946"/>
                    <a:pt x="8392" y="2851"/>
                  </a:cubicBezTo>
                  <a:cubicBezTo>
                    <a:pt x="9691" y="2598"/>
                    <a:pt x="10863" y="2059"/>
                    <a:pt x="11813" y="1141"/>
                  </a:cubicBezTo>
                  <a:cubicBezTo>
                    <a:pt x="12224" y="761"/>
                    <a:pt x="12573" y="381"/>
                    <a:pt x="13079" y="128"/>
                  </a:cubicBezTo>
                  <a:cubicBezTo>
                    <a:pt x="13745" y="1"/>
                    <a:pt x="14410" y="128"/>
                    <a:pt x="15075" y="191"/>
                  </a:cubicBezTo>
                  <a:cubicBezTo>
                    <a:pt x="15201" y="381"/>
                    <a:pt x="15075" y="508"/>
                    <a:pt x="14980" y="666"/>
                  </a:cubicBezTo>
                  <a:cubicBezTo>
                    <a:pt x="13871" y="2154"/>
                    <a:pt x="12509" y="3358"/>
                    <a:pt x="10799" y="4150"/>
                  </a:cubicBezTo>
                  <a:cubicBezTo>
                    <a:pt x="10103" y="4466"/>
                    <a:pt x="9343" y="4656"/>
                    <a:pt x="8551" y="4751"/>
                  </a:cubicBezTo>
                  <a:cubicBezTo>
                    <a:pt x="6017" y="5100"/>
                    <a:pt x="3927" y="4213"/>
                    <a:pt x="2027" y="2598"/>
                  </a:cubicBezTo>
                  <a:cubicBezTo>
                    <a:pt x="1330" y="2028"/>
                    <a:pt x="792" y="1363"/>
                    <a:pt x="253" y="698"/>
                  </a:cubicBezTo>
                  <a:cubicBezTo>
                    <a:pt x="127" y="571"/>
                    <a:pt x="0" y="413"/>
                    <a:pt x="95" y="191"/>
                  </a:cubicBezTo>
                  <a:cubicBezTo>
                    <a:pt x="760" y="128"/>
                    <a:pt x="1425" y="1"/>
                    <a:pt x="2090" y="128"/>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3" name="Google Shape;273;p5"/>
            <p:cNvSpPr/>
            <p:nvPr/>
          </p:nvSpPr>
          <p:spPr>
            <a:xfrm>
              <a:off x="4659584" y="3838690"/>
              <a:ext cx="723768" cy="303201"/>
            </a:xfrm>
            <a:custGeom>
              <a:rect b="b" l="l" r="r" t="t"/>
              <a:pathLst>
                <a:path extrusionOk="0" h="9977" w="23816">
                  <a:moveTo>
                    <a:pt x="0" y="1"/>
                  </a:moveTo>
                  <a:cubicBezTo>
                    <a:pt x="950" y="539"/>
                    <a:pt x="1900" y="1109"/>
                    <a:pt x="2819" y="1648"/>
                  </a:cubicBezTo>
                  <a:cubicBezTo>
                    <a:pt x="3610" y="2123"/>
                    <a:pt x="4497" y="2376"/>
                    <a:pt x="5384" y="2629"/>
                  </a:cubicBezTo>
                  <a:cubicBezTo>
                    <a:pt x="6492" y="2946"/>
                    <a:pt x="7537" y="3390"/>
                    <a:pt x="8614" y="3833"/>
                  </a:cubicBezTo>
                  <a:cubicBezTo>
                    <a:pt x="9976" y="4403"/>
                    <a:pt x="11338" y="5005"/>
                    <a:pt x="12699" y="5606"/>
                  </a:cubicBezTo>
                  <a:cubicBezTo>
                    <a:pt x="12858" y="5670"/>
                    <a:pt x="13016" y="5765"/>
                    <a:pt x="13206" y="5828"/>
                  </a:cubicBezTo>
                  <a:cubicBezTo>
                    <a:pt x="14536" y="6493"/>
                    <a:pt x="15835" y="7190"/>
                    <a:pt x="17196" y="7760"/>
                  </a:cubicBezTo>
                  <a:cubicBezTo>
                    <a:pt x="18463" y="8330"/>
                    <a:pt x="19762" y="8742"/>
                    <a:pt x="21123" y="8963"/>
                  </a:cubicBezTo>
                  <a:cubicBezTo>
                    <a:pt x="22042" y="9090"/>
                    <a:pt x="22802" y="8900"/>
                    <a:pt x="23530" y="8393"/>
                  </a:cubicBezTo>
                  <a:cubicBezTo>
                    <a:pt x="23625" y="8298"/>
                    <a:pt x="23720" y="8235"/>
                    <a:pt x="23815" y="8330"/>
                  </a:cubicBezTo>
                  <a:cubicBezTo>
                    <a:pt x="23530" y="8615"/>
                    <a:pt x="23277" y="8963"/>
                    <a:pt x="22960" y="9185"/>
                  </a:cubicBezTo>
                  <a:cubicBezTo>
                    <a:pt x="22327" y="9628"/>
                    <a:pt x="21598" y="9913"/>
                    <a:pt x="20838" y="9945"/>
                  </a:cubicBezTo>
                  <a:cubicBezTo>
                    <a:pt x="19730" y="9977"/>
                    <a:pt x="18685" y="9723"/>
                    <a:pt x="17671" y="9375"/>
                  </a:cubicBezTo>
                  <a:cubicBezTo>
                    <a:pt x="16278" y="8868"/>
                    <a:pt x="14948" y="8203"/>
                    <a:pt x="13586" y="7601"/>
                  </a:cubicBezTo>
                  <a:cubicBezTo>
                    <a:pt x="13206" y="7443"/>
                    <a:pt x="12826" y="7285"/>
                    <a:pt x="12446" y="7126"/>
                  </a:cubicBezTo>
                  <a:cubicBezTo>
                    <a:pt x="12003" y="7126"/>
                    <a:pt x="11654" y="6873"/>
                    <a:pt x="11274" y="6683"/>
                  </a:cubicBezTo>
                  <a:cubicBezTo>
                    <a:pt x="9089" y="5670"/>
                    <a:pt x="6872" y="4720"/>
                    <a:pt x="4782" y="3485"/>
                  </a:cubicBezTo>
                  <a:cubicBezTo>
                    <a:pt x="4402" y="3263"/>
                    <a:pt x="4022" y="3041"/>
                    <a:pt x="3705" y="2756"/>
                  </a:cubicBezTo>
                  <a:cubicBezTo>
                    <a:pt x="2724" y="2154"/>
                    <a:pt x="1742" y="1584"/>
                    <a:pt x="823" y="888"/>
                  </a:cubicBezTo>
                  <a:cubicBezTo>
                    <a:pt x="507" y="634"/>
                    <a:pt x="158" y="413"/>
                    <a:pt x="0" y="1"/>
                  </a:cubicBezTo>
                  <a:close/>
                </a:path>
              </a:pathLst>
            </a:custGeom>
            <a:solidFill>
              <a:srgbClr val="E9B07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4" name="Google Shape;274;p5"/>
            <p:cNvSpPr/>
            <p:nvPr/>
          </p:nvSpPr>
          <p:spPr>
            <a:xfrm>
              <a:off x="3759706" y="3762685"/>
              <a:ext cx="679490" cy="378234"/>
            </a:xfrm>
            <a:custGeom>
              <a:rect b="b" l="l" r="r" t="t"/>
              <a:pathLst>
                <a:path extrusionOk="0" h="12446" w="22359">
                  <a:moveTo>
                    <a:pt x="0" y="11559"/>
                  </a:moveTo>
                  <a:cubicBezTo>
                    <a:pt x="95" y="11433"/>
                    <a:pt x="222" y="11433"/>
                    <a:pt x="349" y="11464"/>
                  </a:cubicBezTo>
                  <a:cubicBezTo>
                    <a:pt x="951" y="11559"/>
                    <a:pt x="1521" y="11654"/>
                    <a:pt x="2122" y="11654"/>
                  </a:cubicBezTo>
                  <a:cubicBezTo>
                    <a:pt x="3262" y="11623"/>
                    <a:pt x="4307" y="11338"/>
                    <a:pt x="5353" y="10894"/>
                  </a:cubicBezTo>
                  <a:cubicBezTo>
                    <a:pt x="6936" y="10229"/>
                    <a:pt x="8361" y="9247"/>
                    <a:pt x="9786" y="8297"/>
                  </a:cubicBezTo>
                  <a:cubicBezTo>
                    <a:pt x="11180" y="7411"/>
                    <a:pt x="12541" y="6461"/>
                    <a:pt x="13967" y="5637"/>
                  </a:cubicBezTo>
                  <a:cubicBezTo>
                    <a:pt x="15962" y="4497"/>
                    <a:pt x="17893" y="3262"/>
                    <a:pt x="19857" y="2059"/>
                  </a:cubicBezTo>
                  <a:cubicBezTo>
                    <a:pt x="20332" y="1774"/>
                    <a:pt x="20839" y="1615"/>
                    <a:pt x="21282" y="1299"/>
                  </a:cubicBezTo>
                  <a:cubicBezTo>
                    <a:pt x="21725" y="950"/>
                    <a:pt x="22010" y="538"/>
                    <a:pt x="22169" y="0"/>
                  </a:cubicBezTo>
                  <a:cubicBezTo>
                    <a:pt x="22359" y="665"/>
                    <a:pt x="22074" y="1204"/>
                    <a:pt x="21662" y="1710"/>
                  </a:cubicBezTo>
                  <a:cubicBezTo>
                    <a:pt x="21314" y="2090"/>
                    <a:pt x="20870" y="2375"/>
                    <a:pt x="20459" y="2660"/>
                  </a:cubicBezTo>
                  <a:cubicBezTo>
                    <a:pt x="20142" y="2882"/>
                    <a:pt x="19825" y="3072"/>
                    <a:pt x="19572" y="3357"/>
                  </a:cubicBezTo>
                  <a:cubicBezTo>
                    <a:pt x="19255" y="3737"/>
                    <a:pt x="18875" y="3990"/>
                    <a:pt x="18432" y="4244"/>
                  </a:cubicBezTo>
                  <a:cubicBezTo>
                    <a:pt x="15930" y="5732"/>
                    <a:pt x="13586" y="7442"/>
                    <a:pt x="11085" y="8962"/>
                  </a:cubicBezTo>
                  <a:cubicBezTo>
                    <a:pt x="10515" y="9279"/>
                    <a:pt x="9976" y="9627"/>
                    <a:pt x="9438" y="9944"/>
                  </a:cubicBezTo>
                  <a:cubicBezTo>
                    <a:pt x="9279" y="10039"/>
                    <a:pt x="9153" y="10166"/>
                    <a:pt x="8931" y="10102"/>
                  </a:cubicBezTo>
                  <a:cubicBezTo>
                    <a:pt x="8234" y="10483"/>
                    <a:pt x="7538" y="10894"/>
                    <a:pt x="6841" y="11274"/>
                  </a:cubicBezTo>
                  <a:cubicBezTo>
                    <a:pt x="5289" y="12066"/>
                    <a:pt x="3674" y="12446"/>
                    <a:pt x="1901" y="12319"/>
                  </a:cubicBezTo>
                  <a:cubicBezTo>
                    <a:pt x="1204" y="12288"/>
                    <a:pt x="539" y="12066"/>
                    <a:pt x="0" y="11559"/>
                  </a:cubicBezTo>
                  <a:close/>
                </a:path>
              </a:pathLst>
            </a:custGeom>
            <a:solidFill>
              <a:srgbClr val="E9B07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5" name="Google Shape;275;p5"/>
            <p:cNvSpPr/>
            <p:nvPr/>
          </p:nvSpPr>
          <p:spPr>
            <a:xfrm>
              <a:off x="3722174" y="3342087"/>
              <a:ext cx="297427" cy="206956"/>
            </a:xfrm>
            <a:custGeom>
              <a:rect b="b" l="l" r="r" t="t"/>
              <a:pathLst>
                <a:path extrusionOk="0" h="6810" w="9787">
                  <a:moveTo>
                    <a:pt x="9754" y="6810"/>
                  </a:moveTo>
                  <a:cubicBezTo>
                    <a:pt x="9216" y="6746"/>
                    <a:pt x="8709" y="6683"/>
                    <a:pt x="8234" y="6493"/>
                  </a:cubicBezTo>
                  <a:cubicBezTo>
                    <a:pt x="8076" y="6430"/>
                    <a:pt x="7918" y="6398"/>
                    <a:pt x="7759" y="6398"/>
                  </a:cubicBezTo>
                  <a:cubicBezTo>
                    <a:pt x="6683" y="6398"/>
                    <a:pt x="5606" y="6303"/>
                    <a:pt x="4529" y="6240"/>
                  </a:cubicBezTo>
                  <a:cubicBezTo>
                    <a:pt x="3642" y="6208"/>
                    <a:pt x="2724" y="6081"/>
                    <a:pt x="1837" y="5955"/>
                  </a:cubicBezTo>
                  <a:cubicBezTo>
                    <a:pt x="1457" y="5765"/>
                    <a:pt x="1014" y="5670"/>
                    <a:pt x="634" y="5448"/>
                  </a:cubicBezTo>
                  <a:cubicBezTo>
                    <a:pt x="159" y="5163"/>
                    <a:pt x="0" y="4846"/>
                    <a:pt x="127" y="4308"/>
                  </a:cubicBezTo>
                  <a:cubicBezTo>
                    <a:pt x="190" y="4054"/>
                    <a:pt x="190" y="3801"/>
                    <a:pt x="349" y="3579"/>
                  </a:cubicBezTo>
                  <a:cubicBezTo>
                    <a:pt x="1140" y="4244"/>
                    <a:pt x="2091" y="4434"/>
                    <a:pt x="3072" y="4593"/>
                  </a:cubicBezTo>
                  <a:cubicBezTo>
                    <a:pt x="3832" y="4719"/>
                    <a:pt x="4624" y="4783"/>
                    <a:pt x="5416" y="4909"/>
                  </a:cubicBezTo>
                  <a:cubicBezTo>
                    <a:pt x="5891" y="4973"/>
                    <a:pt x="6366" y="4973"/>
                    <a:pt x="6873" y="5036"/>
                  </a:cubicBezTo>
                  <a:cubicBezTo>
                    <a:pt x="7474" y="5099"/>
                    <a:pt x="8076" y="5131"/>
                    <a:pt x="8646" y="5321"/>
                  </a:cubicBezTo>
                  <a:cubicBezTo>
                    <a:pt x="8868" y="5385"/>
                    <a:pt x="8963" y="5321"/>
                    <a:pt x="8963" y="5099"/>
                  </a:cubicBezTo>
                  <a:cubicBezTo>
                    <a:pt x="8963" y="4973"/>
                    <a:pt x="8994" y="4878"/>
                    <a:pt x="8963" y="4751"/>
                  </a:cubicBezTo>
                  <a:cubicBezTo>
                    <a:pt x="8773" y="3421"/>
                    <a:pt x="8931" y="2091"/>
                    <a:pt x="8868" y="761"/>
                  </a:cubicBezTo>
                  <a:cubicBezTo>
                    <a:pt x="8868" y="508"/>
                    <a:pt x="8931" y="286"/>
                    <a:pt x="9058" y="1"/>
                  </a:cubicBezTo>
                  <a:cubicBezTo>
                    <a:pt x="9311" y="349"/>
                    <a:pt x="9406" y="698"/>
                    <a:pt x="9438" y="1046"/>
                  </a:cubicBezTo>
                  <a:cubicBezTo>
                    <a:pt x="9596" y="2724"/>
                    <a:pt x="9691" y="4371"/>
                    <a:pt x="9659" y="6050"/>
                  </a:cubicBezTo>
                  <a:cubicBezTo>
                    <a:pt x="9659" y="6303"/>
                    <a:pt x="9786" y="6556"/>
                    <a:pt x="9754" y="6810"/>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6" name="Google Shape;276;p5"/>
            <p:cNvSpPr/>
            <p:nvPr/>
          </p:nvSpPr>
          <p:spPr>
            <a:xfrm>
              <a:off x="5051281" y="3343060"/>
              <a:ext cx="300314" cy="209843"/>
            </a:xfrm>
            <a:custGeom>
              <a:rect b="b" l="l" r="r" t="t"/>
              <a:pathLst>
                <a:path extrusionOk="0" h="6905" w="9882">
                  <a:moveTo>
                    <a:pt x="9153" y="5448"/>
                  </a:moveTo>
                  <a:cubicBezTo>
                    <a:pt x="7886" y="6018"/>
                    <a:pt x="6556" y="6113"/>
                    <a:pt x="5226" y="6239"/>
                  </a:cubicBezTo>
                  <a:cubicBezTo>
                    <a:pt x="5036" y="6239"/>
                    <a:pt x="4846" y="6239"/>
                    <a:pt x="4687" y="6271"/>
                  </a:cubicBezTo>
                  <a:cubicBezTo>
                    <a:pt x="3421" y="6714"/>
                    <a:pt x="2059" y="6303"/>
                    <a:pt x="824" y="6809"/>
                  </a:cubicBezTo>
                  <a:cubicBezTo>
                    <a:pt x="665" y="6873"/>
                    <a:pt x="444" y="6904"/>
                    <a:pt x="254" y="6873"/>
                  </a:cubicBezTo>
                  <a:cubicBezTo>
                    <a:pt x="190" y="6873"/>
                    <a:pt x="159" y="6809"/>
                    <a:pt x="95" y="6778"/>
                  </a:cubicBezTo>
                  <a:cubicBezTo>
                    <a:pt x="64" y="6683"/>
                    <a:pt x="0" y="6588"/>
                    <a:pt x="32" y="6493"/>
                  </a:cubicBezTo>
                  <a:cubicBezTo>
                    <a:pt x="190" y="5828"/>
                    <a:pt x="95" y="5131"/>
                    <a:pt x="95" y="4466"/>
                  </a:cubicBezTo>
                  <a:cubicBezTo>
                    <a:pt x="127" y="3452"/>
                    <a:pt x="222" y="2471"/>
                    <a:pt x="317" y="1457"/>
                  </a:cubicBezTo>
                  <a:cubicBezTo>
                    <a:pt x="349" y="951"/>
                    <a:pt x="380" y="476"/>
                    <a:pt x="665" y="0"/>
                  </a:cubicBezTo>
                  <a:cubicBezTo>
                    <a:pt x="855" y="222"/>
                    <a:pt x="887" y="476"/>
                    <a:pt x="887" y="729"/>
                  </a:cubicBezTo>
                  <a:cubicBezTo>
                    <a:pt x="887" y="1837"/>
                    <a:pt x="887" y="2914"/>
                    <a:pt x="887" y="4022"/>
                  </a:cubicBezTo>
                  <a:cubicBezTo>
                    <a:pt x="887" y="4339"/>
                    <a:pt x="760" y="4624"/>
                    <a:pt x="792" y="4972"/>
                  </a:cubicBezTo>
                  <a:cubicBezTo>
                    <a:pt x="824" y="5321"/>
                    <a:pt x="824" y="5353"/>
                    <a:pt x="1172" y="5258"/>
                  </a:cubicBezTo>
                  <a:cubicBezTo>
                    <a:pt x="1710" y="5099"/>
                    <a:pt x="2281" y="5067"/>
                    <a:pt x="2851" y="5004"/>
                  </a:cubicBezTo>
                  <a:cubicBezTo>
                    <a:pt x="4054" y="4846"/>
                    <a:pt x="5289" y="4814"/>
                    <a:pt x="6492" y="4592"/>
                  </a:cubicBezTo>
                  <a:cubicBezTo>
                    <a:pt x="6968" y="4497"/>
                    <a:pt x="7474" y="4434"/>
                    <a:pt x="7949" y="4307"/>
                  </a:cubicBezTo>
                  <a:cubicBezTo>
                    <a:pt x="8488" y="4149"/>
                    <a:pt x="8963" y="3927"/>
                    <a:pt x="9374" y="3547"/>
                  </a:cubicBezTo>
                  <a:cubicBezTo>
                    <a:pt x="9374" y="3674"/>
                    <a:pt x="9469" y="3769"/>
                    <a:pt x="9501" y="3864"/>
                  </a:cubicBezTo>
                  <a:cubicBezTo>
                    <a:pt x="9723" y="4529"/>
                    <a:pt x="9881" y="4846"/>
                    <a:pt x="9153" y="5448"/>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7" name="Google Shape;277;p5"/>
            <p:cNvSpPr/>
            <p:nvPr/>
          </p:nvSpPr>
          <p:spPr>
            <a:xfrm>
              <a:off x="4032061" y="3864704"/>
              <a:ext cx="322438" cy="238683"/>
            </a:xfrm>
            <a:custGeom>
              <a:rect b="b" l="l" r="r" t="t"/>
              <a:pathLst>
                <a:path extrusionOk="0" h="7854" w="10610">
                  <a:moveTo>
                    <a:pt x="1" y="6745"/>
                  </a:moveTo>
                  <a:cubicBezTo>
                    <a:pt x="919" y="6175"/>
                    <a:pt x="1838" y="5637"/>
                    <a:pt x="2724" y="5035"/>
                  </a:cubicBezTo>
                  <a:cubicBezTo>
                    <a:pt x="4561" y="3864"/>
                    <a:pt x="6366" y="2660"/>
                    <a:pt x="8203" y="1488"/>
                  </a:cubicBezTo>
                  <a:cubicBezTo>
                    <a:pt x="8995" y="982"/>
                    <a:pt x="9818" y="507"/>
                    <a:pt x="10610" y="0"/>
                  </a:cubicBezTo>
                  <a:cubicBezTo>
                    <a:pt x="10547" y="253"/>
                    <a:pt x="10357" y="443"/>
                    <a:pt x="10198" y="633"/>
                  </a:cubicBezTo>
                  <a:cubicBezTo>
                    <a:pt x="8931" y="1932"/>
                    <a:pt x="7506" y="3040"/>
                    <a:pt x="6050" y="4085"/>
                  </a:cubicBezTo>
                  <a:cubicBezTo>
                    <a:pt x="4783" y="4972"/>
                    <a:pt x="3484" y="5859"/>
                    <a:pt x="2154" y="6650"/>
                  </a:cubicBezTo>
                  <a:cubicBezTo>
                    <a:pt x="1553" y="7031"/>
                    <a:pt x="951" y="7411"/>
                    <a:pt x="349" y="7759"/>
                  </a:cubicBezTo>
                  <a:cubicBezTo>
                    <a:pt x="254" y="7822"/>
                    <a:pt x="127" y="7854"/>
                    <a:pt x="32" y="7854"/>
                  </a:cubicBezTo>
                  <a:cubicBezTo>
                    <a:pt x="32" y="7474"/>
                    <a:pt x="1" y="7126"/>
                    <a:pt x="1" y="6745"/>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8" name="Google Shape;278;p5"/>
            <p:cNvSpPr/>
            <p:nvPr/>
          </p:nvSpPr>
          <p:spPr>
            <a:xfrm>
              <a:off x="4772179" y="3922445"/>
              <a:ext cx="266611" cy="180942"/>
            </a:xfrm>
            <a:custGeom>
              <a:rect b="b" l="l" r="r" t="t"/>
              <a:pathLst>
                <a:path extrusionOk="0" h="5954" w="8773">
                  <a:moveTo>
                    <a:pt x="0" y="0"/>
                  </a:moveTo>
                  <a:cubicBezTo>
                    <a:pt x="887" y="475"/>
                    <a:pt x="1742" y="919"/>
                    <a:pt x="2629" y="1394"/>
                  </a:cubicBezTo>
                  <a:cubicBezTo>
                    <a:pt x="3769" y="2027"/>
                    <a:pt x="5004" y="2597"/>
                    <a:pt x="6207" y="3135"/>
                  </a:cubicBezTo>
                  <a:cubicBezTo>
                    <a:pt x="7063" y="3547"/>
                    <a:pt x="7949" y="3895"/>
                    <a:pt x="8773" y="4370"/>
                  </a:cubicBezTo>
                  <a:cubicBezTo>
                    <a:pt x="8741" y="4909"/>
                    <a:pt x="8741" y="5416"/>
                    <a:pt x="8709" y="5954"/>
                  </a:cubicBezTo>
                  <a:cubicBezTo>
                    <a:pt x="8614" y="5954"/>
                    <a:pt x="8488" y="5954"/>
                    <a:pt x="8393" y="5859"/>
                  </a:cubicBezTo>
                  <a:cubicBezTo>
                    <a:pt x="6651" y="4814"/>
                    <a:pt x="4909" y="3737"/>
                    <a:pt x="3262" y="2565"/>
                  </a:cubicBezTo>
                  <a:cubicBezTo>
                    <a:pt x="2344" y="1932"/>
                    <a:pt x="1425" y="1267"/>
                    <a:pt x="539" y="570"/>
                  </a:cubicBezTo>
                  <a:cubicBezTo>
                    <a:pt x="349" y="412"/>
                    <a:pt x="127" y="253"/>
                    <a:pt x="0" y="0"/>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79" name="Google Shape;279;p5"/>
            <p:cNvSpPr/>
            <p:nvPr/>
          </p:nvSpPr>
          <p:spPr>
            <a:xfrm>
              <a:off x="4366989" y="2676090"/>
              <a:ext cx="7719" cy="27959"/>
            </a:xfrm>
            <a:custGeom>
              <a:rect b="b" l="l" r="r" t="t"/>
              <a:pathLst>
                <a:path extrusionOk="0" h="920" w="254">
                  <a:moveTo>
                    <a:pt x="159" y="1"/>
                  </a:moveTo>
                  <a:cubicBezTo>
                    <a:pt x="127" y="318"/>
                    <a:pt x="254" y="634"/>
                    <a:pt x="64" y="919"/>
                  </a:cubicBezTo>
                  <a:cubicBezTo>
                    <a:pt x="64" y="603"/>
                    <a:pt x="1" y="286"/>
                    <a:pt x="159" y="1"/>
                  </a:cubicBezTo>
                  <a:close/>
                </a:path>
              </a:pathLst>
            </a:custGeom>
            <a:solidFill>
              <a:srgbClr val="FFC68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0" name="Google Shape;280;p5"/>
            <p:cNvSpPr/>
            <p:nvPr/>
          </p:nvSpPr>
          <p:spPr>
            <a:xfrm>
              <a:off x="4695171" y="2676090"/>
              <a:ext cx="7749" cy="27959"/>
            </a:xfrm>
            <a:custGeom>
              <a:rect b="b" l="l" r="r" t="t"/>
              <a:pathLst>
                <a:path extrusionOk="0" h="920" w="255">
                  <a:moveTo>
                    <a:pt x="191" y="919"/>
                  </a:moveTo>
                  <a:cubicBezTo>
                    <a:pt x="1" y="634"/>
                    <a:pt x="127" y="318"/>
                    <a:pt x="96" y="1"/>
                  </a:cubicBezTo>
                  <a:cubicBezTo>
                    <a:pt x="254" y="286"/>
                    <a:pt x="191" y="603"/>
                    <a:pt x="191" y="919"/>
                  </a:cubicBezTo>
                  <a:close/>
                </a:path>
              </a:pathLst>
            </a:custGeom>
            <a:solidFill>
              <a:srgbClr val="FFC68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1" name="Google Shape;281;p5"/>
            <p:cNvSpPr/>
            <p:nvPr/>
          </p:nvSpPr>
          <p:spPr>
            <a:xfrm>
              <a:off x="5000256" y="4338211"/>
              <a:ext cx="2917" cy="8692"/>
            </a:xfrm>
            <a:custGeom>
              <a:rect b="b" l="l" r="r" t="t"/>
              <a:pathLst>
                <a:path extrusionOk="0" h="286" w="96">
                  <a:moveTo>
                    <a:pt x="64" y="285"/>
                  </a:moveTo>
                  <a:cubicBezTo>
                    <a:pt x="1" y="190"/>
                    <a:pt x="1" y="95"/>
                    <a:pt x="33" y="0"/>
                  </a:cubicBezTo>
                  <a:cubicBezTo>
                    <a:pt x="96" y="63"/>
                    <a:pt x="96" y="190"/>
                    <a:pt x="64" y="285"/>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2" name="Google Shape;282;p5"/>
            <p:cNvSpPr/>
            <p:nvPr/>
          </p:nvSpPr>
          <p:spPr>
            <a:xfrm>
              <a:off x="4065763" y="4338211"/>
              <a:ext cx="3860" cy="8692"/>
            </a:xfrm>
            <a:custGeom>
              <a:rect b="b" l="l" r="r" t="t"/>
              <a:pathLst>
                <a:path extrusionOk="0" h="286" w="127">
                  <a:moveTo>
                    <a:pt x="95" y="0"/>
                  </a:moveTo>
                  <a:cubicBezTo>
                    <a:pt x="127" y="95"/>
                    <a:pt x="127" y="190"/>
                    <a:pt x="32" y="285"/>
                  </a:cubicBezTo>
                  <a:cubicBezTo>
                    <a:pt x="0" y="190"/>
                    <a:pt x="0" y="63"/>
                    <a:pt x="95" y="0"/>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3" name="Google Shape;283;p5"/>
            <p:cNvSpPr/>
            <p:nvPr/>
          </p:nvSpPr>
          <p:spPr>
            <a:xfrm>
              <a:off x="4057102" y="3442192"/>
              <a:ext cx="415796" cy="188661"/>
            </a:xfrm>
            <a:custGeom>
              <a:rect b="b" l="l" r="r" t="t"/>
              <a:pathLst>
                <a:path extrusionOk="0" h="6208" w="13682">
                  <a:moveTo>
                    <a:pt x="11211" y="5447"/>
                  </a:moveTo>
                  <a:cubicBezTo>
                    <a:pt x="11243" y="4656"/>
                    <a:pt x="10736" y="4117"/>
                    <a:pt x="9944" y="4086"/>
                  </a:cubicBezTo>
                  <a:cubicBezTo>
                    <a:pt x="9786" y="4086"/>
                    <a:pt x="9628" y="4117"/>
                    <a:pt x="9438" y="4117"/>
                  </a:cubicBezTo>
                  <a:cubicBezTo>
                    <a:pt x="9406" y="3927"/>
                    <a:pt x="9596" y="3896"/>
                    <a:pt x="9691" y="3801"/>
                  </a:cubicBezTo>
                  <a:cubicBezTo>
                    <a:pt x="10198" y="3452"/>
                    <a:pt x="10324" y="2946"/>
                    <a:pt x="10103" y="2344"/>
                  </a:cubicBezTo>
                  <a:cubicBezTo>
                    <a:pt x="9913" y="1774"/>
                    <a:pt x="9501" y="1552"/>
                    <a:pt x="8868" y="1584"/>
                  </a:cubicBezTo>
                  <a:cubicBezTo>
                    <a:pt x="7252" y="1710"/>
                    <a:pt x="5606" y="1837"/>
                    <a:pt x="3959" y="1900"/>
                  </a:cubicBezTo>
                  <a:cubicBezTo>
                    <a:pt x="3515" y="1932"/>
                    <a:pt x="3072" y="2027"/>
                    <a:pt x="2660" y="2122"/>
                  </a:cubicBezTo>
                  <a:cubicBezTo>
                    <a:pt x="2217" y="2249"/>
                    <a:pt x="2027" y="2566"/>
                    <a:pt x="2027" y="3009"/>
                  </a:cubicBezTo>
                  <a:cubicBezTo>
                    <a:pt x="2027" y="3294"/>
                    <a:pt x="2122" y="3547"/>
                    <a:pt x="2185" y="3832"/>
                  </a:cubicBezTo>
                  <a:cubicBezTo>
                    <a:pt x="2280" y="4276"/>
                    <a:pt x="2534" y="4497"/>
                    <a:pt x="3009" y="4497"/>
                  </a:cubicBezTo>
                  <a:cubicBezTo>
                    <a:pt x="3515" y="4497"/>
                    <a:pt x="4022" y="4339"/>
                    <a:pt x="4497" y="4371"/>
                  </a:cubicBezTo>
                  <a:cubicBezTo>
                    <a:pt x="4751" y="4402"/>
                    <a:pt x="5004" y="4339"/>
                    <a:pt x="5131" y="4624"/>
                  </a:cubicBezTo>
                  <a:cubicBezTo>
                    <a:pt x="4371" y="5194"/>
                    <a:pt x="3642" y="5764"/>
                    <a:pt x="2819" y="6207"/>
                  </a:cubicBezTo>
                  <a:cubicBezTo>
                    <a:pt x="2502" y="6207"/>
                    <a:pt x="2185" y="6207"/>
                    <a:pt x="1869" y="6207"/>
                  </a:cubicBezTo>
                  <a:cubicBezTo>
                    <a:pt x="792" y="6207"/>
                    <a:pt x="380" y="5637"/>
                    <a:pt x="222" y="4814"/>
                  </a:cubicBezTo>
                  <a:cubicBezTo>
                    <a:pt x="0" y="3864"/>
                    <a:pt x="64" y="2882"/>
                    <a:pt x="95" y="1900"/>
                  </a:cubicBezTo>
                  <a:cubicBezTo>
                    <a:pt x="95" y="1457"/>
                    <a:pt x="412" y="1204"/>
                    <a:pt x="760" y="950"/>
                  </a:cubicBezTo>
                  <a:cubicBezTo>
                    <a:pt x="1045" y="760"/>
                    <a:pt x="1362" y="729"/>
                    <a:pt x="1679" y="665"/>
                  </a:cubicBezTo>
                  <a:cubicBezTo>
                    <a:pt x="2122" y="602"/>
                    <a:pt x="2597" y="570"/>
                    <a:pt x="3040" y="539"/>
                  </a:cubicBezTo>
                  <a:cubicBezTo>
                    <a:pt x="4497" y="412"/>
                    <a:pt x="5954" y="317"/>
                    <a:pt x="7411" y="190"/>
                  </a:cubicBezTo>
                  <a:cubicBezTo>
                    <a:pt x="7442" y="190"/>
                    <a:pt x="7474" y="190"/>
                    <a:pt x="7474" y="190"/>
                  </a:cubicBezTo>
                  <a:cubicBezTo>
                    <a:pt x="8836" y="222"/>
                    <a:pt x="10198" y="0"/>
                    <a:pt x="11559" y="64"/>
                  </a:cubicBezTo>
                  <a:cubicBezTo>
                    <a:pt x="11749" y="95"/>
                    <a:pt x="11939" y="127"/>
                    <a:pt x="12161" y="159"/>
                  </a:cubicBezTo>
                  <a:cubicBezTo>
                    <a:pt x="12890" y="285"/>
                    <a:pt x="13143" y="539"/>
                    <a:pt x="13270" y="1267"/>
                  </a:cubicBezTo>
                  <a:cubicBezTo>
                    <a:pt x="13301" y="1425"/>
                    <a:pt x="13238" y="1615"/>
                    <a:pt x="13365" y="1742"/>
                  </a:cubicBezTo>
                  <a:cubicBezTo>
                    <a:pt x="13618" y="2154"/>
                    <a:pt x="13650" y="2629"/>
                    <a:pt x="13491" y="3104"/>
                  </a:cubicBezTo>
                  <a:cubicBezTo>
                    <a:pt x="13491" y="3326"/>
                    <a:pt x="13491" y="3547"/>
                    <a:pt x="13555" y="3737"/>
                  </a:cubicBezTo>
                  <a:cubicBezTo>
                    <a:pt x="13681" y="4561"/>
                    <a:pt x="13270" y="5099"/>
                    <a:pt x="12446" y="5194"/>
                  </a:cubicBezTo>
                  <a:cubicBezTo>
                    <a:pt x="12034" y="5257"/>
                    <a:pt x="11623" y="5352"/>
                    <a:pt x="11211" y="5447"/>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4" name="Google Shape;284;p5"/>
            <p:cNvSpPr/>
            <p:nvPr/>
          </p:nvSpPr>
          <p:spPr>
            <a:xfrm>
              <a:off x="4463234" y="3483583"/>
              <a:ext cx="112625" cy="54884"/>
            </a:xfrm>
            <a:custGeom>
              <a:rect b="b" l="l" r="r" t="t"/>
              <a:pathLst>
                <a:path extrusionOk="0" h="1806" w="3706">
                  <a:moveTo>
                    <a:pt x="127" y="1742"/>
                  </a:moveTo>
                  <a:cubicBezTo>
                    <a:pt x="64" y="1267"/>
                    <a:pt x="1" y="824"/>
                    <a:pt x="1" y="380"/>
                  </a:cubicBezTo>
                  <a:cubicBezTo>
                    <a:pt x="32" y="222"/>
                    <a:pt x="127" y="190"/>
                    <a:pt x="286" y="158"/>
                  </a:cubicBezTo>
                  <a:cubicBezTo>
                    <a:pt x="1236" y="127"/>
                    <a:pt x="2217" y="0"/>
                    <a:pt x="3167" y="32"/>
                  </a:cubicBezTo>
                  <a:cubicBezTo>
                    <a:pt x="3484" y="32"/>
                    <a:pt x="3611" y="95"/>
                    <a:pt x="3611" y="412"/>
                  </a:cubicBezTo>
                  <a:cubicBezTo>
                    <a:pt x="3611" y="634"/>
                    <a:pt x="3674" y="824"/>
                    <a:pt x="3674" y="1045"/>
                  </a:cubicBezTo>
                  <a:cubicBezTo>
                    <a:pt x="3706" y="1489"/>
                    <a:pt x="3674" y="1552"/>
                    <a:pt x="3199" y="1584"/>
                  </a:cubicBezTo>
                  <a:cubicBezTo>
                    <a:pt x="2186" y="1647"/>
                    <a:pt x="1172" y="1805"/>
                    <a:pt x="127" y="1742"/>
                  </a:cubicBezTo>
                  <a:close/>
                </a:path>
              </a:pathLst>
            </a:custGeom>
            <a:solidFill>
              <a:srgbClr val="FE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5" name="Google Shape;285;p5"/>
            <p:cNvSpPr/>
            <p:nvPr/>
          </p:nvSpPr>
          <p:spPr>
            <a:xfrm>
              <a:off x="5044534" y="3549013"/>
              <a:ext cx="46223" cy="213702"/>
            </a:xfrm>
            <a:custGeom>
              <a:rect b="b" l="l" r="r" t="t"/>
              <a:pathLst>
                <a:path extrusionOk="0" h="7032" w="1521">
                  <a:moveTo>
                    <a:pt x="317" y="1"/>
                  </a:moveTo>
                  <a:cubicBezTo>
                    <a:pt x="349" y="1"/>
                    <a:pt x="381" y="32"/>
                    <a:pt x="412" y="32"/>
                  </a:cubicBezTo>
                  <a:cubicBezTo>
                    <a:pt x="634" y="191"/>
                    <a:pt x="634" y="476"/>
                    <a:pt x="666" y="729"/>
                  </a:cubicBezTo>
                  <a:cubicBezTo>
                    <a:pt x="919" y="2471"/>
                    <a:pt x="1172" y="4213"/>
                    <a:pt x="1394" y="5954"/>
                  </a:cubicBezTo>
                  <a:cubicBezTo>
                    <a:pt x="1426" y="6176"/>
                    <a:pt x="1521" y="6398"/>
                    <a:pt x="1331" y="6619"/>
                  </a:cubicBezTo>
                  <a:cubicBezTo>
                    <a:pt x="1331" y="6746"/>
                    <a:pt x="1362" y="6873"/>
                    <a:pt x="1267" y="7031"/>
                  </a:cubicBezTo>
                  <a:cubicBezTo>
                    <a:pt x="824" y="6746"/>
                    <a:pt x="381" y="6524"/>
                    <a:pt x="1" y="6176"/>
                  </a:cubicBezTo>
                  <a:cubicBezTo>
                    <a:pt x="96" y="4308"/>
                    <a:pt x="96" y="2439"/>
                    <a:pt x="127" y="571"/>
                  </a:cubicBezTo>
                  <a:cubicBezTo>
                    <a:pt x="127" y="349"/>
                    <a:pt x="32" y="96"/>
                    <a:pt x="317" y="1"/>
                  </a:cubicBezTo>
                  <a:close/>
                </a:path>
              </a:pathLst>
            </a:custGeom>
            <a:solidFill>
              <a:srgbClr val="FEFEF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6" name="Google Shape;286;p5"/>
            <p:cNvSpPr/>
            <p:nvPr/>
          </p:nvSpPr>
          <p:spPr>
            <a:xfrm>
              <a:off x="4606645" y="3520142"/>
              <a:ext cx="128033" cy="132835"/>
            </a:xfrm>
            <a:custGeom>
              <a:rect b="b" l="l" r="r" t="t"/>
              <a:pathLst>
                <a:path extrusionOk="0" h="4371" w="4213">
                  <a:moveTo>
                    <a:pt x="665" y="1"/>
                  </a:moveTo>
                  <a:cubicBezTo>
                    <a:pt x="824" y="539"/>
                    <a:pt x="1204" y="951"/>
                    <a:pt x="1552" y="1362"/>
                  </a:cubicBezTo>
                  <a:cubicBezTo>
                    <a:pt x="2217" y="2186"/>
                    <a:pt x="3135" y="2724"/>
                    <a:pt x="3801" y="3484"/>
                  </a:cubicBezTo>
                  <a:cubicBezTo>
                    <a:pt x="3927" y="3642"/>
                    <a:pt x="4212" y="3769"/>
                    <a:pt x="4086" y="4022"/>
                  </a:cubicBezTo>
                  <a:cubicBezTo>
                    <a:pt x="3896" y="4371"/>
                    <a:pt x="3642" y="4118"/>
                    <a:pt x="3420" y="4086"/>
                  </a:cubicBezTo>
                  <a:cubicBezTo>
                    <a:pt x="3104" y="3991"/>
                    <a:pt x="2787" y="3832"/>
                    <a:pt x="2470" y="3642"/>
                  </a:cubicBezTo>
                  <a:cubicBezTo>
                    <a:pt x="2597" y="3452"/>
                    <a:pt x="2502" y="3326"/>
                    <a:pt x="2312" y="3231"/>
                  </a:cubicBezTo>
                  <a:cubicBezTo>
                    <a:pt x="1742" y="2851"/>
                    <a:pt x="1235" y="2439"/>
                    <a:pt x="760" y="1964"/>
                  </a:cubicBezTo>
                  <a:cubicBezTo>
                    <a:pt x="602" y="1774"/>
                    <a:pt x="444" y="1552"/>
                    <a:pt x="317" y="1331"/>
                  </a:cubicBezTo>
                  <a:cubicBezTo>
                    <a:pt x="0" y="792"/>
                    <a:pt x="95" y="381"/>
                    <a:pt x="665" y="1"/>
                  </a:cubicBezTo>
                  <a:close/>
                </a:path>
              </a:pathLst>
            </a:custGeom>
            <a:solidFill>
              <a:srgbClr val="E9B07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7" name="Google Shape;287;p5"/>
            <p:cNvSpPr/>
            <p:nvPr/>
          </p:nvSpPr>
          <p:spPr>
            <a:xfrm>
              <a:off x="3996474" y="3613500"/>
              <a:ext cx="28901" cy="116485"/>
            </a:xfrm>
            <a:custGeom>
              <a:rect b="b" l="l" r="r" t="t"/>
              <a:pathLst>
                <a:path extrusionOk="0" h="3833" w="951">
                  <a:moveTo>
                    <a:pt x="728" y="32"/>
                  </a:moveTo>
                  <a:cubicBezTo>
                    <a:pt x="760" y="0"/>
                    <a:pt x="792" y="0"/>
                    <a:pt x="823" y="0"/>
                  </a:cubicBezTo>
                  <a:cubicBezTo>
                    <a:pt x="823" y="507"/>
                    <a:pt x="855" y="1046"/>
                    <a:pt x="855" y="1552"/>
                  </a:cubicBezTo>
                  <a:cubicBezTo>
                    <a:pt x="855" y="2091"/>
                    <a:pt x="887" y="2629"/>
                    <a:pt x="950" y="3167"/>
                  </a:cubicBezTo>
                  <a:cubicBezTo>
                    <a:pt x="665" y="3389"/>
                    <a:pt x="380" y="3642"/>
                    <a:pt x="0" y="3832"/>
                  </a:cubicBezTo>
                  <a:cubicBezTo>
                    <a:pt x="0" y="3262"/>
                    <a:pt x="127" y="2787"/>
                    <a:pt x="222" y="2281"/>
                  </a:cubicBezTo>
                  <a:cubicBezTo>
                    <a:pt x="348" y="1679"/>
                    <a:pt x="507" y="1077"/>
                    <a:pt x="697" y="475"/>
                  </a:cubicBezTo>
                  <a:cubicBezTo>
                    <a:pt x="728" y="317"/>
                    <a:pt x="728" y="159"/>
                    <a:pt x="728" y="32"/>
                  </a:cubicBezTo>
                  <a:close/>
                </a:path>
              </a:pathLst>
            </a:custGeom>
            <a:solidFill>
              <a:srgbClr val="FEFDF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8" name="Google Shape;288;p5"/>
            <p:cNvSpPr/>
            <p:nvPr/>
          </p:nvSpPr>
          <p:spPr>
            <a:xfrm>
              <a:off x="4673047" y="2100565"/>
              <a:ext cx="241600" cy="180972"/>
            </a:xfrm>
            <a:custGeom>
              <a:rect b="b" l="l" r="r" t="t"/>
              <a:pathLst>
                <a:path extrusionOk="0" h="5955" w="7950">
                  <a:moveTo>
                    <a:pt x="7949" y="951"/>
                  </a:moveTo>
                  <a:cubicBezTo>
                    <a:pt x="7791" y="2376"/>
                    <a:pt x="7284" y="3770"/>
                    <a:pt x="6049" y="4751"/>
                  </a:cubicBezTo>
                  <a:cubicBezTo>
                    <a:pt x="4719" y="5796"/>
                    <a:pt x="2946" y="5955"/>
                    <a:pt x="1521" y="4530"/>
                  </a:cubicBezTo>
                  <a:cubicBezTo>
                    <a:pt x="602" y="3643"/>
                    <a:pt x="159" y="2503"/>
                    <a:pt x="32" y="1236"/>
                  </a:cubicBezTo>
                  <a:cubicBezTo>
                    <a:pt x="0" y="951"/>
                    <a:pt x="0" y="666"/>
                    <a:pt x="127" y="413"/>
                  </a:cubicBezTo>
                  <a:cubicBezTo>
                    <a:pt x="254" y="191"/>
                    <a:pt x="444" y="96"/>
                    <a:pt x="697" y="128"/>
                  </a:cubicBezTo>
                  <a:cubicBezTo>
                    <a:pt x="919" y="128"/>
                    <a:pt x="950" y="349"/>
                    <a:pt x="1014" y="539"/>
                  </a:cubicBezTo>
                  <a:cubicBezTo>
                    <a:pt x="1045" y="888"/>
                    <a:pt x="1077" y="1236"/>
                    <a:pt x="1172" y="1584"/>
                  </a:cubicBezTo>
                  <a:cubicBezTo>
                    <a:pt x="1330" y="2376"/>
                    <a:pt x="1647" y="3136"/>
                    <a:pt x="2281" y="3706"/>
                  </a:cubicBezTo>
                  <a:cubicBezTo>
                    <a:pt x="2882" y="4308"/>
                    <a:pt x="3611" y="4435"/>
                    <a:pt x="4371" y="4245"/>
                  </a:cubicBezTo>
                  <a:cubicBezTo>
                    <a:pt x="5574" y="3960"/>
                    <a:pt x="6334" y="3136"/>
                    <a:pt x="6746" y="1996"/>
                  </a:cubicBezTo>
                  <a:cubicBezTo>
                    <a:pt x="6873" y="1711"/>
                    <a:pt x="6936" y="1363"/>
                    <a:pt x="6968" y="1046"/>
                  </a:cubicBezTo>
                  <a:cubicBezTo>
                    <a:pt x="6999" y="761"/>
                    <a:pt x="7126" y="508"/>
                    <a:pt x="7253" y="254"/>
                  </a:cubicBezTo>
                  <a:cubicBezTo>
                    <a:pt x="7379" y="96"/>
                    <a:pt x="7506" y="1"/>
                    <a:pt x="7696" y="64"/>
                  </a:cubicBezTo>
                  <a:cubicBezTo>
                    <a:pt x="7854" y="96"/>
                    <a:pt x="7918" y="254"/>
                    <a:pt x="7949" y="413"/>
                  </a:cubicBezTo>
                  <a:cubicBezTo>
                    <a:pt x="7949" y="539"/>
                    <a:pt x="7949" y="698"/>
                    <a:pt x="7949" y="951"/>
                  </a:cubicBezTo>
                  <a:close/>
                </a:path>
              </a:pathLst>
            </a:custGeom>
            <a:solidFill>
              <a:srgbClr val="31303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89" name="Google Shape;289;p5"/>
            <p:cNvSpPr/>
            <p:nvPr/>
          </p:nvSpPr>
          <p:spPr>
            <a:xfrm>
              <a:off x="4161036" y="2100565"/>
              <a:ext cx="241600" cy="180972"/>
            </a:xfrm>
            <a:custGeom>
              <a:rect b="b" l="l" r="r" t="t"/>
              <a:pathLst>
                <a:path extrusionOk="0" h="5955" w="7950">
                  <a:moveTo>
                    <a:pt x="7949" y="1141"/>
                  </a:moveTo>
                  <a:cubicBezTo>
                    <a:pt x="7823" y="2598"/>
                    <a:pt x="7316" y="3865"/>
                    <a:pt x="6176" y="4815"/>
                  </a:cubicBezTo>
                  <a:cubicBezTo>
                    <a:pt x="4751" y="5955"/>
                    <a:pt x="3136" y="5733"/>
                    <a:pt x="1964" y="4751"/>
                  </a:cubicBezTo>
                  <a:cubicBezTo>
                    <a:pt x="666" y="3738"/>
                    <a:pt x="95" y="2344"/>
                    <a:pt x="32" y="729"/>
                  </a:cubicBezTo>
                  <a:cubicBezTo>
                    <a:pt x="32" y="476"/>
                    <a:pt x="0" y="159"/>
                    <a:pt x="317" y="64"/>
                  </a:cubicBezTo>
                  <a:cubicBezTo>
                    <a:pt x="539" y="1"/>
                    <a:pt x="729" y="191"/>
                    <a:pt x="887" y="571"/>
                  </a:cubicBezTo>
                  <a:cubicBezTo>
                    <a:pt x="982" y="793"/>
                    <a:pt x="1014" y="1014"/>
                    <a:pt x="1046" y="1204"/>
                  </a:cubicBezTo>
                  <a:cubicBezTo>
                    <a:pt x="1236" y="2408"/>
                    <a:pt x="1774" y="3358"/>
                    <a:pt x="2851" y="3960"/>
                  </a:cubicBezTo>
                  <a:cubicBezTo>
                    <a:pt x="4212" y="4720"/>
                    <a:pt x="5543" y="4308"/>
                    <a:pt x="6303" y="2946"/>
                  </a:cubicBezTo>
                  <a:cubicBezTo>
                    <a:pt x="6683" y="2344"/>
                    <a:pt x="6841" y="1648"/>
                    <a:pt x="6936" y="951"/>
                  </a:cubicBezTo>
                  <a:cubicBezTo>
                    <a:pt x="6936" y="793"/>
                    <a:pt x="6968" y="666"/>
                    <a:pt x="6999" y="508"/>
                  </a:cubicBezTo>
                  <a:cubicBezTo>
                    <a:pt x="7031" y="318"/>
                    <a:pt x="7094" y="128"/>
                    <a:pt x="7316" y="96"/>
                  </a:cubicBezTo>
                  <a:cubicBezTo>
                    <a:pt x="7538" y="96"/>
                    <a:pt x="7696" y="191"/>
                    <a:pt x="7823" y="381"/>
                  </a:cubicBezTo>
                  <a:cubicBezTo>
                    <a:pt x="7949" y="634"/>
                    <a:pt x="7949" y="888"/>
                    <a:pt x="7949" y="1141"/>
                  </a:cubicBezTo>
                  <a:close/>
                </a:path>
              </a:pathLst>
            </a:custGeom>
            <a:solidFill>
              <a:srgbClr val="31303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0" name="Google Shape;290;p5"/>
            <p:cNvSpPr/>
            <p:nvPr/>
          </p:nvSpPr>
          <p:spPr>
            <a:xfrm>
              <a:off x="4161036" y="2313264"/>
              <a:ext cx="137667" cy="87614"/>
            </a:xfrm>
            <a:custGeom>
              <a:rect b="b" l="l" r="r" t="t"/>
              <a:pathLst>
                <a:path extrusionOk="0" h="2883" w="4530">
                  <a:moveTo>
                    <a:pt x="2439" y="2788"/>
                  </a:moveTo>
                  <a:cubicBezTo>
                    <a:pt x="2027" y="2883"/>
                    <a:pt x="1552" y="2756"/>
                    <a:pt x="1077" y="2661"/>
                  </a:cubicBezTo>
                  <a:cubicBezTo>
                    <a:pt x="444" y="2566"/>
                    <a:pt x="0" y="2059"/>
                    <a:pt x="0" y="1521"/>
                  </a:cubicBezTo>
                  <a:cubicBezTo>
                    <a:pt x="32" y="856"/>
                    <a:pt x="349" y="381"/>
                    <a:pt x="1014" y="222"/>
                  </a:cubicBezTo>
                  <a:cubicBezTo>
                    <a:pt x="1869" y="32"/>
                    <a:pt x="2724" y="1"/>
                    <a:pt x="3547" y="222"/>
                  </a:cubicBezTo>
                  <a:cubicBezTo>
                    <a:pt x="4117" y="381"/>
                    <a:pt x="4466" y="824"/>
                    <a:pt x="4497" y="1331"/>
                  </a:cubicBezTo>
                  <a:cubicBezTo>
                    <a:pt x="4529" y="2059"/>
                    <a:pt x="3927" y="2756"/>
                    <a:pt x="3167" y="2788"/>
                  </a:cubicBezTo>
                  <a:cubicBezTo>
                    <a:pt x="2946" y="2819"/>
                    <a:pt x="2724" y="2788"/>
                    <a:pt x="2439" y="2788"/>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1" name="Google Shape;291;p5"/>
            <p:cNvSpPr/>
            <p:nvPr/>
          </p:nvSpPr>
          <p:spPr>
            <a:xfrm>
              <a:off x="4776981" y="2316151"/>
              <a:ext cx="139581" cy="82813"/>
            </a:xfrm>
            <a:custGeom>
              <a:rect b="b" l="l" r="r" t="t"/>
              <a:pathLst>
                <a:path extrusionOk="0" h="2725" w="4593">
                  <a:moveTo>
                    <a:pt x="2281" y="32"/>
                  </a:moveTo>
                  <a:cubicBezTo>
                    <a:pt x="2724" y="32"/>
                    <a:pt x="3136" y="1"/>
                    <a:pt x="3548" y="127"/>
                  </a:cubicBezTo>
                  <a:cubicBezTo>
                    <a:pt x="4181" y="317"/>
                    <a:pt x="4593" y="856"/>
                    <a:pt x="4561" y="1521"/>
                  </a:cubicBezTo>
                  <a:cubicBezTo>
                    <a:pt x="4529" y="2028"/>
                    <a:pt x="4023" y="2471"/>
                    <a:pt x="3421" y="2598"/>
                  </a:cubicBezTo>
                  <a:cubicBezTo>
                    <a:pt x="2788" y="2724"/>
                    <a:pt x="2091" y="2724"/>
                    <a:pt x="1426" y="2693"/>
                  </a:cubicBezTo>
                  <a:cubicBezTo>
                    <a:pt x="634" y="2693"/>
                    <a:pt x="1" y="1964"/>
                    <a:pt x="64" y="1204"/>
                  </a:cubicBezTo>
                  <a:cubicBezTo>
                    <a:pt x="127" y="602"/>
                    <a:pt x="761" y="64"/>
                    <a:pt x="1521" y="32"/>
                  </a:cubicBezTo>
                  <a:cubicBezTo>
                    <a:pt x="1774" y="1"/>
                    <a:pt x="2027" y="32"/>
                    <a:pt x="2281" y="32"/>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2" name="Google Shape;292;p5"/>
            <p:cNvSpPr/>
            <p:nvPr/>
          </p:nvSpPr>
          <p:spPr>
            <a:xfrm>
              <a:off x="4417041" y="2384498"/>
              <a:ext cx="243515" cy="102992"/>
            </a:xfrm>
            <a:custGeom>
              <a:rect b="b" l="l" r="r" t="t"/>
              <a:pathLst>
                <a:path extrusionOk="0" h="3389" w="8013">
                  <a:moveTo>
                    <a:pt x="4022" y="3357"/>
                  </a:moveTo>
                  <a:cubicBezTo>
                    <a:pt x="2724" y="3357"/>
                    <a:pt x="1679" y="3009"/>
                    <a:pt x="824" y="2090"/>
                  </a:cubicBezTo>
                  <a:cubicBezTo>
                    <a:pt x="444" y="1679"/>
                    <a:pt x="222" y="1172"/>
                    <a:pt x="64" y="665"/>
                  </a:cubicBezTo>
                  <a:cubicBezTo>
                    <a:pt x="32" y="602"/>
                    <a:pt x="32" y="570"/>
                    <a:pt x="32" y="507"/>
                  </a:cubicBezTo>
                  <a:cubicBezTo>
                    <a:pt x="0" y="285"/>
                    <a:pt x="95" y="127"/>
                    <a:pt x="285" y="64"/>
                  </a:cubicBezTo>
                  <a:cubicBezTo>
                    <a:pt x="475" y="0"/>
                    <a:pt x="570" y="159"/>
                    <a:pt x="665" y="254"/>
                  </a:cubicBezTo>
                  <a:cubicBezTo>
                    <a:pt x="697" y="349"/>
                    <a:pt x="760" y="412"/>
                    <a:pt x="792" y="507"/>
                  </a:cubicBezTo>
                  <a:cubicBezTo>
                    <a:pt x="1426" y="1615"/>
                    <a:pt x="2281" y="2280"/>
                    <a:pt x="3611" y="2312"/>
                  </a:cubicBezTo>
                  <a:cubicBezTo>
                    <a:pt x="4529" y="2312"/>
                    <a:pt x="5416" y="2312"/>
                    <a:pt x="6208" y="1710"/>
                  </a:cubicBezTo>
                  <a:cubicBezTo>
                    <a:pt x="6588" y="1394"/>
                    <a:pt x="6873" y="1014"/>
                    <a:pt x="7126" y="602"/>
                  </a:cubicBezTo>
                  <a:cubicBezTo>
                    <a:pt x="7189" y="507"/>
                    <a:pt x="7253" y="380"/>
                    <a:pt x="7316" y="285"/>
                  </a:cubicBezTo>
                  <a:cubicBezTo>
                    <a:pt x="7411" y="127"/>
                    <a:pt x="7538" y="0"/>
                    <a:pt x="7728" y="95"/>
                  </a:cubicBezTo>
                  <a:cubicBezTo>
                    <a:pt x="7918" y="190"/>
                    <a:pt x="8013" y="349"/>
                    <a:pt x="7949" y="539"/>
                  </a:cubicBezTo>
                  <a:cubicBezTo>
                    <a:pt x="7791" y="1077"/>
                    <a:pt x="7601" y="1584"/>
                    <a:pt x="7253" y="1995"/>
                  </a:cubicBezTo>
                  <a:cubicBezTo>
                    <a:pt x="6366" y="2977"/>
                    <a:pt x="5257" y="3389"/>
                    <a:pt x="4022" y="3357"/>
                  </a:cubicBezTo>
                  <a:close/>
                </a:path>
              </a:pathLst>
            </a:custGeom>
            <a:solidFill>
              <a:srgbClr val="31313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3" name="Google Shape;293;p5"/>
            <p:cNvSpPr/>
            <p:nvPr/>
          </p:nvSpPr>
          <p:spPr>
            <a:xfrm>
              <a:off x="3791463" y="2015898"/>
              <a:ext cx="62603" cy="123201"/>
            </a:xfrm>
            <a:custGeom>
              <a:rect b="b" l="l" r="r" t="t"/>
              <a:pathLst>
                <a:path extrusionOk="0" h="4054" w="2060">
                  <a:moveTo>
                    <a:pt x="286" y="0"/>
                  </a:moveTo>
                  <a:cubicBezTo>
                    <a:pt x="1426" y="792"/>
                    <a:pt x="2059" y="3072"/>
                    <a:pt x="1362" y="4054"/>
                  </a:cubicBezTo>
                  <a:cubicBezTo>
                    <a:pt x="1141" y="3420"/>
                    <a:pt x="1141" y="2819"/>
                    <a:pt x="1046" y="2154"/>
                  </a:cubicBezTo>
                  <a:cubicBezTo>
                    <a:pt x="792" y="2249"/>
                    <a:pt x="697" y="2470"/>
                    <a:pt x="602" y="2660"/>
                  </a:cubicBezTo>
                  <a:cubicBezTo>
                    <a:pt x="476" y="2882"/>
                    <a:pt x="381" y="3104"/>
                    <a:pt x="286" y="3325"/>
                  </a:cubicBezTo>
                  <a:cubicBezTo>
                    <a:pt x="254" y="3389"/>
                    <a:pt x="191" y="3420"/>
                    <a:pt x="159" y="3389"/>
                  </a:cubicBezTo>
                  <a:cubicBezTo>
                    <a:pt x="127" y="3357"/>
                    <a:pt x="64" y="3325"/>
                    <a:pt x="64" y="3262"/>
                  </a:cubicBezTo>
                  <a:cubicBezTo>
                    <a:pt x="1" y="3167"/>
                    <a:pt x="64" y="3104"/>
                    <a:pt x="96" y="3009"/>
                  </a:cubicBezTo>
                  <a:cubicBezTo>
                    <a:pt x="191" y="2565"/>
                    <a:pt x="381" y="2154"/>
                    <a:pt x="729" y="1837"/>
                  </a:cubicBezTo>
                  <a:cubicBezTo>
                    <a:pt x="982" y="1615"/>
                    <a:pt x="951" y="1425"/>
                    <a:pt x="824" y="1172"/>
                  </a:cubicBezTo>
                  <a:cubicBezTo>
                    <a:pt x="697" y="887"/>
                    <a:pt x="539" y="633"/>
                    <a:pt x="412" y="380"/>
                  </a:cubicBezTo>
                  <a:cubicBezTo>
                    <a:pt x="349" y="285"/>
                    <a:pt x="222" y="190"/>
                    <a:pt x="286" y="0"/>
                  </a:cubicBezTo>
                  <a:close/>
                </a:path>
              </a:pathLst>
            </a:custGeom>
            <a:solidFill>
              <a:srgbClr val="956F4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4" name="Google Shape;294;p5"/>
            <p:cNvSpPr/>
            <p:nvPr/>
          </p:nvSpPr>
          <p:spPr>
            <a:xfrm>
              <a:off x="5215843" y="2015898"/>
              <a:ext cx="63545" cy="123201"/>
            </a:xfrm>
            <a:custGeom>
              <a:rect b="b" l="l" r="r" t="t"/>
              <a:pathLst>
                <a:path extrusionOk="0" h="4054" w="2091">
                  <a:moveTo>
                    <a:pt x="1014" y="2122"/>
                  </a:moveTo>
                  <a:cubicBezTo>
                    <a:pt x="887" y="2787"/>
                    <a:pt x="919" y="3420"/>
                    <a:pt x="697" y="4054"/>
                  </a:cubicBezTo>
                  <a:cubicBezTo>
                    <a:pt x="1" y="3104"/>
                    <a:pt x="602" y="823"/>
                    <a:pt x="1743" y="0"/>
                  </a:cubicBezTo>
                  <a:cubicBezTo>
                    <a:pt x="1901" y="95"/>
                    <a:pt x="1774" y="190"/>
                    <a:pt x="1743" y="285"/>
                  </a:cubicBezTo>
                  <a:cubicBezTo>
                    <a:pt x="1616" y="475"/>
                    <a:pt x="1489" y="665"/>
                    <a:pt x="1394" y="855"/>
                  </a:cubicBezTo>
                  <a:cubicBezTo>
                    <a:pt x="1173" y="1267"/>
                    <a:pt x="982" y="1615"/>
                    <a:pt x="1489" y="2027"/>
                  </a:cubicBezTo>
                  <a:cubicBezTo>
                    <a:pt x="1774" y="2249"/>
                    <a:pt x="1901" y="2629"/>
                    <a:pt x="1996" y="3009"/>
                  </a:cubicBezTo>
                  <a:cubicBezTo>
                    <a:pt x="2028" y="3135"/>
                    <a:pt x="2091" y="3325"/>
                    <a:pt x="1901" y="3389"/>
                  </a:cubicBezTo>
                  <a:cubicBezTo>
                    <a:pt x="1711" y="3452"/>
                    <a:pt x="1743" y="3230"/>
                    <a:pt x="1679" y="3135"/>
                  </a:cubicBezTo>
                  <a:cubicBezTo>
                    <a:pt x="1521" y="2787"/>
                    <a:pt x="1426" y="2407"/>
                    <a:pt x="1014" y="2122"/>
                  </a:cubicBezTo>
                  <a:close/>
                </a:path>
              </a:pathLst>
            </a:custGeom>
            <a:solidFill>
              <a:srgbClr val="956F4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5" name="Google Shape;295;p5"/>
            <p:cNvSpPr/>
            <p:nvPr/>
          </p:nvSpPr>
          <p:spPr>
            <a:xfrm>
              <a:off x="4502680" y="2219906"/>
              <a:ext cx="70292" cy="34675"/>
            </a:xfrm>
            <a:custGeom>
              <a:rect b="b" l="l" r="r" t="t"/>
              <a:pathLst>
                <a:path extrusionOk="0" h="1141" w="2313">
                  <a:moveTo>
                    <a:pt x="2313" y="856"/>
                  </a:moveTo>
                  <a:cubicBezTo>
                    <a:pt x="2281" y="1046"/>
                    <a:pt x="2186" y="1141"/>
                    <a:pt x="1996" y="1078"/>
                  </a:cubicBezTo>
                  <a:cubicBezTo>
                    <a:pt x="1901" y="1046"/>
                    <a:pt x="1806" y="983"/>
                    <a:pt x="1711" y="919"/>
                  </a:cubicBezTo>
                  <a:cubicBezTo>
                    <a:pt x="1363" y="698"/>
                    <a:pt x="1014" y="698"/>
                    <a:pt x="634" y="919"/>
                  </a:cubicBezTo>
                  <a:cubicBezTo>
                    <a:pt x="571" y="951"/>
                    <a:pt x="476" y="1014"/>
                    <a:pt x="413" y="1046"/>
                  </a:cubicBezTo>
                  <a:cubicBezTo>
                    <a:pt x="318" y="1109"/>
                    <a:pt x="191" y="1109"/>
                    <a:pt x="96" y="1014"/>
                  </a:cubicBezTo>
                  <a:cubicBezTo>
                    <a:pt x="1" y="919"/>
                    <a:pt x="1" y="761"/>
                    <a:pt x="64" y="666"/>
                  </a:cubicBezTo>
                  <a:cubicBezTo>
                    <a:pt x="191" y="476"/>
                    <a:pt x="413" y="349"/>
                    <a:pt x="603" y="254"/>
                  </a:cubicBezTo>
                  <a:cubicBezTo>
                    <a:pt x="1109" y="1"/>
                    <a:pt x="1901" y="159"/>
                    <a:pt x="2218" y="603"/>
                  </a:cubicBezTo>
                  <a:cubicBezTo>
                    <a:pt x="2281" y="666"/>
                    <a:pt x="2313" y="761"/>
                    <a:pt x="2313" y="856"/>
                  </a:cubicBezTo>
                  <a:close/>
                </a:path>
              </a:pathLst>
            </a:custGeom>
            <a:solidFill>
              <a:srgbClr val="33323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6" name="Google Shape;296;p5"/>
            <p:cNvSpPr/>
            <p:nvPr/>
          </p:nvSpPr>
          <p:spPr>
            <a:xfrm>
              <a:off x="5057055" y="3533605"/>
              <a:ext cx="171339" cy="312835"/>
            </a:xfrm>
            <a:custGeom>
              <a:rect b="b" l="l" r="r" t="t"/>
              <a:pathLst>
                <a:path extrusionOk="0" h="10294" w="5638">
                  <a:moveTo>
                    <a:pt x="919" y="7126"/>
                  </a:moveTo>
                  <a:cubicBezTo>
                    <a:pt x="602" y="4910"/>
                    <a:pt x="317" y="2724"/>
                    <a:pt x="0" y="539"/>
                  </a:cubicBezTo>
                  <a:cubicBezTo>
                    <a:pt x="887" y="349"/>
                    <a:pt x="1742" y="33"/>
                    <a:pt x="2661" y="64"/>
                  </a:cubicBezTo>
                  <a:cubicBezTo>
                    <a:pt x="3262" y="96"/>
                    <a:pt x="3864" y="33"/>
                    <a:pt x="4466" y="1"/>
                  </a:cubicBezTo>
                  <a:cubicBezTo>
                    <a:pt x="4022" y="159"/>
                    <a:pt x="3959" y="254"/>
                    <a:pt x="4054" y="729"/>
                  </a:cubicBezTo>
                  <a:cubicBezTo>
                    <a:pt x="4339" y="2123"/>
                    <a:pt x="4497" y="3548"/>
                    <a:pt x="4719" y="4973"/>
                  </a:cubicBezTo>
                  <a:cubicBezTo>
                    <a:pt x="5004" y="6620"/>
                    <a:pt x="5194" y="8266"/>
                    <a:pt x="5574" y="9882"/>
                  </a:cubicBezTo>
                  <a:cubicBezTo>
                    <a:pt x="5606" y="10008"/>
                    <a:pt x="5637" y="10135"/>
                    <a:pt x="5574" y="10262"/>
                  </a:cubicBezTo>
                  <a:cubicBezTo>
                    <a:pt x="5321" y="10293"/>
                    <a:pt x="5162" y="10072"/>
                    <a:pt x="4972" y="9977"/>
                  </a:cubicBezTo>
                  <a:cubicBezTo>
                    <a:pt x="3896" y="9343"/>
                    <a:pt x="2787" y="8710"/>
                    <a:pt x="1710" y="8076"/>
                  </a:cubicBezTo>
                  <a:cubicBezTo>
                    <a:pt x="1140" y="7728"/>
                    <a:pt x="1140" y="7696"/>
                    <a:pt x="919" y="7126"/>
                  </a:cubicBezTo>
                  <a:close/>
                </a:path>
              </a:pathLst>
            </a:custGeom>
            <a:solidFill>
              <a:srgbClr val="E9B07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7" name="Google Shape;297;p5"/>
            <p:cNvSpPr/>
            <p:nvPr/>
          </p:nvSpPr>
          <p:spPr>
            <a:xfrm>
              <a:off x="4112898" y="3482611"/>
              <a:ext cx="260868" cy="101077"/>
            </a:xfrm>
            <a:custGeom>
              <a:rect b="b" l="l" r="r" t="t"/>
              <a:pathLst>
                <a:path extrusionOk="0" h="3326" w="8584">
                  <a:moveTo>
                    <a:pt x="3295" y="3294"/>
                  </a:moveTo>
                  <a:cubicBezTo>
                    <a:pt x="2883" y="3104"/>
                    <a:pt x="2440" y="3167"/>
                    <a:pt x="2028" y="3262"/>
                  </a:cubicBezTo>
                  <a:cubicBezTo>
                    <a:pt x="1648" y="3326"/>
                    <a:pt x="1299" y="3294"/>
                    <a:pt x="919" y="3326"/>
                  </a:cubicBezTo>
                  <a:cubicBezTo>
                    <a:pt x="571" y="3326"/>
                    <a:pt x="349" y="3136"/>
                    <a:pt x="254" y="2819"/>
                  </a:cubicBezTo>
                  <a:cubicBezTo>
                    <a:pt x="128" y="2407"/>
                    <a:pt x="1" y="1964"/>
                    <a:pt x="33" y="1521"/>
                  </a:cubicBezTo>
                  <a:cubicBezTo>
                    <a:pt x="64" y="1077"/>
                    <a:pt x="254" y="761"/>
                    <a:pt x="698" y="666"/>
                  </a:cubicBezTo>
                  <a:cubicBezTo>
                    <a:pt x="1236" y="539"/>
                    <a:pt x="1774" y="412"/>
                    <a:pt x="2313" y="412"/>
                  </a:cubicBezTo>
                  <a:cubicBezTo>
                    <a:pt x="3231" y="380"/>
                    <a:pt x="4150" y="317"/>
                    <a:pt x="5036" y="222"/>
                  </a:cubicBezTo>
                  <a:cubicBezTo>
                    <a:pt x="5416" y="159"/>
                    <a:pt x="5796" y="190"/>
                    <a:pt x="6145" y="190"/>
                  </a:cubicBezTo>
                  <a:cubicBezTo>
                    <a:pt x="6430" y="190"/>
                    <a:pt x="6683" y="159"/>
                    <a:pt x="6937" y="127"/>
                  </a:cubicBezTo>
                  <a:cubicBezTo>
                    <a:pt x="7855" y="0"/>
                    <a:pt x="8298" y="317"/>
                    <a:pt x="8488" y="1141"/>
                  </a:cubicBezTo>
                  <a:cubicBezTo>
                    <a:pt x="8583" y="1616"/>
                    <a:pt x="8583" y="2091"/>
                    <a:pt x="8203" y="2502"/>
                  </a:cubicBezTo>
                  <a:cubicBezTo>
                    <a:pt x="8013" y="2661"/>
                    <a:pt x="7728" y="2566"/>
                    <a:pt x="7602" y="2787"/>
                  </a:cubicBezTo>
                  <a:cubicBezTo>
                    <a:pt x="7602" y="2851"/>
                    <a:pt x="7570" y="2851"/>
                    <a:pt x="7507" y="2851"/>
                  </a:cubicBezTo>
                  <a:cubicBezTo>
                    <a:pt x="7317" y="2787"/>
                    <a:pt x="7127" y="2914"/>
                    <a:pt x="6905" y="2851"/>
                  </a:cubicBezTo>
                  <a:cubicBezTo>
                    <a:pt x="6620" y="2059"/>
                    <a:pt x="5828" y="1806"/>
                    <a:pt x="5036" y="2122"/>
                  </a:cubicBezTo>
                  <a:cubicBezTo>
                    <a:pt x="4656" y="2249"/>
                    <a:pt x="4340" y="2471"/>
                    <a:pt x="4023" y="2724"/>
                  </a:cubicBezTo>
                  <a:cubicBezTo>
                    <a:pt x="3801" y="2946"/>
                    <a:pt x="3548" y="3104"/>
                    <a:pt x="3295" y="3294"/>
                  </a:cubicBezTo>
                  <a:close/>
                </a:path>
              </a:pathLst>
            </a:custGeom>
            <a:solidFill>
              <a:srgbClr val="FE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298" name="Google Shape;298;p5"/>
            <p:cNvSpPr/>
            <p:nvPr/>
          </p:nvSpPr>
          <p:spPr>
            <a:xfrm>
              <a:off x="4322711" y="3565363"/>
              <a:ext cx="18325" cy="12551"/>
            </a:xfrm>
            <a:custGeom>
              <a:rect b="b" l="l" r="r" t="t"/>
              <a:pathLst>
                <a:path extrusionOk="0" h="413" w="603">
                  <a:moveTo>
                    <a:pt x="1" y="159"/>
                  </a:moveTo>
                  <a:cubicBezTo>
                    <a:pt x="191" y="1"/>
                    <a:pt x="413" y="1"/>
                    <a:pt x="603" y="128"/>
                  </a:cubicBezTo>
                  <a:cubicBezTo>
                    <a:pt x="413" y="128"/>
                    <a:pt x="223" y="413"/>
                    <a:pt x="1" y="159"/>
                  </a:cubicBezTo>
                  <a:close/>
                </a:path>
              </a:pathLst>
            </a:custGeom>
            <a:solidFill>
              <a:srgbClr val="4074A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pic>
        <p:nvPicPr>
          <p:cNvPr id="299" name="Google Shape;299;p5"/>
          <p:cNvPicPr preferRelativeResize="0"/>
          <p:nvPr/>
        </p:nvPicPr>
        <p:blipFill rotWithShape="1">
          <a:blip r:embed="rId3">
            <a:alphaModFix/>
          </a:blip>
          <a:srcRect b="0" l="0" r="0" t="0"/>
          <a:stretch/>
        </p:blipFill>
        <p:spPr>
          <a:xfrm>
            <a:off x="-138285" y="0"/>
            <a:ext cx="2511770" cy="1603387"/>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60"/>
                                        </p:tgtEl>
                                        <p:attrNameLst>
                                          <p:attrName>style.visibility</p:attrName>
                                        </p:attrNameLst>
                                      </p:cBhvr>
                                      <p:to>
                                        <p:strVal val="visible"/>
                                      </p:to>
                                    </p:set>
                                    <p:animEffect filter="fade" transition="in">
                                      <p:cBhvr>
                                        <p:cTn dur="7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pic>
        <p:nvPicPr>
          <p:cNvPr id="304" name="Google Shape;304;p6"/>
          <p:cNvPicPr preferRelativeResize="0"/>
          <p:nvPr/>
        </p:nvPicPr>
        <p:blipFill rotWithShape="1">
          <a:blip r:embed="rId3">
            <a:alphaModFix/>
          </a:blip>
          <a:srcRect b="0" l="0" r="0" t="0"/>
          <a:stretch/>
        </p:blipFill>
        <p:spPr>
          <a:xfrm>
            <a:off x="-138285" y="0"/>
            <a:ext cx="2511770" cy="1603387"/>
          </a:xfrm>
          <a:prstGeom prst="rect">
            <a:avLst/>
          </a:prstGeom>
          <a:noFill/>
          <a:ln>
            <a:noFill/>
          </a:ln>
        </p:spPr>
      </p:pic>
      <p:grpSp>
        <p:nvGrpSpPr>
          <p:cNvPr id="305" name="Google Shape;305;p6"/>
          <p:cNvGrpSpPr/>
          <p:nvPr/>
        </p:nvGrpSpPr>
        <p:grpSpPr>
          <a:xfrm>
            <a:off x="1566281" y="1718709"/>
            <a:ext cx="3691143" cy="4066949"/>
            <a:chOff x="634943" y="1231381"/>
            <a:chExt cx="2025203" cy="2574137"/>
          </a:xfrm>
        </p:grpSpPr>
        <p:sp>
          <p:nvSpPr>
            <p:cNvPr id="306" name="Google Shape;306;p6"/>
            <p:cNvSpPr/>
            <p:nvPr/>
          </p:nvSpPr>
          <p:spPr>
            <a:xfrm>
              <a:off x="990739" y="2347466"/>
              <a:ext cx="212764" cy="295897"/>
            </a:xfrm>
            <a:custGeom>
              <a:rect b="b" l="l" r="r" t="t"/>
              <a:pathLst>
                <a:path extrusionOk="0" h="9692" w="6969">
                  <a:moveTo>
                    <a:pt x="6968" y="1078"/>
                  </a:moveTo>
                  <a:cubicBezTo>
                    <a:pt x="6588" y="2439"/>
                    <a:pt x="6208" y="3801"/>
                    <a:pt x="6176" y="5353"/>
                  </a:cubicBezTo>
                  <a:cubicBezTo>
                    <a:pt x="6176" y="6588"/>
                    <a:pt x="6335" y="7443"/>
                    <a:pt x="6968" y="8330"/>
                  </a:cubicBezTo>
                  <a:cubicBezTo>
                    <a:pt x="4435" y="9248"/>
                    <a:pt x="1458" y="9692"/>
                    <a:pt x="1" y="7823"/>
                  </a:cubicBezTo>
                  <a:cubicBezTo>
                    <a:pt x="3168" y="6303"/>
                    <a:pt x="2028" y="2883"/>
                    <a:pt x="2376" y="349"/>
                  </a:cubicBezTo>
                  <a:cubicBezTo>
                    <a:pt x="3389" y="223"/>
                    <a:pt x="5226" y="1"/>
                    <a:pt x="6968" y="1078"/>
                  </a:cubicBezTo>
                  <a:close/>
                </a:path>
              </a:pathLst>
            </a:custGeom>
            <a:solidFill>
              <a:srgbClr val="FDC6A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07" name="Google Shape;307;p6"/>
            <p:cNvSpPr/>
            <p:nvPr/>
          </p:nvSpPr>
          <p:spPr>
            <a:xfrm>
              <a:off x="669747" y="1398044"/>
              <a:ext cx="855695" cy="1021015"/>
            </a:xfrm>
            <a:custGeom>
              <a:rect b="b" l="l" r="r" t="t"/>
              <a:pathLst>
                <a:path extrusionOk="0" h="33443" w="28028">
                  <a:moveTo>
                    <a:pt x="12478" y="1203"/>
                  </a:moveTo>
                  <a:cubicBezTo>
                    <a:pt x="15899" y="855"/>
                    <a:pt x="19351" y="0"/>
                    <a:pt x="22106" y="2217"/>
                  </a:cubicBezTo>
                  <a:cubicBezTo>
                    <a:pt x="24703" y="4307"/>
                    <a:pt x="25843" y="6872"/>
                    <a:pt x="26191" y="9849"/>
                  </a:cubicBezTo>
                  <a:cubicBezTo>
                    <a:pt x="27046" y="17196"/>
                    <a:pt x="28028" y="26285"/>
                    <a:pt x="23341" y="30624"/>
                  </a:cubicBezTo>
                  <a:cubicBezTo>
                    <a:pt x="20681" y="33094"/>
                    <a:pt x="15455" y="33442"/>
                    <a:pt x="10135" y="31257"/>
                  </a:cubicBezTo>
                  <a:cubicBezTo>
                    <a:pt x="4086" y="28787"/>
                    <a:pt x="1" y="14124"/>
                    <a:pt x="856" y="8962"/>
                  </a:cubicBezTo>
                  <a:cubicBezTo>
                    <a:pt x="1806" y="3262"/>
                    <a:pt x="5574" y="1837"/>
                    <a:pt x="12478" y="1203"/>
                  </a:cubicBezTo>
                  <a:close/>
                </a:path>
              </a:pathLst>
            </a:custGeom>
            <a:solidFill>
              <a:srgbClr val="FDC6A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08" name="Google Shape;308;p6"/>
            <p:cNvSpPr/>
            <p:nvPr/>
          </p:nvSpPr>
          <p:spPr>
            <a:xfrm>
              <a:off x="1159937" y="1937540"/>
              <a:ext cx="78309" cy="209863"/>
            </a:xfrm>
            <a:custGeom>
              <a:rect b="b" l="l" r="r" t="t"/>
              <a:pathLst>
                <a:path extrusionOk="0" h="6874" w="2565">
                  <a:moveTo>
                    <a:pt x="476" y="0"/>
                  </a:moveTo>
                  <a:cubicBezTo>
                    <a:pt x="1" y="602"/>
                    <a:pt x="223" y="2439"/>
                    <a:pt x="286" y="3104"/>
                  </a:cubicBezTo>
                  <a:cubicBezTo>
                    <a:pt x="381" y="4402"/>
                    <a:pt x="476" y="5606"/>
                    <a:pt x="856" y="6872"/>
                  </a:cubicBezTo>
                  <a:cubicBezTo>
                    <a:pt x="879" y="6873"/>
                    <a:pt x="902" y="6873"/>
                    <a:pt x="925" y="6873"/>
                  </a:cubicBezTo>
                  <a:cubicBezTo>
                    <a:pt x="2079" y="6873"/>
                    <a:pt x="2564" y="6096"/>
                    <a:pt x="2471" y="5289"/>
                  </a:cubicBezTo>
                  <a:cubicBezTo>
                    <a:pt x="2249" y="3832"/>
                    <a:pt x="1268" y="1774"/>
                    <a:pt x="666" y="317"/>
                  </a:cubicBezTo>
                  <a:cubicBezTo>
                    <a:pt x="539" y="32"/>
                    <a:pt x="476" y="0"/>
                    <a:pt x="476" y="0"/>
                  </a:cubicBezTo>
                  <a:close/>
                </a:path>
              </a:pathLst>
            </a:custGeom>
            <a:solidFill>
              <a:srgbClr val="E9A18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09" name="Google Shape;309;p6"/>
            <p:cNvSpPr/>
            <p:nvPr/>
          </p:nvSpPr>
          <p:spPr>
            <a:xfrm>
              <a:off x="867001" y="1992127"/>
              <a:ext cx="178875" cy="146086"/>
            </a:xfrm>
            <a:custGeom>
              <a:rect b="b" l="l" r="r" t="t"/>
              <a:pathLst>
                <a:path extrusionOk="0" h="4785" w="5859">
                  <a:moveTo>
                    <a:pt x="2929" y="0"/>
                  </a:moveTo>
                  <a:cubicBezTo>
                    <a:pt x="2819" y="0"/>
                    <a:pt x="2708" y="6"/>
                    <a:pt x="2597" y="17"/>
                  </a:cubicBezTo>
                  <a:cubicBezTo>
                    <a:pt x="1109" y="176"/>
                    <a:pt x="0" y="1347"/>
                    <a:pt x="190" y="2678"/>
                  </a:cubicBezTo>
                  <a:cubicBezTo>
                    <a:pt x="337" y="3881"/>
                    <a:pt x="1517" y="4785"/>
                    <a:pt x="2899" y="4785"/>
                  </a:cubicBezTo>
                  <a:cubicBezTo>
                    <a:pt x="3009" y="4785"/>
                    <a:pt x="3119" y="4779"/>
                    <a:pt x="3230" y="4768"/>
                  </a:cubicBezTo>
                  <a:cubicBezTo>
                    <a:pt x="4751" y="4609"/>
                    <a:pt x="5859" y="3438"/>
                    <a:pt x="5669" y="2108"/>
                  </a:cubicBezTo>
                  <a:cubicBezTo>
                    <a:pt x="5522" y="904"/>
                    <a:pt x="4315" y="0"/>
                    <a:pt x="2929" y="0"/>
                  </a:cubicBezTo>
                  <a:close/>
                </a:path>
              </a:pathLst>
            </a:custGeom>
            <a:solidFill>
              <a:srgbClr val="FFBEA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0" name="Google Shape;310;p6"/>
            <p:cNvSpPr/>
            <p:nvPr/>
          </p:nvSpPr>
          <p:spPr>
            <a:xfrm>
              <a:off x="1293383" y="1949569"/>
              <a:ext cx="177929" cy="146117"/>
            </a:xfrm>
            <a:custGeom>
              <a:rect b="b" l="l" r="r" t="t"/>
              <a:pathLst>
                <a:path extrusionOk="0" h="4786" w="5828">
                  <a:moveTo>
                    <a:pt x="2928" y="1"/>
                  </a:moveTo>
                  <a:cubicBezTo>
                    <a:pt x="2819" y="1"/>
                    <a:pt x="2708" y="6"/>
                    <a:pt x="2597" y="18"/>
                  </a:cubicBezTo>
                  <a:cubicBezTo>
                    <a:pt x="1077" y="176"/>
                    <a:pt x="0" y="1348"/>
                    <a:pt x="159" y="2678"/>
                  </a:cubicBezTo>
                  <a:cubicBezTo>
                    <a:pt x="335" y="3881"/>
                    <a:pt x="1517" y="4786"/>
                    <a:pt x="2899" y="4786"/>
                  </a:cubicBezTo>
                  <a:cubicBezTo>
                    <a:pt x="3009" y="4786"/>
                    <a:pt x="3119" y="4780"/>
                    <a:pt x="3231" y="4768"/>
                  </a:cubicBezTo>
                  <a:cubicBezTo>
                    <a:pt x="4751" y="4610"/>
                    <a:pt x="5827" y="3438"/>
                    <a:pt x="5669" y="2140"/>
                  </a:cubicBezTo>
                  <a:cubicBezTo>
                    <a:pt x="5493" y="907"/>
                    <a:pt x="4310" y="1"/>
                    <a:pt x="2928" y="1"/>
                  </a:cubicBezTo>
                  <a:close/>
                </a:path>
              </a:pathLst>
            </a:custGeom>
            <a:solidFill>
              <a:srgbClr val="FFBEA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1" name="Google Shape;311;p6"/>
            <p:cNvSpPr/>
            <p:nvPr/>
          </p:nvSpPr>
          <p:spPr>
            <a:xfrm>
              <a:off x="978192" y="1848575"/>
              <a:ext cx="52237" cy="49336"/>
            </a:xfrm>
            <a:custGeom>
              <a:rect b="b" l="l" r="r" t="t"/>
              <a:pathLst>
                <a:path extrusionOk="0" h="1616" w="1711">
                  <a:moveTo>
                    <a:pt x="855" y="1"/>
                  </a:moveTo>
                  <a:cubicBezTo>
                    <a:pt x="380" y="1"/>
                    <a:pt x="0" y="381"/>
                    <a:pt x="0" y="824"/>
                  </a:cubicBezTo>
                  <a:cubicBezTo>
                    <a:pt x="0" y="1267"/>
                    <a:pt x="380" y="1616"/>
                    <a:pt x="855" y="1616"/>
                  </a:cubicBezTo>
                  <a:cubicBezTo>
                    <a:pt x="1330" y="1616"/>
                    <a:pt x="1710" y="1267"/>
                    <a:pt x="1710" y="824"/>
                  </a:cubicBezTo>
                  <a:cubicBezTo>
                    <a:pt x="1710" y="381"/>
                    <a:pt x="1330" y="32"/>
                    <a:pt x="855" y="1"/>
                  </a:cubicBezTo>
                  <a:close/>
                </a:path>
              </a:pathLst>
            </a:custGeom>
            <a:solidFill>
              <a:srgbClr val="44454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2" name="Google Shape;312;p6"/>
            <p:cNvSpPr/>
            <p:nvPr/>
          </p:nvSpPr>
          <p:spPr>
            <a:xfrm>
              <a:off x="1284682" y="1824426"/>
              <a:ext cx="51260" cy="49336"/>
            </a:xfrm>
            <a:custGeom>
              <a:rect b="b" l="l" r="r" t="t"/>
              <a:pathLst>
                <a:path extrusionOk="0" h="1616" w="1679">
                  <a:moveTo>
                    <a:pt x="824" y="0"/>
                  </a:moveTo>
                  <a:cubicBezTo>
                    <a:pt x="380" y="0"/>
                    <a:pt x="0" y="380"/>
                    <a:pt x="0" y="823"/>
                  </a:cubicBezTo>
                  <a:cubicBezTo>
                    <a:pt x="0" y="1267"/>
                    <a:pt x="380" y="1615"/>
                    <a:pt x="824" y="1615"/>
                  </a:cubicBezTo>
                  <a:cubicBezTo>
                    <a:pt x="1299" y="1615"/>
                    <a:pt x="1679" y="1267"/>
                    <a:pt x="1679" y="823"/>
                  </a:cubicBezTo>
                  <a:cubicBezTo>
                    <a:pt x="1679" y="380"/>
                    <a:pt x="1299" y="0"/>
                    <a:pt x="824" y="0"/>
                  </a:cubicBezTo>
                  <a:close/>
                </a:path>
              </a:pathLst>
            </a:custGeom>
            <a:solidFill>
              <a:srgbClr val="44454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3" name="Google Shape;313;p6"/>
            <p:cNvSpPr/>
            <p:nvPr/>
          </p:nvSpPr>
          <p:spPr>
            <a:xfrm>
              <a:off x="1097106" y="2190847"/>
              <a:ext cx="216610" cy="77394"/>
            </a:xfrm>
            <a:custGeom>
              <a:rect b="b" l="l" r="r" t="t"/>
              <a:pathLst>
                <a:path extrusionOk="0" h="2535" w="7095">
                  <a:moveTo>
                    <a:pt x="7094" y="1"/>
                  </a:moveTo>
                  <a:lnTo>
                    <a:pt x="7094" y="1"/>
                  </a:lnTo>
                  <a:cubicBezTo>
                    <a:pt x="5221" y="632"/>
                    <a:pt x="2785" y="943"/>
                    <a:pt x="1276" y="943"/>
                  </a:cubicBezTo>
                  <a:cubicBezTo>
                    <a:pt x="667" y="943"/>
                    <a:pt x="210" y="892"/>
                    <a:pt x="0" y="792"/>
                  </a:cubicBezTo>
                  <a:lnTo>
                    <a:pt x="0" y="792"/>
                  </a:lnTo>
                  <a:cubicBezTo>
                    <a:pt x="592" y="1851"/>
                    <a:pt x="2003" y="2535"/>
                    <a:pt x="3438" y="2535"/>
                  </a:cubicBezTo>
                  <a:cubicBezTo>
                    <a:pt x="4923" y="2535"/>
                    <a:pt x="6434" y="1804"/>
                    <a:pt x="709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4" name="Google Shape;314;p6"/>
            <p:cNvSpPr/>
            <p:nvPr/>
          </p:nvSpPr>
          <p:spPr>
            <a:xfrm>
              <a:off x="643644" y="1238036"/>
              <a:ext cx="716478" cy="572712"/>
            </a:xfrm>
            <a:custGeom>
              <a:rect b="b" l="l" r="r" t="t"/>
              <a:pathLst>
                <a:path extrusionOk="0" h="18759" w="23468">
                  <a:moveTo>
                    <a:pt x="11468" y="1"/>
                  </a:moveTo>
                  <a:cubicBezTo>
                    <a:pt x="8243" y="1"/>
                    <a:pt x="4860" y="1320"/>
                    <a:pt x="2946" y="4006"/>
                  </a:cubicBezTo>
                  <a:cubicBezTo>
                    <a:pt x="1" y="8186"/>
                    <a:pt x="507" y="13950"/>
                    <a:pt x="1267" y="18669"/>
                  </a:cubicBezTo>
                  <a:cubicBezTo>
                    <a:pt x="1858" y="18727"/>
                    <a:pt x="2493" y="18759"/>
                    <a:pt x="3153" y="18759"/>
                  </a:cubicBezTo>
                  <a:cubicBezTo>
                    <a:pt x="6815" y="18759"/>
                    <a:pt x="11246" y="17769"/>
                    <a:pt x="13017" y="14710"/>
                  </a:cubicBezTo>
                  <a:cubicBezTo>
                    <a:pt x="13428" y="15280"/>
                    <a:pt x="13333" y="15755"/>
                    <a:pt x="14062" y="16040"/>
                  </a:cubicBezTo>
                  <a:cubicBezTo>
                    <a:pt x="14232" y="16097"/>
                    <a:pt x="14412" y="16121"/>
                    <a:pt x="14600" y="16121"/>
                  </a:cubicBezTo>
                  <a:cubicBezTo>
                    <a:pt x="15461" y="16121"/>
                    <a:pt x="16457" y="15609"/>
                    <a:pt x="17134" y="15375"/>
                  </a:cubicBezTo>
                  <a:cubicBezTo>
                    <a:pt x="20111" y="14235"/>
                    <a:pt x="21947" y="12747"/>
                    <a:pt x="22961" y="9770"/>
                  </a:cubicBezTo>
                  <a:cubicBezTo>
                    <a:pt x="22296" y="7711"/>
                    <a:pt x="23467" y="4228"/>
                    <a:pt x="21726" y="2296"/>
                  </a:cubicBezTo>
                  <a:cubicBezTo>
                    <a:pt x="19921" y="332"/>
                    <a:pt x="15138" y="269"/>
                    <a:pt x="12510" y="47"/>
                  </a:cubicBezTo>
                  <a:cubicBezTo>
                    <a:pt x="12166" y="16"/>
                    <a:pt x="11818" y="1"/>
                    <a:pt x="11468"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5" name="Google Shape;315;p6"/>
            <p:cNvSpPr/>
            <p:nvPr/>
          </p:nvSpPr>
          <p:spPr>
            <a:xfrm>
              <a:off x="1087428" y="1231381"/>
              <a:ext cx="447692" cy="502188"/>
            </a:xfrm>
            <a:custGeom>
              <a:rect b="b" l="l" r="r" t="t"/>
              <a:pathLst>
                <a:path extrusionOk="0" h="16449" w="14664">
                  <a:moveTo>
                    <a:pt x="5071" y="0"/>
                  </a:moveTo>
                  <a:cubicBezTo>
                    <a:pt x="3583" y="0"/>
                    <a:pt x="2260" y="374"/>
                    <a:pt x="1711" y="1342"/>
                  </a:cubicBezTo>
                  <a:cubicBezTo>
                    <a:pt x="1" y="4319"/>
                    <a:pt x="2756" y="7264"/>
                    <a:pt x="7253" y="9861"/>
                  </a:cubicBezTo>
                  <a:cubicBezTo>
                    <a:pt x="7285" y="12553"/>
                    <a:pt x="10832" y="15086"/>
                    <a:pt x="12700" y="16448"/>
                  </a:cubicBezTo>
                  <a:cubicBezTo>
                    <a:pt x="12668" y="12046"/>
                    <a:pt x="14664" y="4984"/>
                    <a:pt x="10673" y="1627"/>
                  </a:cubicBezTo>
                  <a:cubicBezTo>
                    <a:pt x="9633" y="754"/>
                    <a:pt x="7185" y="0"/>
                    <a:pt x="5071"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6" name="Google Shape;316;p6"/>
            <p:cNvSpPr/>
            <p:nvPr/>
          </p:nvSpPr>
          <p:spPr>
            <a:xfrm>
              <a:off x="634943" y="1848575"/>
              <a:ext cx="161504" cy="257215"/>
            </a:xfrm>
            <a:custGeom>
              <a:rect b="b" l="l" r="r" t="t"/>
              <a:pathLst>
                <a:path extrusionOk="0" h="8425" w="5290">
                  <a:moveTo>
                    <a:pt x="3516" y="2091"/>
                  </a:moveTo>
                  <a:cubicBezTo>
                    <a:pt x="317" y="1"/>
                    <a:pt x="1" y="5828"/>
                    <a:pt x="1806" y="7475"/>
                  </a:cubicBezTo>
                  <a:cubicBezTo>
                    <a:pt x="2693" y="8266"/>
                    <a:pt x="4371" y="8425"/>
                    <a:pt x="4846" y="7190"/>
                  </a:cubicBezTo>
                  <a:cubicBezTo>
                    <a:pt x="5289" y="6081"/>
                    <a:pt x="4466" y="3611"/>
                    <a:pt x="3516" y="2091"/>
                  </a:cubicBezTo>
                  <a:close/>
                </a:path>
              </a:pathLst>
            </a:custGeom>
            <a:solidFill>
              <a:srgbClr val="FFB68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7" name="Google Shape;317;p6"/>
            <p:cNvSpPr/>
            <p:nvPr/>
          </p:nvSpPr>
          <p:spPr>
            <a:xfrm>
              <a:off x="676525" y="1743919"/>
              <a:ext cx="117998" cy="359949"/>
            </a:xfrm>
            <a:custGeom>
              <a:rect b="b" l="l" r="r" t="t"/>
              <a:pathLst>
                <a:path extrusionOk="0" h="11790" w="3865">
                  <a:moveTo>
                    <a:pt x="1515" y="0"/>
                  </a:moveTo>
                  <a:cubicBezTo>
                    <a:pt x="1176" y="0"/>
                    <a:pt x="924" y="96"/>
                    <a:pt x="665" y="294"/>
                  </a:cubicBezTo>
                  <a:cubicBezTo>
                    <a:pt x="0" y="832"/>
                    <a:pt x="32" y="1402"/>
                    <a:pt x="64" y="2225"/>
                  </a:cubicBezTo>
                  <a:cubicBezTo>
                    <a:pt x="95" y="3682"/>
                    <a:pt x="317" y="5076"/>
                    <a:pt x="697" y="6469"/>
                  </a:cubicBezTo>
                  <a:cubicBezTo>
                    <a:pt x="1204" y="8369"/>
                    <a:pt x="2471" y="9921"/>
                    <a:pt x="2977" y="11789"/>
                  </a:cubicBezTo>
                  <a:cubicBezTo>
                    <a:pt x="3262" y="11726"/>
                    <a:pt x="3547" y="11694"/>
                    <a:pt x="3832" y="11694"/>
                  </a:cubicBezTo>
                  <a:cubicBezTo>
                    <a:pt x="3864" y="11061"/>
                    <a:pt x="3769" y="10459"/>
                    <a:pt x="3706" y="9826"/>
                  </a:cubicBezTo>
                  <a:cubicBezTo>
                    <a:pt x="3357" y="6659"/>
                    <a:pt x="3041" y="3524"/>
                    <a:pt x="3041" y="325"/>
                  </a:cubicBezTo>
                  <a:cubicBezTo>
                    <a:pt x="2350" y="111"/>
                    <a:pt x="1881" y="0"/>
                    <a:pt x="1515"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8" name="Google Shape;318;p6"/>
            <p:cNvSpPr/>
            <p:nvPr/>
          </p:nvSpPr>
          <p:spPr>
            <a:xfrm>
              <a:off x="1058424" y="2153875"/>
              <a:ext cx="42589" cy="61182"/>
            </a:xfrm>
            <a:custGeom>
              <a:rect b="b" l="l" r="r" t="t"/>
              <a:pathLst>
                <a:path extrusionOk="0" h="2004" w="1395">
                  <a:moveTo>
                    <a:pt x="1278" y="0"/>
                  </a:moveTo>
                  <a:cubicBezTo>
                    <a:pt x="1087" y="0"/>
                    <a:pt x="886" y="61"/>
                    <a:pt x="729" y="166"/>
                  </a:cubicBezTo>
                  <a:cubicBezTo>
                    <a:pt x="539" y="293"/>
                    <a:pt x="381" y="483"/>
                    <a:pt x="254" y="673"/>
                  </a:cubicBezTo>
                  <a:cubicBezTo>
                    <a:pt x="32" y="1117"/>
                    <a:pt x="1" y="1592"/>
                    <a:pt x="191" y="2003"/>
                  </a:cubicBezTo>
                  <a:cubicBezTo>
                    <a:pt x="317" y="1592"/>
                    <a:pt x="412" y="1212"/>
                    <a:pt x="602" y="863"/>
                  </a:cubicBezTo>
                  <a:cubicBezTo>
                    <a:pt x="761" y="515"/>
                    <a:pt x="1014" y="261"/>
                    <a:pt x="1394" y="8"/>
                  </a:cubicBezTo>
                  <a:cubicBezTo>
                    <a:pt x="1356" y="3"/>
                    <a:pt x="1317" y="0"/>
                    <a:pt x="1278" y="0"/>
                  </a:cubicBezTo>
                  <a:close/>
                </a:path>
              </a:pathLst>
            </a:custGeom>
            <a:solidFill>
              <a:srgbClr val="FFBEA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19" name="Google Shape;319;p6"/>
            <p:cNvSpPr/>
            <p:nvPr/>
          </p:nvSpPr>
          <p:spPr>
            <a:xfrm>
              <a:off x="649445" y="1447930"/>
              <a:ext cx="859572" cy="167854"/>
            </a:xfrm>
            <a:custGeom>
              <a:rect b="b" l="l" r="r" t="t"/>
              <a:pathLst>
                <a:path extrusionOk="0" h="5498" w="28155">
                  <a:moveTo>
                    <a:pt x="27359" y="1"/>
                  </a:moveTo>
                  <a:cubicBezTo>
                    <a:pt x="27198" y="1"/>
                    <a:pt x="26993" y="126"/>
                    <a:pt x="26634" y="266"/>
                  </a:cubicBezTo>
                  <a:cubicBezTo>
                    <a:pt x="25431" y="741"/>
                    <a:pt x="23974" y="868"/>
                    <a:pt x="22707" y="1058"/>
                  </a:cubicBezTo>
                  <a:cubicBezTo>
                    <a:pt x="20839" y="1343"/>
                    <a:pt x="19065" y="1691"/>
                    <a:pt x="17165" y="1786"/>
                  </a:cubicBezTo>
                  <a:cubicBezTo>
                    <a:pt x="14525" y="1876"/>
                    <a:pt x="11901" y="2060"/>
                    <a:pt x="9270" y="2060"/>
                  </a:cubicBezTo>
                  <a:cubicBezTo>
                    <a:pt x="8177" y="2060"/>
                    <a:pt x="7083" y="2028"/>
                    <a:pt x="5986" y="1945"/>
                  </a:cubicBezTo>
                  <a:cubicBezTo>
                    <a:pt x="4561" y="1818"/>
                    <a:pt x="3136" y="1723"/>
                    <a:pt x="1711" y="1533"/>
                  </a:cubicBezTo>
                  <a:cubicBezTo>
                    <a:pt x="1362" y="1470"/>
                    <a:pt x="951" y="1470"/>
                    <a:pt x="666" y="1280"/>
                  </a:cubicBezTo>
                  <a:cubicBezTo>
                    <a:pt x="32" y="2356"/>
                    <a:pt x="1" y="3750"/>
                    <a:pt x="191" y="4858"/>
                  </a:cubicBezTo>
                  <a:cubicBezTo>
                    <a:pt x="2186" y="4985"/>
                    <a:pt x="4149" y="5492"/>
                    <a:pt x="6208" y="5492"/>
                  </a:cubicBezTo>
                  <a:cubicBezTo>
                    <a:pt x="7498" y="5492"/>
                    <a:pt x="8797" y="5497"/>
                    <a:pt x="10099" y="5497"/>
                  </a:cubicBezTo>
                  <a:cubicBezTo>
                    <a:pt x="14006" y="5497"/>
                    <a:pt x="17949" y="5444"/>
                    <a:pt x="21821" y="5016"/>
                  </a:cubicBezTo>
                  <a:cubicBezTo>
                    <a:pt x="23309" y="4858"/>
                    <a:pt x="24829" y="4636"/>
                    <a:pt x="26318" y="4415"/>
                  </a:cubicBezTo>
                  <a:cubicBezTo>
                    <a:pt x="26824" y="4320"/>
                    <a:pt x="27268" y="4383"/>
                    <a:pt x="27648" y="4066"/>
                  </a:cubicBezTo>
                  <a:cubicBezTo>
                    <a:pt x="28154" y="3655"/>
                    <a:pt x="28028" y="2800"/>
                    <a:pt x="28028" y="2198"/>
                  </a:cubicBezTo>
                  <a:cubicBezTo>
                    <a:pt x="28028" y="1596"/>
                    <a:pt x="28091" y="1058"/>
                    <a:pt x="27838" y="520"/>
                  </a:cubicBezTo>
                  <a:cubicBezTo>
                    <a:pt x="27645" y="134"/>
                    <a:pt x="27525" y="1"/>
                    <a:pt x="27359"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0" name="Google Shape;320;p6"/>
            <p:cNvSpPr/>
            <p:nvPr/>
          </p:nvSpPr>
          <p:spPr>
            <a:xfrm>
              <a:off x="1019743" y="1440573"/>
              <a:ext cx="221465" cy="221434"/>
            </a:xfrm>
            <a:custGeom>
              <a:rect b="b" l="l" r="r" t="t"/>
              <a:pathLst>
                <a:path extrusionOk="0" h="7253" w="7254">
                  <a:moveTo>
                    <a:pt x="3643" y="0"/>
                  </a:moveTo>
                  <a:cubicBezTo>
                    <a:pt x="1616" y="0"/>
                    <a:pt x="1" y="1616"/>
                    <a:pt x="1" y="3611"/>
                  </a:cubicBezTo>
                  <a:cubicBezTo>
                    <a:pt x="1" y="5638"/>
                    <a:pt x="1616" y="7253"/>
                    <a:pt x="3643" y="7253"/>
                  </a:cubicBezTo>
                  <a:cubicBezTo>
                    <a:pt x="5638" y="7253"/>
                    <a:pt x="7253" y="5638"/>
                    <a:pt x="7253" y="3611"/>
                  </a:cubicBezTo>
                  <a:cubicBezTo>
                    <a:pt x="7253" y="1616"/>
                    <a:pt x="5638" y="0"/>
                    <a:pt x="3643"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1" name="Google Shape;321;p6"/>
            <p:cNvSpPr/>
            <p:nvPr/>
          </p:nvSpPr>
          <p:spPr>
            <a:xfrm>
              <a:off x="1068102" y="1440573"/>
              <a:ext cx="118945" cy="114121"/>
            </a:xfrm>
            <a:custGeom>
              <a:rect b="b" l="l" r="r" t="t"/>
              <a:pathLst>
                <a:path extrusionOk="0" h="3738" w="3896">
                  <a:moveTo>
                    <a:pt x="2059" y="0"/>
                  </a:moveTo>
                  <a:cubicBezTo>
                    <a:pt x="1267" y="0"/>
                    <a:pt x="570" y="254"/>
                    <a:pt x="0" y="634"/>
                  </a:cubicBezTo>
                  <a:lnTo>
                    <a:pt x="2059" y="3737"/>
                  </a:lnTo>
                  <a:lnTo>
                    <a:pt x="3896" y="507"/>
                  </a:lnTo>
                  <a:cubicBezTo>
                    <a:pt x="3357" y="190"/>
                    <a:pt x="2724" y="0"/>
                    <a:pt x="2059" y="0"/>
                  </a:cubicBezTo>
                  <a:close/>
                </a:path>
              </a:pathLst>
            </a:custGeom>
            <a:solidFill>
              <a:srgbClr val="C6C6C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2" name="Google Shape;322;p6"/>
            <p:cNvSpPr/>
            <p:nvPr/>
          </p:nvSpPr>
          <p:spPr>
            <a:xfrm>
              <a:off x="1075827" y="1555640"/>
              <a:ext cx="113175" cy="106367"/>
            </a:xfrm>
            <a:custGeom>
              <a:rect b="b" l="l" r="r" t="t"/>
              <a:pathLst>
                <a:path extrusionOk="0" h="3484" w="3707">
                  <a:moveTo>
                    <a:pt x="1774" y="0"/>
                  </a:moveTo>
                  <a:lnTo>
                    <a:pt x="1" y="3040"/>
                  </a:lnTo>
                  <a:cubicBezTo>
                    <a:pt x="539" y="3325"/>
                    <a:pt x="1141" y="3484"/>
                    <a:pt x="1774" y="3484"/>
                  </a:cubicBezTo>
                  <a:cubicBezTo>
                    <a:pt x="2503" y="3484"/>
                    <a:pt x="3168" y="3294"/>
                    <a:pt x="3706" y="2945"/>
                  </a:cubicBezTo>
                  <a:lnTo>
                    <a:pt x="1774" y="0"/>
                  </a:lnTo>
                  <a:close/>
                </a:path>
              </a:pathLst>
            </a:custGeom>
            <a:solidFill>
              <a:srgbClr val="C6C6C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3" name="Google Shape;323;p6"/>
            <p:cNvSpPr/>
            <p:nvPr/>
          </p:nvSpPr>
          <p:spPr>
            <a:xfrm>
              <a:off x="1100006" y="1523706"/>
              <a:ext cx="60938" cy="60968"/>
            </a:xfrm>
            <a:custGeom>
              <a:rect b="b" l="l" r="r" t="t"/>
              <a:pathLst>
                <a:path extrusionOk="0" h="1997" w="1996">
                  <a:moveTo>
                    <a:pt x="1014" y="1"/>
                  </a:moveTo>
                  <a:cubicBezTo>
                    <a:pt x="444" y="1"/>
                    <a:pt x="0" y="444"/>
                    <a:pt x="0" y="1014"/>
                  </a:cubicBezTo>
                  <a:cubicBezTo>
                    <a:pt x="0" y="1553"/>
                    <a:pt x="444" y="1996"/>
                    <a:pt x="1014" y="1996"/>
                  </a:cubicBezTo>
                  <a:cubicBezTo>
                    <a:pt x="1552" y="1996"/>
                    <a:pt x="1996" y="1553"/>
                    <a:pt x="1996" y="1014"/>
                  </a:cubicBezTo>
                  <a:cubicBezTo>
                    <a:pt x="1996" y="444"/>
                    <a:pt x="1552" y="1"/>
                    <a:pt x="1014"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4" name="Google Shape;324;p6"/>
            <p:cNvSpPr/>
            <p:nvPr/>
          </p:nvSpPr>
          <p:spPr>
            <a:xfrm>
              <a:off x="897928" y="2476059"/>
              <a:ext cx="296874" cy="564683"/>
            </a:xfrm>
            <a:custGeom>
              <a:rect b="b" l="l" r="r" t="t"/>
              <a:pathLst>
                <a:path extrusionOk="0" h="18496" w="9724">
                  <a:moveTo>
                    <a:pt x="539" y="1"/>
                  </a:moveTo>
                  <a:cubicBezTo>
                    <a:pt x="539" y="1"/>
                    <a:pt x="1" y="14790"/>
                    <a:pt x="159" y="14885"/>
                  </a:cubicBezTo>
                  <a:cubicBezTo>
                    <a:pt x="286" y="14980"/>
                    <a:pt x="6018" y="18495"/>
                    <a:pt x="6018" y="18495"/>
                  </a:cubicBezTo>
                  <a:lnTo>
                    <a:pt x="9153" y="13270"/>
                  </a:lnTo>
                  <a:lnTo>
                    <a:pt x="9723" y="1996"/>
                  </a:lnTo>
                  <a:lnTo>
                    <a:pt x="4434" y="1426"/>
                  </a:lnTo>
                  <a:lnTo>
                    <a:pt x="539" y="1"/>
                  </a:lnTo>
                  <a:close/>
                </a:path>
              </a:pathLst>
            </a:custGeom>
            <a:solidFill>
              <a:srgbClr val="E5A89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5" name="Google Shape;325;p6"/>
            <p:cNvSpPr/>
            <p:nvPr/>
          </p:nvSpPr>
          <p:spPr>
            <a:xfrm>
              <a:off x="1020720" y="2596927"/>
              <a:ext cx="131523" cy="443815"/>
            </a:xfrm>
            <a:custGeom>
              <a:rect b="b" l="l" r="r" t="t"/>
              <a:pathLst>
                <a:path extrusionOk="0" h="14537" w="4308">
                  <a:moveTo>
                    <a:pt x="2249" y="0"/>
                  </a:moveTo>
                  <a:lnTo>
                    <a:pt x="1" y="6144"/>
                  </a:lnTo>
                  <a:lnTo>
                    <a:pt x="1869" y="14536"/>
                  </a:lnTo>
                  <a:lnTo>
                    <a:pt x="4308" y="4276"/>
                  </a:lnTo>
                  <a:lnTo>
                    <a:pt x="3421" y="95"/>
                  </a:lnTo>
                  <a:lnTo>
                    <a:pt x="2249"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6" name="Google Shape;326;p6"/>
            <p:cNvSpPr/>
            <p:nvPr/>
          </p:nvSpPr>
          <p:spPr>
            <a:xfrm>
              <a:off x="1072926" y="2521548"/>
              <a:ext cx="69639" cy="78309"/>
            </a:xfrm>
            <a:custGeom>
              <a:rect b="b" l="l" r="r" t="t"/>
              <a:pathLst>
                <a:path extrusionOk="0" h="2565" w="2281">
                  <a:moveTo>
                    <a:pt x="891" y="1"/>
                  </a:moveTo>
                  <a:cubicBezTo>
                    <a:pt x="575" y="1"/>
                    <a:pt x="257" y="65"/>
                    <a:pt x="1" y="253"/>
                  </a:cubicBezTo>
                  <a:lnTo>
                    <a:pt x="571" y="2469"/>
                  </a:lnTo>
                  <a:lnTo>
                    <a:pt x="1711" y="2564"/>
                  </a:lnTo>
                  <a:lnTo>
                    <a:pt x="2281" y="316"/>
                  </a:lnTo>
                  <a:cubicBezTo>
                    <a:pt x="2281" y="316"/>
                    <a:pt x="1590" y="1"/>
                    <a:pt x="891"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7" name="Google Shape;327;p6"/>
            <p:cNvSpPr/>
            <p:nvPr/>
          </p:nvSpPr>
          <p:spPr>
            <a:xfrm>
              <a:off x="1352367" y="3488311"/>
              <a:ext cx="165350" cy="239538"/>
            </a:xfrm>
            <a:custGeom>
              <a:rect b="b" l="l" r="r" t="t"/>
              <a:pathLst>
                <a:path extrusionOk="0" h="7846" w="5416">
                  <a:moveTo>
                    <a:pt x="1671" y="0"/>
                  </a:moveTo>
                  <a:cubicBezTo>
                    <a:pt x="1641" y="0"/>
                    <a:pt x="1612" y="1"/>
                    <a:pt x="1584" y="2"/>
                  </a:cubicBezTo>
                  <a:cubicBezTo>
                    <a:pt x="1235" y="34"/>
                    <a:pt x="982" y="256"/>
                    <a:pt x="665" y="1111"/>
                  </a:cubicBezTo>
                  <a:cubicBezTo>
                    <a:pt x="0" y="1586"/>
                    <a:pt x="222" y="3391"/>
                    <a:pt x="253" y="4214"/>
                  </a:cubicBezTo>
                  <a:cubicBezTo>
                    <a:pt x="317" y="4230"/>
                    <a:pt x="404" y="4238"/>
                    <a:pt x="487" y="4238"/>
                  </a:cubicBezTo>
                  <a:cubicBezTo>
                    <a:pt x="570" y="4238"/>
                    <a:pt x="649" y="4230"/>
                    <a:pt x="697" y="4214"/>
                  </a:cubicBezTo>
                  <a:cubicBezTo>
                    <a:pt x="823" y="3771"/>
                    <a:pt x="950" y="3391"/>
                    <a:pt x="1204" y="3074"/>
                  </a:cubicBezTo>
                  <a:cubicBezTo>
                    <a:pt x="1267" y="3834"/>
                    <a:pt x="1204" y="4657"/>
                    <a:pt x="1204" y="5418"/>
                  </a:cubicBezTo>
                  <a:cubicBezTo>
                    <a:pt x="1204" y="5861"/>
                    <a:pt x="1077" y="7159"/>
                    <a:pt x="1267" y="7476"/>
                  </a:cubicBezTo>
                  <a:cubicBezTo>
                    <a:pt x="1423" y="7749"/>
                    <a:pt x="1823" y="7846"/>
                    <a:pt x="2280" y="7846"/>
                  </a:cubicBezTo>
                  <a:cubicBezTo>
                    <a:pt x="2940" y="7846"/>
                    <a:pt x="3717" y="7644"/>
                    <a:pt x="4054" y="7476"/>
                  </a:cubicBezTo>
                  <a:cubicBezTo>
                    <a:pt x="5416" y="6779"/>
                    <a:pt x="5035" y="6399"/>
                    <a:pt x="4877" y="4657"/>
                  </a:cubicBezTo>
                  <a:cubicBezTo>
                    <a:pt x="4750" y="3644"/>
                    <a:pt x="4624" y="2884"/>
                    <a:pt x="4307" y="1934"/>
                  </a:cubicBezTo>
                  <a:cubicBezTo>
                    <a:pt x="4149" y="1459"/>
                    <a:pt x="3927" y="1047"/>
                    <a:pt x="3895" y="572"/>
                  </a:cubicBezTo>
                  <a:cubicBezTo>
                    <a:pt x="3289" y="330"/>
                    <a:pt x="2335" y="0"/>
                    <a:pt x="1671" y="0"/>
                  </a:cubicBezTo>
                  <a:close/>
                </a:path>
              </a:pathLst>
            </a:custGeom>
            <a:solidFill>
              <a:srgbClr val="FDC6A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8" name="Google Shape;328;p6"/>
            <p:cNvSpPr/>
            <p:nvPr/>
          </p:nvSpPr>
          <p:spPr>
            <a:xfrm>
              <a:off x="1346567" y="2542767"/>
              <a:ext cx="158573" cy="1002666"/>
            </a:xfrm>
            <a:custGeom>
              <a:rect b="b" l="l" r="r" t="t"/>
              <a:pathLst>
                <a:path extrusionOk="0" h="32842" w="5194">
                  <a:moveTo>
                    <a:pt x="0" y="1"/>
                  </a:moveTo>
                  <a:lnTo>
                    <a:pt x="1584" y="32842"/>
                  </a:lnTo>
                  <a:lnTo>
                    <a:pt x="4465" y="31987"/>
                  </a:lnTo>
                  <a:cubicBezTo>
                    <a:pt x="5194" y="7855"/>
                    <a:pt x="0" y="1"/>
                    <a:pt x="0"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29" name="Google Shape;329;p6"/>
            <p:cNvSpPr/>
            <p:nvPr/>
          </p:nvSpPr>
          <p:spPr>
            <a:xfrm>
              <a:off x="1078727" y="2454810"/>
              <a:ext cx="353904" cy="1350708"/>
            </a:xfrm>
            <a:custGeom>
              <a:rect b="b" l="l" r="r" t="t"/>
              <a:pathLst>
                <a:path extrusionOk="0" h="44242" w="11592">
                  <a:moveTo>
                    <a:pt x="4403" y="0"/>
                  </a:moveTo>
                  <a:lnTo>
                    <a:pt x="1" y="19635"/>
                  </a:lnTo>
                  <a:lnTo>
                    <a:pt x="1" y="44242"/>
                  </a:lnTo>
                  <a:lnTo>
                    <a:pt x="11592" y="43608"/>
                  </a:lnTo>
                  <a:lnTo>
                    <a:pt x="8773" y="2882"/>
                  </a:lnTo>
                  <a:lnTo>
                    <a:pt x="4403" y="0"/>
                  </a:lnTo>
                  <a:close/>
                </a:path>
              </a:pathLst>
            </a:custGeom>
            <a:solidFill>
              <a:srgbClr val="E5E5E5"/>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0" name="Google Shape;330;p6"/>
            <p:cNvSpPr/>
            <p:nvPr/>
          </p:nvSpPr>
          <p:spPr>
            <a:xfrm>
              <a:off x="1148335" y="2468334"/>
              <a:ext cx="111221" cy="193408"/>
            </a:xfrm>
            <a:custGeom>
              <a:rect b="b" l="l" r="r" t="t"/>
              <a:pathLst>
                <a:path extrusionOk="0" h="6335" w="3643">
                  <a:moveTo>
                    <a:pt x="1996" y="0"/>
                  </a:moveTo>
                  <a:lnTo>
                    <a:pt x="1" y="6334"/>
                  </a:lnTo>
                  <a:lnTo>
                    <a:pt x="3643" y="2946"/>
                  </a:lnTo>
                  <a:lnTo>
                    <a:pt x="3231" y="254"/>
                  </a:lnTo>
                  <a:lnTo>
                    <a:pt x="1996" y="0"/>
                  </a:ln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1" name="Google Shape;331;p6"/>
            <p:cNvSpPr/>
            <p:nvPr/>
          </p:nvSpPr>
          <p:spPr>
            <a:xfrm>
              <a:off x="1079704" y="2578548"/>
              <a:ext cx="178906" cy="462194"/>
            </a:xfrm>
            <a:custGeom>
              <a:rect b="b" l="l" r="r" t="t"/>
              <a:pathLst>
                <a:path extrusionOk="0" h="15139" w="5860">
                  <a:moveTo>
                    <a:pt x="2946" y="1"/>
                  </a:moveTo>
                  <a:lnTo>
                    <a:pt x="2597" y="697"/>
                  </a:lnTo>
                  <a:lnTo>
                    <a:pt x="0" y="15138"/>
                  </a:lnTo>
                  <a:lnTo>
                    <a:pt x="5859" y="5543"/>
                  </a:lnTo>
                  <a:lnTo>
                    <a:pt x="2946" y="1"/>
                  </a:ln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2" name="Google Shape;332;p6"/>
            <p:cNvSpPr/>
            <p:nvPr/>
          </p:nvSpPr>
          <p:spPr>
            <a:xfrm>
              <a:off x="732608" y="2471235"/>
              <a:ext cx="353904" cy="1331383"/>
            </a:xfrm>
            <a:custGeom>
              <a:rect b="b" l="l" r="r" t="t"/>
              <a:pathLst>
                <a:path extrusionOk="0" h="43609" w="11592">
                  <a:moveTo>
                    <a:pt x="7347" y="0"/>
                  </a:moveTo>
                  <a:lnTo>
                    <a:pt x="2882" y="1204"/>
                  </a:lnTo>
                  <a:lnTo>
                    <a:pt x="0" y="43102"/>
                  </a:lnTo>
                  <a:lnTo>
                    <a:pt x="11591" y="43609"/>
                  </a:lnTo>
                  <a:lnTo>
                    <a:pt x="11591" y="19002"/>
                  </a:lnTo>
                  <a:lnTo>
                    <a:pt x="7347" y="0"/>
                  </a:lnTo>
                  <a:close/>
                </a:path>
              </a:pathLst>
            </a:custGeom>
            <a:solidFill>
              <a:srgbClr val="E5E5E5"/>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3" name="Google Shape;333;p6"/>
            <p:cNvSpPr/>
            <p:nvPr/>
          </p:nvSpPr>
          <p:spPr>
            <a:xfrm>
              <a:off x="902752" y="2462534"/>
              <a:ext cx="111221" cy="199208"/>
            </a:xfrm>
            <a:custGeom>
              <a:rect b="b" l="l" r="r" t="t"/>
              <a:pathLst>
                <a:path extrusionOk="0" h="6525" w="3643">
                  <a:moveTo>
                    <a:pt x="2439" y="0"/>
                  </a:moveTo>
                  <a:lnTo>
                    <a:pt x="381" y="444"/>
                  </a:lnTo>
                  <a:lnTo>
                    <a:pt x="1" y="3136"/>
                  </a:lnTo>
                  <a:lnTo>
                    <a:pt x="3643" y="6524"/>
                  </a:lnTo>
                  <a:lnTo>
                    <a:pt x="3643" y="6524"/>
                  </a:lnTo>
                  <a:lnTo>
                    <a:pt x="2439" y="0"/>
                  </a:ln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4" name="Google Shape;334;p6"/>
            <p:cNvSpPr/>
            <p:nvPr/>
          </p:nvSpPr>
          <p:spPr>
            <a:xfrm>
              <a:off x="903729" y="2599827"/>
              <a:ext cx="177929" cy="440914"/>
            </a:xfrm>
            <a:custGeom>
              <a:rect b="b" l="l" r="r" t="t"/>
              <a:pathLst>
                <a:path extrusionOk="0" h="14442" w="5828">
                  <a:moveTo>
                    <a:pt x="3263" y="0"/>
                  </a:moveTo>
                  <a:lnTo>
                    <a:pt x="1" y="4846"/>
                  </a:lnTo>
                  <a:lnTo>
                    <a:pt x="5828" y="14441"/>
                  </a:lnTo>
                  <a:lnTo>
                    <a:pt x="3263" y="0"/>
                  </a:ln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5" name="Google Shape;335;p6"/>
            <p:cNvSpPr/>
            <p:nvPr/>
          </p:nvSpPr>
          <p:spPr>
            <a:xfrm>
              <a:off x="887304" y="2478012"/>
              <a:ext cx="109267" cy="242713"/>
            </a:xfrm>
            <a:custGeom>
              <a:rect b="b" l="l" r="r" t="t"/>
              <a:pathLst>
                <a:path extrusionOk="0" h="7950" w="3579">
                  <a:moveTo>
                    <a:pt x="3326" y="0"/>
                  </a:moveTo>
                  <a:cubicBezTo>
                    <a:pt x="3294" y="32"/>
                    <a:pt x="0" y="3389"/>
                    <a:pt x="824" y="7949"/>
                  </a:cubicBezTo>
                  <a:lnTo>
                    <a:pt x="1204" y="7886"/>
                  </a:lnTo>
                  <a:cubicBezTo>
                    <a:pt x="412" y="3547"/>
                    <a:pt x="3547" y="285"/>
                    <a:pt x="3579" y="254"/>
                  </a:cubicBezTo>
                  <a:lnTo>
                    <a:pt x="3326"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6" name="Google Shape;336;p6"/>
            <p:cNvSpPr/>
            <p:nvPr/>
          </p:nvSpPr>
          <p:spPr>
            <a:xfrm>
              <a:off x="834121" y="2714895"/>
              <a:ext cx="161504" cy="196277"/>
            </a:xfrm>
            <a:custGeom>
              <a:rect b="b" l="l" r="r" t="t"/>
              <a:pathLst>
                <a:path extrusionOk="0" h="6429" w="5290">
                  <a:moveTo>
                    <a:pt x="2661" y="285"/>
                  </a:moveTo>
                  <a:cubicBezTo>
                    <a:pt x="2661" y="285"/>
                    <a:pt x="2661" y="285"/>
                    <a:pt x="2692" y="317"/>
                  </a:cubicBezTo>
                  <a:cubicBezTo>
                    <a:pt x="3991" y="317"/>
                    <a:pt x="4054" y="1488"/>
                    <a:pt x="4054" y="1552"/>
                  </a:cubicBezTo>
                  <a:cubicBezTo>
                    <a:pt x="4244" y="2597"/>
                    <a:pt x="4086" y="3484"/>
                    <a:pt x="3547" y="4212"/>
                  </a:cubicBezTo>
                  <a:cubicBezTo>
                    <a:pt x="3231" y="4655"/>
                    <a:pt x="2819" y="5004"/>
                    <a:pt x="2407" y="5257"/>
                  </a:cubicBezTo>
                  <a:cubicBezTo>
                    <a:pt x="1964" y="5035"/>
                    <a:pt x="1616" y="4750"/>
                    <a:pt x="1362" y="4402"/>
                  </a:cubicBezTo>
                  <a:cubicBezTo>
                    <a:pt x="476" y="3167"/>
                    <a:pt x="951" y="1583"/>
                    <a:pt x="951" y="1583"/>
                  </a:cubicBezTo>
                  <a:cubicBezTo>
                    <a:pt x="1172" y="792"/>
                    <a:pt x="1394" y="285"/>
                    <a:pt x="2661" y="285"/>
                  </a:cubicBezTo>
                  <a:close/>
                  <a:moveTo>
                    <a:pt x="2661" y="0"/>
                  </a:moveTo>
                  <a:cubicBezTo>
                    <a:pt x="1204" y="0"/>
                    <a:pt x="919" y="633"/>
                    <a:pt x="666" y="1488"/>
                  </a:cubicBezTo>
                  <a:cubicBezTo>
                    <a:pt x="634" y="1552"/>
                    <a:pt x="127" y="3230"/>
                    <a:pt x="1109" y="4560"/>
                  </a:cubicBezTo>
                  <a:cubicBezTo>
                    <a:pt x="1362" y="4909"/>
                    <a:pt x="1679" y="5194"/>
                    <a:pt x="2091" y="5447"/>
                  </a:cubicBezTo>
                  <a:cubicBezTo>
                    <a:pt x="1077" y="5985"/>
                    <a:pt x="32" y="6144"/>
                    <a:pt x="0" y="6144"/>
                  </a:cubicBezTo>
                  <a:lnTo>
                    <a:pt x="64" y="6429"/>
                  </a:lnTo>
                  <a:cubicBezTo>
                    <a:pt x="127" y="6429"/>
                    <a:pt x="1299" y="6239"/>
                    <a:pt x="2407" y="5605"/>
                  </a:cubicBezTo>
                  <a:cubicBezTo>
                    <a:pt x="3167" y="5954"/>
                    <a:pt x="4117" y="6112"/>
                    <a:pt x="5289" y="6112"/>
                  </a:cubicBezTo>
                  <a:lnTo>
                    <a:pt x="5289" y="5827"/>
                  </a:lnTo>
                  <a:cubicBezTo>
                    <a:pt x="4244" y="5827"/>
                    <a:pt x="3389" y="5669"/>
                    <a:pt x="2724" y="5415"/>
                  </a:cubicBezTo>
                  <a:cubicBezTo>
                    <a:pt x="3136" y="5130"/>
                    <a:pt x="3484" y="4814"/>
                    <a:pt x="3801" y="4402"/>
                  </a:cubicBezTo>
                  <a:cubicBezTo>
                    <a:pt x="4371" y="3579"/>
                    <a:pt x="4561" y="2629"/>
                    <a:pt x="4371" y="1520"/>
                  </a:cubicBezTo>
                  <a:cubicBezTo>
                    <a:pt x="4371" y="1520"/>
                    <a:pt x="4276" y="0"/>
                    <a:pt x="2692"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7" name="Google Shape;337;p6"/>
            <p:cNvSpPr/>
            <p:nvPr/>
          </p:nvSpPr>
          <p:spPr>
            <a:xfrm>
              <a:off x="975291" y="2886901"/>
              <a:ext cx="49398" cy="22867"/>
            </a:xfrm>
            <a:custGeom>
              <a:rect b="b" l="l" r="r" t="t"/>
              <a:pathLst>
                <a:path extrusionOk="0" h="749" w="1618">
                  <a:moveTo>
                    <a:pt x="497" y="1"/>
                  </a:moveTo>
                  <a:cubicBezTo>
                    <a:pt x="318" y="1"/>
                    <a:pt x="159" y="16"/>
                    <a:pt x="95" y="66"/>
                  </a:cubicBezTo>
                  <a:cubicBezTo>
                    <a:pt x="0" y="130"/>
                    <a:pt x="0" y="288"/>
                    <a:pt x="32" y="383"/>
                  </a:cubicBezTo>
                  <a:cubicBezTo>
                    <a:pt x="95" y="636"/>
                    <a:pt x="0" y="605"/>
                    <a:pt x="254" y="668"/>
                  </a:cubicBezTo>
                  <a:cubicBezTo>
                    <a:pt x="411" y="717"/>
                    <a:pt x="606" y="748"/>
                    <a:pt x="797" y="748"/>
                  </a:cubicBezTo>
                  <a:cubicBezTo>
                    <a:pt x="1217" y="748"/>
                    <a:pt x="1617" y="598"/>
                    <a:pt x="1552" y="161"/>
                  </a:cubicBezTo>
                  <a:cubicBezTo>
                    <a:pt x="1520" y="66"/>
                    <a:pt x="1362" y="66"/>
                    <a:pt x="1172" y="35"/>
                  </a:cubicBezTo>
                  <a:cubicBezTo>
                    <a:pt x="1077" y="35"/>
                    <a:pt x="765" y="1"/>
                    <a:pt x="497"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8" name="Google Shape;338;p6"/>
            <p:cNvSpPr/>
            <p:nvPr/>
          </p:nvSpPr>
          <p:spPr>
            <a:xfrm>
              <a:off x="794706" y="2895358"/>
              <a:ext cx="49123" cy="23111"/>
            </a:xfrm>
            <a:custGeom>
              <a:rect b="b" l="l" r="r" t="t"/>
              <a:pathLst>
                <a:path extrusionOk="0" h="757" w="1609">
                  <a:moveTo>
                    <a:pt x="1213" y="1"/>
                  </a:moveTo>
                  <a:cubicBezTo>
                    <a:pt x="929" y="1"/>
                    <a:pt x="542" y="43"/>
                    <a:pt x="436" y="43"/>
                  </a:cubicBezTo>
                  <a:cubicBezTo>
                    <a:pt x="246" y="43"/>
                    <a:pt x="120" y="74"/>
                    <a:pt x="88" y="169"/>
                  </a:cubicBezTo>
                  <a:cubicBezTo>
                    <a:pt x="1" y="606"/>
                    <a:pt x="394" y="756"/>
                    <a:pt x="813" y="756"/>
                  </a:cubicBezTo>
                  <a:cubicBezTo>
                    <a:pt x="1002" y="756"/>
                    <a:pt x="1197" y="726"/>
                    <a:pt x="1355" y="676"/>
                  </a:cubicBezTo>
                  <a:cubicBezTo>
                    <a:pt x="1608" y="581"/>
                    <a:pt x="1545" y="613"/>
                    <a:pt x="1576" y="391"/>
                  </a:cubicBezTo>
                  <a:cubicBezTo>
                    <a:pt x="1608" y="264"/>
                    <a:pt x="1608" y="106"/>
                    <a:pt x="1513" y="43"/>
                  </a:cubicBezTo>
                  <a:cubicBezTo>
                    <a:pt x="1471" y="11"/>
                    <a:pt x="1355" y="1"/>
                    <a:pt x="1213"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39" name="Google Shape;339;p6"/>
            <p:cNvSpPr/>
            <p:nvPr/>
          </p:nvSpPr>
          <p:spPr>
            <a:xfrm>
              <a:off x="1223775" y="2490560"/>
              <a:ext cx="104443" cy="383884"/>
            </a:xfrm>
            <a:custGeom>
              <a:rect b="b" l="l" r="r" t="t"/>
              <a:pathLst>
                <a:path extrusionOk="0" h="12574" w="3421">
                  <a:moveTo>
                    <a:pt x="253" y="1"/>
                  </a:moveTo>
                  <a:lnTo>
                    <a:pt x="0" y="286"/>
                  </a:lnTo>
                  <a:cubicBezTo>
                    <a:pt x="380" y="634"/>
                    <a:pt x="1457" y="2344"/>
                    <a:pt x="1710" y="3294"/>
                  </a:cubicBezTo>
                  <a:cubicBezTo>
                    <a:pt x="2217" y="5416"/>
                    <a:pt x="3009" y="8583"/>
                    <a:pt x="1520" y="12415"/>
                  </a:cubicBezTo>
                  <a:lnTo>
                    <a:pt x="1900" y="12573"/>
                  </a:lnTo>
                  <a:cubicBezTo>
                    <a:pt x="3420" y="8615"/>
                    <a:pt x="2629" y="5353"/>
                    <a:pt x="2090" y="3199"/>
                  </a:cubicBezTo>
                  <a:cubicBezTo>
                    <a:pt x="1837" y="2186"/>
                    <a:pt x="728" y="381"/>
                    <a:pt x="253"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0" name="Google Shape;340;p6"/>
            <p:cNvSpPr/>
            <p:nvPr/>
          </p:nvSpPr>
          <p:spPr>
            <a:xfrm>
              <a:off x="1223775" y="2841533"/>
              <a:ext cx="87987" cy="79317"/>
            </a:xfrm>
            <a:custGeom>
              <a:rect b="b" l="l" r="r" t="t"/>
              <a:pathLst>
                <a:path extrusionOk="0" h="2598" w="2882">
                  <a:moveTo>
                    <a:pt x="1457" y="1"/>
                  </a:moveTo>
                  <a:cubicBezTo>
                    <a:pt x="633" y="1"/>
                    <a:pt x="0" y="602"/>
                    <a:pt x="0" y="1299"/>
                  </a:cubicBezTo>
                  <a:cubicBezTo>
                    <a:pt x="0" y="2027"/>
                    <a:pt x="633" y="2598"/>
                    <a:pt x="1457" y="2598"/>
                  </a:cubicBezTo>
                  <a:cubicBezTo>
                    <a:pt x="2249" y="2598"/>
                    <a:pt x="2882" y="2027"/>
                    <a:pt x="2882" y="1299"/>
                  </a:cubicBezTo>
                  <a:cubicBezTo>
                    <a:pt x="2882" y="602"/>
                    <a:pt x="2249" y="1"/>
                    <a:pt x="1457"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1" name="Google Shape;341;p6"/>
            <p:cNvSpPr/>
            <p:nvPr/>
          </p:nvSpPr>
          <p:spPr>
            <a:xfrm>
              <a:off x="1236323" y="2853135"/>
              <a:ext cx="64815" cy="58038"/>
            </a:xfrm>
            <a:custGeom>
              <a:rect b="b" l="l" r="r" t="t"/>
              <a:pathLst>
                <a:path extrusionOk="0" h="1901" w="2123">
                  <a:moveTo>
                    <a:pt x="1046" y="1"/>
                  </a:moveTo>
                  <a:cubicBezTo>
                    <a:pt x="476" y="1"/>
                    <a:pt x="1" y="444"/>
                    <a:pt x="1" y="951"/>
                  </a:cubicBezTo>
                  <a:cubicBezTo>
                    <a:pt x="1" y="1489"/>
                    <a:pt x="476" y="1901"/>
                    <a:pt x="1046" y="1901"/>
                  </a:cubicBezTo>
                  <a:cubicBezTo>
                    <a:pt x="1648" y="1901"/>
                    <a:pt x="2123" y="1489"/>
                    <a:pt x="2123" y="951"/>
                  </a:cubicBezTo>
                  <a:cubicBezTo>
                    <a:pt x="2123" y="444"/>
                    <a:pt x="1648" y="1"/>
                    <a:pt x="104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2" name="Google Shape;342;p6"/>
            <p:cNvSpPr/>
            <p:nvPr/>
          </p:nvSpPr>
          <p:spPr>
            <a:xfrm>
              <a:off x="957889" y="2445132"/>
              <a:ext cx="305544" cy="167304"/>
            </a:xfrm>
            <a:custGeom>
              <a:rect b="b" l="l" r="r" t="t"/>
              <a:pathLst>
                <a:path extrusionOk="0" h="5480" w="10008">
                  <a:moveTo>
                    <a:pt x="1964" y="0"/>
                  </a:moveTo>
                  <a:lnTo>
                    <a:pt x="0" y="634"/>
                  </a:lnTo>
                  <a:lnTo>
                    <a:pt x="2534" y="5384"/>
                  </a:lnTo>
                  <a:lnTo>
                    <a:pt x="5289" y="2819"/>
                  </a:lnTo>
                  <a:lnTo>
                    <a:pt x="7157" y="5479"/>
                  </a:lnTo>
                  <a:lnTo>
                    <a:pt x="10008" y="760"/>
                  </a:lnTo>
                  <a:lnTo>
                    <a:pt x="8424" y="317"/>
                  </a:lnTo>
                  <a:lnTo>
                    <a:pt x="5289" y="2281"/>
                  </a:lnTo>
                  <a:lnTo>
                    <a:pt x="1964" y="0"/>
                  </a:lnTo>
                  <a:close/>
                </a:path>
              </a:pathLst>
            </a:custGeom>
            <a:solidFill>
              <a:srgbClr val="F2B9A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3" name="Google Shape;343;p6"/>
            <p:cNvSpPr/>
            <p:nvPr/>
          </p:nvSpPr>
          <p:spPr>
            <a:xfrm>
              <a:off x="1665605" y="2313894"/>
              <a:ext cx="994541" cy="725871"/>
            </a:xfrm>
            <a:custGeom>
              <a:rect b="b" l="l" r="r" t="t"/>
              <a:pathLst>
                <a:path extrusionOk="0" h="15075" w="18876">
                  <a:moveTo>
                    <a:pt x="18179" y="0"/>
                  </a:moveTo>
                  <a:lnTo>
                    <a:pt x="1" y="14156"/>
                  </a:lnTo>
                  <a:lnTo>
                    <a:pt x="729" y="15075"/>
                  </a:lnTo>
                  <a:lnTo>
                    <a:pt x="18876" y="919"/>
                  </a:lnTo>
                  <a:lnTo>
                    <a:pt x="18179"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4" name="Google Shape;344;p6"/>
            <p:cNvSpPr/>
            <p:nvPr/>
          </p:nvSpPr>
          <p:spPr>
            <a:xfrm>
              <a:off x="1647257" y="2906318"/>
              <a:ext cx="249461" cy="149139"/>
            </a:xfrm>
            <a:custGeom>
              <a:rect b="b" l="l" r="r" t="t"/>
              <a:pathLst>
                <a:path extrusionOk="0" h="4885" w="8171">
                  <a:moveTo>
                    <a:pt x="2808" y="1"/>
                  </a:moveTo>
                  <a:cubicBezTo>
                    <a:pt x="2105" y="1"/>
                    <a:pt x="1409" y="85"/>
                    <a:pt x="1140" y="444"/>
                  </a:cubicBezTo>
                  <a:cubicBezTo>
                    <a:pt x="285" y="761"/>
                    <a:pt x="63" y="1046"/>
                    <a:pt x="32" y="1362"/>
                  </a:cubicBezTo>
                  <a:cubicBezTo>
                    <a:pt x="0" y="2027"/>
                    <a:pt x="349" y="3041"/>
                    <a:pt x="570" y="3674"/>
                  </a:cubicBezTo>
                  <a:cubicBezTo>
                    <a:pt x="1045" y="3737"/>
                    <a:pt x="1489" y="3959"/>
                    <a:pt x="1932" y="4117"/>
                  </a:cubicBezTo>
                  <a:cubicBezTo>
                    <a:pt x="2914" y="4434"/>
                    <a:pt x="3642" y="4561"/>
                    <a:pt x="4687" y="4687"/>
                  </a:cubicBezTo>
                  <a:cubicBezTo>
                    <a:pt x="5417" y="4769"/>
                    <a:pt x="5905" y="4884"/>
                    <a:pt x="6279" y="4884"/>
                  </a:cubicBezTo>
                  <a:cubicBezTo>
                    <a:pt x="6780" y="4884"/>
                    <a:pt x="7075" y="4676"/>
                    <a:pt x="7474" y="3896"/>
                  </a:cubicBezTo>
                  <a:cubicBezTo>
                    <a:pt x="7759" y="3326"/>
                    <a:pt x="8171" y="1489"/>
                    <a:pt x="7506" y="1109"/>
                  </a:cubicBezTo>
                  <a:cubicBezTo>
                    <a:pt x="7370" y="1027"/>
                    <a:pt x="7054" y="1004"/>
                    <a:pt x="6702" y="1004"/>
                  </a:cubicBezTo>
                  <a:cubicBezTo>
                    <a:pt x="6233" y="1004"/>
                    <a:pt x="5701" y="1046"/>
                    <a:pt x="5447" y="1046"/>
                  </a:cubicBezTo>
                  <a:cubicBezTo>
                    <a:pt x="5268" y="1038"/>
                    <a:pt x="5089" y="1036"/>
                    <a:pt x="4910" y="1036"/>
                  </a:cubicBezTo>
                  <a:cubicBezTo>
                    <a:pt x="4590" y="1036"/>
                    <a:pt x="4272" y="1043"/>
                    <a:pt x="3957" y="1043"/>
                  </a:cubicBezTo>
                  <a:cubicBezTo>
                    <a:pt x="3670" y="1043"/>
                    <a:pt x="3384" y="1037"/>
                    <a:pt x="3104" y="1014"/>
                  </a:cubicBezTo>
                  <a:cubicBezTo>
                    <a:pt x="3420" y="761"/>
                    <a:pt x="3800" y="634"/>
                    <a:pt x="4244" y="507"/>
                  </a:cubicBezTo>
                  <a:cubicBezTo>
                    <a:pt x="4275" y="412"/>
                    <a:pt x="4275" y="191"/>
                    <a:pt x="4244" y="64"/>
                  </a:cubicBezTo>
                  <a:cubicBezTo>
                    <a:pt x="3887" y="50"/>
                    <a:pt x="3345" y="1"/>
                    <a:pt x="2808" y="1"/>
                  </a:cubicBezTo>
                  <a:close/>
                </a:path>
              </a:pathLst>
            </a:custGeom>
            <a:solidFill>
              <a:srgbClr val="FDC6A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5" name="Google Shape;345;p6"/>
            <p:cNvSpPr/>
            <p:nvPr/>
          </p:nvSpPr>
          <p:spPr>
            <a:xfrm>
              <a:off x="700704" y="2507962"/>
              <a:ext cx="988134" cy="530917"/>
            </a:xfrm>
            <a:custGeom>
              <a:rect b="b" l="l" r="r" t="t"/>
              <a:pathLst>
                <a:path extrusionOk="0" h="17390" w="32366">
                  <a:moveTo>
                    <a:pt x="3927" y="1"/>
                  </a:moveTo>
                  <a:cubicBezTo>
                    <a:pt x="3927" y="1"/>
                    <a:pt x="0" y="3991"/>
                    <a:pt x="1805" y="7031"/>
                  </a:cubicBezTo>
                  <a:lnTo>
                    <a:pt x="11464" y="16595"/>
                  </a:lnTo>
                  <a:cubicBezTo>
                    <a:pt x="12006" y="17107"/>
                    <a:pt x="12747" y="17390"/>
                    <a:pt x="13499" y="17390"/>
                  </a:cubicBezTo>
                  <a:cubicBezTo>
                    <a:pt x="13538" y="17390"/>
                    <a:pt x="13578" y="17389"/>
                    <a:pt x="13618" y="17387"/>
                  </a:cubicBezTo>
                  <a:lnTo>
                    <a:pt x="32366" y="16849"/>
                  </a:lnTo>
                  <a:lnTo>
                    <a:pt x="32113" y="13175"/>
                  </a:lnTo>
                  <a:lnTo>
                    <a:pt x="13935" y="12225"/>
                  </a:lnTo>
                  <a:lnTo>
                    <a:pt x="3927"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grpSp>
      <p:sp>
        <p:nvSpPr>
          <p:cNvPr id="346" name="Google Shape;346;p6"/>
          <p:cNvSpPr/>
          <p:nvPr/>
        </p:nvSpPr>
        <p:spPr>
          <a:xfrm>
            <a:off x="5499255" y="4009899"/>
            <a:ext cx="3607237" cy="45719"/>
          </a:xfrm>
          <a:custGeom>
            <a:rect b="b" l="l" r="r" t="t"/>
            <a:pathLst>
              <a:path extrusionOk="0" fill="none" h="1" w="123384">
                <a:moveTo>
                  <a:pt x="1" y="1"/>
                </a:moveTo>
                <a:lnTo>
                  <a:pt x="123384" y="1"/>
                </a:lnTo>
              </a:path>
            </a:pathLst>
          </a:custGeom>
          <a:noFill/>
          <a:ln cap="rnd" cmpd="sng" w="10300">
            <a:solidFill>
              <a:srgbClr val="376B8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47" name="Google Shape;347;p6"/>
          <p:cNvSpPr/>
          <p:nvPr/>
        </p:nvSpPr>
        <p:spPr>
          <a:xfrm>
            <a:off x="4372852" y="2391813"/>
            <a:ext cx="3028582" cy="1572254"/>
          </a:xfrm>
          <a:custGeom>
            <a:rect b="b" l="l" r="r" t="t"/>
            <a:pathLst>
              <a:path extrusionOk="0" h="41804" w="79174">
                <a:moveTo>
                  <a:pt x="15994" y="2914"/>
                </a:moveTo>
                <a:cubicBezTo>
                  <a:pt x="15930" y="2914"/>
                  <a:pt x="15867" y="2914"/>
                  <a:pt x="15772" y="2945"/>
                </a:cubicBezTo>
                <a:cubicBezTo>
                  <a:pt x="15677" y="2945"/>
                  <a:pt x="15582" y="3040"/>
                  <a:pt x="15550" y="3199"/>
                </a:cubicBezTo>
                <a:cubicBezTo>
                  <a:pt x="15550" y="3199"/>
                  <a:pt x="15550" y="3230"/>
                  <a:pt x="15550" y="3230"/>
                </a:cubicBezTo>
                <a:cubicBezTo>
                  <a:pt x="15582" y="3420"/>
                  <a:pt x="15740" y="3515"/>
                  <a:pt x="15899" y="3515"/>
                </a:cubicBezTo>
                <a:cubicBezTo>
                  <a:pt x="16025" y="3515"/>
                  <a:pt x="16215" y="3484"/>
                  <a:pt x="16310" y="3484"/>
                </a:cubicBezTo>
                <a:cubicBezTo>
                  <a:pt x="16342" y="3515"/>
                  <a:pt x="16342" y="3515"/>
                  <a:pt x="16342" y="3579"/>
                </a:cubicBezTo>
                <a:cubicBezTo>
                  <a:pt x="16374" y="3642"/>
                  <a:pt x="16469" y="3674"/>
                  <a:pt x="16564" y="3706"/>
                </a:cubicBezTo>
                <a:cubicBezTo>
                  <a:pt x="16722" y="3737"/>
                  <a:pt x="16817" y="3769"/>
                  <a:pt x="16912" y="3769"/>
                </a:cubicBezTo>
                <a:lnTo>
                  <a:pt x="16944" y="3769"/>
                </a:lnTo>
                <a:cubicBezTo>
                  <a:pt x="16975" y="3769"/>
                  <a:pt x="17039" y="3737"/>
                  <a:pt x="17039" y="3674"/>
                </a:cubicBezTo>
                <a:cubicBezTo>
                  <a:pt x="17070" y="3642"/>
                  <a:pt x="17070" y="3611"/>
                  <a:pt x="17070" y="3547"/>
                </a:cubicBezTo>
                <a:cubicBezTo>
                  <a:pt x="17070" y="3452"/>
                  <a:pt x="17039" y="3325"/>
                  <a:pt x="16975" y="3230"/>
                </a:cubicBezTo>
                <a:cubicBezTo>
                  <a:pt x="16944" y="3167"/>
                  <a:pt x="16912" y="3135"/>
                  <a:pt x="16849" y="3072"/>
                </a:cubicBezTo>
                <a:cubicBezTo>
                  <a:pt x="16817" y="3040"/>
                  <a:pt x="16754" y="3040"/>
                  <a:pt x="16627" y="2977"/>
                </a:cubicBezTo>
                <a:cubicBezTo>
                  <a:pt x="16469" y="2914"/>
                  <a:pt x="16310" y="2914"/>
                  <a:pt x="16152" y="2914"/>
                </a:cubicBezTo>
                <a:close/>
                <a:moveTo>
                  <a:pt x="13587" y="4371"/>
                </a:moveTo>
                <a:cubicBezTo>
                  <a:pt x="13587" y="4402"/>
                  <a:pt x="13618" y="4466"/>
                  <a:pt x="13650" y="4497"/>
                </a:cubicBezTo>
                <a:cubicBezTo>
                  <a:pt x="13650" y="4561"/>
                  <a:pt x="13682" y="4656"/>
                  <a:pt x="13777" y="4719"/>
                </a:cubicBezTo>
                <a:cubicBezTo>
                  <a:pt x="13840" y="4751"/>
                  <a:pt x="13935" y="4751"/>
                  <a:pt x="14030" y="4751"/>
                </a:cubicBezTo>
                <a:cubicBezTo>
                  <a:pt x="14125" y="4751"/>
                  <a:pt x="14220" y="4751"/>
                  <a:pt x="14283" y="4719"/>
                </a:cubicBezTo>
                <a:cubicBezTo>
                  <a:pt x="14315" y="4687"/>
                  <a:pt x="14442" y="4687"/>
                  <a:pt x="14568" y="4687"/>
                </a:cubicBezTo>
                <a:lnTo>
                  <a:pt x="14790" y="4687"/>
                </a:lnTo>
                <a:cubicBezTo>
                  <a:pt x="14853" y="4719"/>
                  <a:pt x="14917" y="4719"/>
                  <a:pt x="14980" y="4751"/>
                </a:cubicBezTo>
                <a:cubicBezTo>
                  <a:pt x="14980" y="4751"/>
                  <a:pt x="14980" y="4782"/>
                  <a:pt x="14980" y="4782"/>
                </a:cubicBezTo>
                <a:cubicBezTo>
                  <a:pt x="14980" y="4814"/>
                  <a:pt x="14980" y="4846"/>
                  <a:pt x="14980" y="4877"/>
                </a:cubicBezTo>
                <a:cubicBezTo>
                  <a:pt x="14917" y="4782"/>
                  <a:pt x="14822" y="4751"/>
                  <a:pt x="14727" y="4751"/>
                </a:cubicBezTo>
                <a:lnTo>
                  <a:pt x="14695" y="4751"/>
                </a:lnTo>
                <a:cubicBezTo>
                  <a:pt x="14632" y="4751"/>
                  <a:pt x="14568" y="4782"/>
                  <a:pt x="14505" y="4782"/>
                </a:cubicBezTo>
                <a:cubicBezTo>
                  <a:pt x="14347" y="4814"/>
                  <a:pt x="14062" y="4877"/>
                  <a:pt x="13967" y="4877"/>
                </a:cubicBezTo>
                <a:cubicBezTo>
                  <a:pt x="13935" y="4877"/>
                  <a:pt x="13935" y="4846"/>
                  <a:pt x="13935" y="4846"/>
                </a:cubicBezTo>
                <a:lnTo>
                  <a:pt x="13903" y="4846"/>
                </a:lnTo>
                <a:cubicBezTo>
                  <a:pt x="13903" y="4846"/>
                  <a:pt x="13840" y="4782"/>
                  <a:pt x="13713" y="4719"/>
                </a:cubicBezTo>
                <a:cubicBezTo>
                  <a:pt x="13523" y="4592"/>
                  <a:pt x="13428" y="4624"/>
                  <a:pt x="13333" y="4561"/>
                </a:cubicBezTo>
                <a:cubicBezTo>
                  <a:pt x="13397" y="4529"/>
                  <a:pt x="13428" y="4466"/>
                  <a:pt x="13492" y="4434"/>
                </a:cubicBezTo>
                <a:cubicBezTo>
                  <a:pt x="13492" y="4434"/>
                  <a:pt x="13523" y="4402"/>
                  <a:pt x="13555" y="4402"/>
                </a:cubicBezTo>
                <a:cubicBezTo>
                  <a:pt x="13555" y="4402"/>
                  <a:pt x="13555" y="4371"/>
                  <a:pt x="13587" y="4371"/>
                </a:cubicBezTo>
                <a:close/>
                <a:moveTo>
                  <a:pt x="26824" y="5321"/>
                </a:moveTo>
                <a:cubicBezTo>
                  <a:pt x="26856" y="5321"/>
                  <a:pt x="26951" y="5352"/>
                  <a:pt x="26983" y="5384"/>
                </a:cubicBezTo>
                <a:lnTo>
                  <a:pt x="26888" y="5384"/>
                </a:lnTo>
                <a:cubicBezTo>
                  <a:pt x="26888" y="5352"/>
                  <a:pt x="26856" y="5352"/>
                  <a:pt x="26824" y="5352"/>
                </a:cubicBezTo>
                <a:cubicBezTo>
                  <a:pt x="26824" y="5352"/>
                  <a:pt x="26793" y="5352"/>
                  <a:pt x="26761" y="5384"/>
                </a:cubicBezTo>
                <a:cubicBezTo>
                  <a:pt x="26761" y="5352"/>
                  <a:pt x="26793" y="5321"/>
                  <a:pt x="26793" y="5321"/>
                </a:cubicBezTo>
                <a:close/>
                <a:moveTo>
                  <a:pt x="32461" y="5416"/>
                </a:moveTo>
                <a:cubicBezTo>
                  <a:pt x="32493" y="5416"/>
                  <a:pt x="32525" y="5416"/>
                  <a:pt x="32556" y="5447"/>
                </a:cubicBezTo>
                <a:cubicBezTo>
                  <a:pt x="32588" y="5447"/>
                  <a:pt x="32620" y="5479"/>
                  <a:pt x="32620" y="5511"/>
                </a:cubicBezTo>
                <a:lnTo>
                  <a:pt x="32620" y="5542"/>
                </a:lnTo>
                <a:cubicBezTo>
                  <a:pt x="32620" y="5574"/>
                  <a:pt x="32620" y="5606"/>
                  <a:pt x="32620" y="5637"/>
                </a:cubicBezTo>
                <a:cubicBezTo>
                  <a:pt x="32556" y="5574"/>
                  <a:pt x="32493" y="5574"/>
                  <a:pt x="32430" y="5542"/>
                </a:cubicBezTo>
                <a:cubicBezTo>
                  <a:pt x="32430" y="5511"/>
                  <a:pt x="32461" y="5479"/>
                  <a:pt x="32461" y="5447"/>
                </a:cubicBezTo>
                <a:cubicBezTo>
                  <a:pt x="32461" y="5416"/>
                  <a:pt x="32461" y="5416"/>
                  <a:pt x="32461" y="5416"/>
                </a:cubicBezTo>
                <a:close/>
                <a:moveTo>
                  <a:pt x="17197" y="4624"/>
                </a:moveTo>
                <a:cubicBezTo>
                  <a:pt x="17039" y="4624"/>
                  <a:pt x="16912" y="4656"/>
                  <a:pt x="16817" y="4687"/>
                </a:cubicBezTo>
                <a:cubicBezTo>
                  <a:pt x="16754" y="4687"/>
                  <a:pt x="16659" y="4656"/>
                  <a:pt x="16532" y="4656"/>
                </a:cubicBezTo>
                <a:cubicBezTo>
                  <a:pt x="16469" y="4656"/>
                  <a:pt x="16374" y="4687"/>
                  <a:pt x="16310" y="4719"/>
                </a:cubicBezTo>
                <a:cubicBezTo>
                  <a:pt x="16247" y="4782"/>
                  <a:pt x="16215" y="4877"/>
                  <a:pt x="16215" y="4941"/>
                </a:cubicBezTo>
                <a:cubicBezTo>
                  <a:pt x="16215" y="5067"/>
                  <a:pt x="16279" y="5226"/>
                  <a:pt x="16469" y="5257"/>
                </a:cubicBezTo>
                <a:lnTo>
                  <a:pt x="16500" y="5257"/>
                </a:lnTo>
                <a:cubicBezTo>
                  <a:pt x="16595" y="5257"/>
                  <a:pt x="16722" y="5194"/>
                  <a:pt x="16785" y="5194"/>
                </a:cubicBezTo>
                <a:cubicBezTo>
                  <a:pt x="16785" y="5257"/>
                  <a:pt x="16817" y="5321"/>
                  <a:pt x="16849" y="5416"/>
                </a:cubicBezTo>
                <a:cubicBezTo>
                  <a:pt x="16880" y="5511"/>
                  <a:pt x="16975" y="5637"/>
                  <a:pt x="17134" y="5669"/>
                </a:cubicBezTo>
                <a:cubicBezTo>
                  <a:pt x="17165" y="5669"/>
                  <a:pt x="17229" y="5637"/>
                  <a:pt x="17260" y="5606"/>
                </a:cubicBezTo>
                <a:cubicBezTo>
                  <a:pt x="17387" y="5542"/>
                  <a:pt x="17450" y="5447"/>
                  <a:pt x="17482" y="5384"/>
                </a:cubicBezTo>
                <a:cubicBezTo>
                  <a:pt x="17514" y="5352"/>
                  <a:pt x="17514" y="5352"/>
                  <a:pt x="17514" y="5321"/>
                </a:cubicBezTo>
                <a:cubicBezTo>
                  <a:pt x="17577" y="5321"/>
                  <a:pt x="17577" y="5257"/>
                  <a:pt x="17609" y="5257"/>
                </a:cubicBezTo>
                <a:cubicBezTo>
                  <a:pt x="17609" y="5226"/>
                  <a:pt x="17609" y="5194"/>
                  <a:pt x="17609" y="5162"/>
                </a:cubicBezTo>
                <a:cubicBezTo>
                  <a:pt x="17609" y="5004"/>
                  <a:pt x="17545" y="4814"/>
                  <a:pt x="17419" y="4687"/>
                </a:cubicBezTo>
                <a:cubicBezTo>
                  <a:pt x="17355" y="4624"/>
                  <a:pt x="17260" y="4624"/>
                  <a:pt x="17197" y="4624"/>
                </a:cubicBezTo>
                <a:close/>
                <a:moveTo>
                  <a:pt x="57349" y="5286"/>
                </a:moveTo>
                <a:cubicBezTo>
                  <a:pt x="57390" y="5306"/>
                  <a:pt x="57427" y="5321"/>
                  <a:pt x="57448" y="5321"/>
                </a:cubicBezTo>
                <a:cubicBezTo>
                  <a:pt x="57480" y="5352"/>
                  <a:pt x="57480" y="5352"/>
                  <a:pt x="57512" y="5384"/>
                </a:cubicBezTo>
                <a:cubicBezTo>
                  <a:pt x="57543" y="5416"/>
                  <a:pt x="57575" y="5574"/>
                  <a:pt x="57575" y="5637"/>
                </a:cubicBezTo>
                <a:cubicBezTo>
                  <a:pt x="57575" y="5669"/>
                  <a:pt x="57575" y="5701"/>
                  <a:pt x="57575" y="5701"/>
                </a:cubicBezTo>
                <a:cubicBezTo>
                  <a:pt x="57575" y="5701"/>
                  <a:pt x="57543" y="5732"/>
                  <a:pt x="57543" y="5732"/>
                </a:cubicBezTo>
                <a:cubicBezTo>
                  <a:pt x="57512" y="5701"/>
                  <a:pt x="57480" y="5732"/>
                  <a:pt x="57480" y="5606"/>
                </a:cubicBezTo>
                <a:cubicBezTo>
                  <a:pt x="57480" y="5511"/>
                  <a:pt x="57448" y="5416"/>
                  <a:pt x="57385" y="5321"/>
                </a:cubicBezTo>
                <a:cubicBezTo>
                  <a:pt x="57373" y="5309"/>
                  <a:pt x="57361" y="5297"/>
                  <a:pt x="57349" y="5286"/>
                </a:cubicBezTo>
                <a:close/>
                <a:moveTo>
                  <a:pt x="54123" y="3579"/>
                </a:moveTo>
                <a:cubicBezTo>
                  <a:pt x="54028" y="3579"/>
                  <a:pt x="53933" y="3611"/>
                  <a:pt x="53838" y="3706"/>
                </a:cubicBezTo>
                <a:cubicBezTo>
                  <a:pt x="53838" y="3769"/>
                  <a:pt x="53680" y="3801"/>
                  <a:pt x="53490" y="3801"/>
                </a:cubicBezTo>
                <a:cubicBezTo>
                  <a:pt x="53363" y="3801"/>
                  <a:pt x="53205" y="3801"/>
                  <a:pt x="53205" y="3769"/>
                </a:cubicBezTo>
                <a:lnTo>
                  <a:pt x="53110" y="3769"/>
                </a:lnTo>
                <a:cubicBezTo>
                  <a:pt x="52983" y="3769"/>
                  <a:pt x="52730" y="3801"/>
                  <a:pt x="52508" y="3864"/>
                </a:cubicBezTo>
                <a:cubicBezTo>
                  <a:pt x="52255" y="3927"/>
                  <a:pt x="52001" y="3959"/>
                  <a:pt x="51970" y="3959"/>
                </a:cubicBezTo>
                <a:cubicBezTo>
                  <a:pt x="51811" y="3959"/>
                  <a:pt x="51716" y="4086"/>
                  <a:pt x="51653" y="4149"/>
                </a:cubicBezTo>
                <a:cubicBezTo>
                  <a:pt x="51558" y="4244"/>
                  <a:pt x="51495" y="4339"/>
                  <a:pt x="51368" y="4402"/>
                </a:cubicBezTo>
                <a:cubicBezTo>
                  <a:pt x="51115" y="4561"/>
                  <a:pt x="50766" y="4782"/>
                  <a:pt x="50639" y="4846"/>
                </a:cubicBezTo>
                <a:cubicBezTo>
                  <a:pt x="50481" y="4941"/>
                  <a:pt x="50386" y="5099"/>
                  <a:pt x="50386" y="5257"/>
                </a:cubicBezTo>
                <a:cubicBezTo>
                  <a:pt x="50386" y="5321"/>
                  <a:pt x="50418" y="5416"/>
                  <a:pt x="50481" y="5447"/>
                </a:cubicBezTo>
                <a:cubicBezTo>
                  <a:pt x="50639" y="5511"/>
                  <a:pt x="50861" y="5542"/>
                  <a:pt x="51020" y="5669"/>
                </a:cubicBezTo>
                <a:cubicBezTo>
                  <a:pt x="51146" y="5764"/>
                  <a:pt x="51336" y="5796"/>
                  <a:pt x="51463" y="5827"/>
                </a:cubicBezTo>
                <a:cubicBezTo>
                  <a:pt x="51590" y="5827"/>
                  <a:pt x="51716" y="5764"/>
                  <a:pt x="51811" y="5669"/>
                </a:cubicBezTo>
                <a:cubicBezTo>
                  <a:pt x="51843" y="5606"/>
                  <a:pt x="51875" y="5511"/>
                  <a:pt x="51875" y="5447"/>
                </a:cubicBezTo>
                <a:cubicBezTo>
                  <a:pt x="51875" y="5352"/>
                  <a:pt x="51843" y="5289"/>
                  <a:pt x="51811" y="5226"/>
                </a:cubicBezTo>
                <a:cubicBezTo>
                  <a:pt x="51811" y="5162"/>
                  <a:pt x="51748" y="5099"/>
                  <a:pt x="51685" y="5067"/>
                </a:cubicBezTo>
                <a:cubicBezTo>
                  <a:pt x="51685" y="5036"/>
                  <a:pt x="51685" y="4972"/>
                  <a:pt x="51811" y="4877"/>
                </a:cubicBezTo>
                <a:cubicBezTo>
                  <a:pt x="52065" y="4719"/>
                  <a:pt x="52318" y="4497"/>
                  <a:pt x="52540" y="4466"/>
                </a:cubicBezTo>
                <a:cubicBezTo>
                  <a:pt x="52698" y="4434"/>
                  <a:pt x="52951" y="4434"/>
                  <a:pt x="53205" y="4434"/>
                </a:cubicBezTo>
                <a:cubicBezTo>
                  <a:pt x="53395" y="4434"/>
                  <a:pt x="53585" y="4434"/>
                  <a:pt x="53648" y="4466"/>
                </a:cubicBezTo>
                <a:lnTo>
                  <a:pt x="53743" y="4466"/>
                </a:lnTo>
                <a:cubicBezTo>
                  <a:pt x="53901" y="4466"/>
                  <a:pt x="54060" y="4371"/>
                  <a:pt x="54155" y="4276"/>
                </a:cubicBezTo>
                <a:cubicBezTo>
                  <a:pt x="54281" y="4149"/>
                  <a:pt x="54376" y="4022"/>
                  <a:pt x="54440" y="3927"/>
                </a:cubicBezTo>
                <a:cubicBezTo>
                  <a:pt x="54440" y="3896"/>
                  <a:pt x="54471" y="3864"/>
                  <a:pt x="54471" y="3832"/>
                </a:cubicBezTo>
                <a:cubicBezTo>
                  <a:pt x="54471" y="3737"/>
                  <a:pt x="54408" y="3674"/>
                  <a:pt x="54345" y="3611"/>
                </a:cubicBezTo>
                <a:cubicBezTo>
                  <a:pt x="54281" y="3579"/>
                  <a:pt x="54218" y="3579"/>
                  <a:pt x="54123" y="3579"/>
                </a:cubicBezTo>
                <a:close/>
                <a:moveTo>
                  <a:pt x="27204" y="5732"/>
                </a:moveTo>
                <a:cubicBezTo>
                  <a:pt x="27236" y="5796"/>
                  <a:pt x="27236" y="5827"/>
                  <a:pt x="27236" y="5827"/>
                </a:cubicBezTo>
                <a:cubicBezTo>
                  <a:pt x="27236" y="5859"/>
                  <a:pt x="27204" y="5891"/>
                  <a:pt x="27204" y="5922"/>
                </a:cubicBezTo>
                <a:lnTo>
                  <a:pt x="27173" y="5922"/>
                </a:lnTo>
                <a:cubicBezTo>
                  <a:pt x="27204" y="5859"/>
                  <a:pt x="27204" y="5796"/>
                  <a:pt x="27204" y="5732"/>
                </a:cubicBezTo>
                <a:close/>
                <a:moveTo>
                  <a:pt x="56308" y="5922"/>
                </a:moveTo>
                <a:cubicBezTo>
                  <a:pt x="56340" y="6017"/>
                  <a:pt x="56372" y="6112"/>
                  <a:pt x="56403" y="6144"/>
                </a:cubicBezTo>
                <a:cubicBezTo>
                  <a:pt x="56403" y="6176"/>
                  <a:pt x="56403" y="6176"/>
                  <a:pt x="56403" y="6207"/>
                </a:cubicBezTo>
                <a:cubicBezTo>
                  <a:pt x="56403" y="6207"/>
                  <a:pt x="56403" y="6207"/>
                  <a:pt x="56403" y="6239"/>
                </a:cubicBezTo>
                <a:cubicBezTo>
                  <a:pt x="56340" y="6239"/>
                  <a:pt x="56277" y="6271"/>
                  <a:pt x="56245" y="6271"/>
                </a:cubicBezTo>
                <a:cubicBezTo>
                  <a:pt x="56150" y="6271"/>
                  <a:pt x="56118" y="6239"/>
                  <a:pt x="56087" y="6207"/>
                </a:cubicBezTo>
                <a:cubicBezTo>
                  <a:pt x="56087" y="6081"/>
                  <a:pt x="55992" y="6017"/>
                  <a:pt x="55897" y="5986"/>
                </a:cubicBezTo>
                <a:lnTo>
                  <a:pt x="55960" y="5986"/>
                </a:lnTo>
                <a:cubicBezTo>
                  <a:pt x="56055" y="5954"/>
                  <a:pt x="56182" y="5922"/>
                  <a:pt x="56277" y="5922"/>
                </a:cubicBezTo>
                <a:close/>
                <a:moveTo>
                  <a:pt x="19730" y="5859"/>
                </a:moveTo>
                <a:cubicBezTo>
                  <a:pt x="19825" y="5859"/>
                  <a:pt x="19920" y="5859"/>
                  <a:pt x="19984" y="5891"/>
                </a:cubicBezTo>
                <a:lnTo>
                  <a:pt x="20016" y="5891"/>
                </a:lnTo>
                <a:cubicBezTo>
                  <a:pt x="20016" y="5891"/>
                  <a:pt x="20016" y="5922"/>
                  <a:pt x="20016" y="5954"/>
                </a:cubicBezTo>
                <a:cubicBezTo>
                  <a:pt x="20016" y="5986"/>
                  <a:pt x="19984" y="6017"/>
                  <a:pt x="19984" y="6017"/>
                </a:cubicBezTo>
                <a:cubicBezTo>
                  <a:pt x="19984" y="6049"/>
                  <a:pt x="19984" y="6049"/>
                  <a:pt x="19984" y="6049"/>
                </a:cubicBezTo>
                <a:cubicBezTo>
                  <a:pt x="19952" y="6081"/>
                  <a:pt x="19889" y="6081"/>
                  <a:pt x="19825" y="6112"/>
                </a:cubicBezTo>
                <a:cubicBezTo>
                  <a:pt x="19762" y="6144"/>
                  <a:pt x="19667" y="6207"/>
                  <a:pt x="19635" y="6302"/>
                </a:cubicBezTo>
                <a:cubicBezTo>
                  <a:pt x="19635" y="6281"/>
                  <a:pt x="19635" y="6260"/>
                  <a:pt x="19635" y="6239"/>
                </a:cubicBezTo>
                <a:cubicBezTo>
                  <a:pt x="19635" y="6144"/>
                  <a:pt x="19635" y="6049"/>
                  <a:pt x="19540" y="5954"/>
                </a:cubicBezTo>
                <a:cubicBezTo>
                  <a:pt x="19477" y="5922"/>
                  <a:pt x="19445" y="5891"/>
                  <a:pt x="19382" y="5859"/>
                </a:cubicBezTo>
                <a:close/>
                <a:moveTo>
                  <a:pt x="55380" y="5207"/>
                </a:moveTo>
                <a:cubicBezTo>
                  <a:pt x="55375" y="5236"/>
                  <a:pt x="55378" y="5265"/>
                  <a:pt x="55390" y="5289"/>
                </a:cubicBezTo>
                <a:cubicBezTo>
                  <a:pt x="55390" y="5447"/>
                  <a:pt x="55453" y="5542"/>
                  <a:pt x="55453" y="5669"/>
                </a:cubicBezTo>
                <a:cubicBezTo>
                  <a:pt x="55453" y="5701"/>
                  <a:pt x="55453" y="5701"/>
                  <a:pt x="55453" y="5732"/>
                </a:cubicBezTo>
                <a:cubicBezTo>
                  <a:pt x="55422" y="5827"/>
                  <a:pt x="55422" y="5922"/>
                  <a:pt x="55422" y="5986"/>
                </a:cubicBezTo>
                <a:cubicBezTo>
                  <a:pt x="55422" y="6049"/>
                  <a:pt x="55422" y="6081"/>
                  <a:pt x="55453" y="6112"/>
                </a:cubicBezTo>
                <a:cubicBezTo>
                  <a:pt x="55453" y="6144"/>
                  <a:pt x="55485" y="6207"/>
                  <a:pt x="55517" y="6207"/>
                </a:cubicBezTo>
                <a:cubicBezTo>
                  <a:pt x="55390" y="6366"/>
                  <a:pt x="55263" y="6587"/>
                  <a:pt x="55232" y="6651"/>
                </a:cubicBezTo>
                <a:cubicBezTo>
                  <a:pt x="55200" y="6651"/>
                  <a:pt x="55105" y="6714"/>
                  <a:pt x="55041" y="6746"/>
                </a:cubicBezTo>
                <a:cubicBezTo>
                  <a:pt x="55010" y="6746"/>
                  <a:pt x="54978" y="6777"/>
                  <a:pt x="54946" y="6777"/>
                </a:cubicBezTo>
                <a:cubicBezTo>
                  <a:pt x="55010" y="6714"/>
                  <a:pt x="55073" y="6619"/>
                  <a:pt x="55136" y="6587"/>
                </a:cubicBezTo>
                <a:cubicBezTo>
                  <a:pt x="55295" y="6461"/>
                  <a:pt x="55390" y="6271"/>
                  <a:pt x="55390" y="6112"/>
                </a:cubicBezTo>
                <a:cubicBezTo>
                  <a:pt x="55390" y="6049"/>
                  <a:pt x="55390" y="6017"/>
                  <a:pt x="55358" y="5986"/>
                </a:cubicBezTo>
                <a:cubicBezTo>
                  <a:pt x="55327" y="5954"/>
                  <a:pt x="55263" y="5637"/>
                  <a:pt x="55295" y="5479"/>
                </a:cubicBezTo>
                <a:cubicBezTo>
                  <a:pt x="55295" y="5447"/>
                  <a:pt x="55295" y="5416"/>
                  <a:pt x="55295" y="5416"/>
                </a:cubicBezTo>
                <a:cubicBezTo>
                  <a:pt x="55295" y="5390"/>
                  <a:pt x="55355" y="5305"/>
                  <a:pt x="55380" y="5207"/>
                </a:cubicBezTo>
                <a:close/>
                <a:moveTo>
                  <a:pt x="20206" y="6872"/>
                </a:moveTo>
                <a:cubicBezTo>
                  <a:pt x="20237" y="6904"/>
                  <a:pt x="20269" y="6904"/>
                  <a:pt x="20332" y="6904"/>
                </a:cubicBezTo>
                <a:lnTo>
                  <a:pt x="20301" y="6904"/>
                </a:lnTo>
                <a:cubicBezTo>
                  <a:pt x="20269" y="6936"/>
                  <a:pt x="20269" y="6936"/>
                  <a:pt x="20237" y="6936"/>
                </a:cubicBezTo>
                <a:cubicBezTo>
                  <a:pt x="20237" y="6920"/>
                  <a:pt x="20237" y="6920"/>
                  <a:pt x="20233" y="6920"/>
                </a:cubicBezTo>
                <a:cubicBezTo>
                  <a:pt x="20229" y="6920"/>
                  <a:pt x="20221" y="6920"/>
                  <a:pt x="20206" y="6904"/>
                </a:cubicBezTo>
                <a:cubicBezTo>
                  <a:pt x="20206" y="6904"/>
                  <a:pt x="20206" y="6904"/>
                  <a:pt x="20206" y="6872"/>
                </a:cubicBezTo>
                <a:close/>
                <a:moveTo>
                  <a:pt x="47884" y="6936"/>
                </a:moveTo>
                <a:cubicBezTo>
                  <a:pt x="47853" y="6999"/>
                  <a:pt x="47853" y="7062"/>
                  <a:pt x="47853" y="7126"/>
                </a:cubicBezTo>
                <a:lnTo>
                  <a:pt x="47853" y="7189"/>
                </a:lnTo>
                <a:cubicBezTo>
                  <a:pt x="47853" y="7221"/>
                  <a:pt x="47853" y="7252"/>
                  <a:pt x="47853" y="7284"/>
                </a:cubicBezTo>
                <a:cubicBezTo>
                  <a:pt x="47789" y="7284"/>
                  <a:pt x="47758" y="7316"/>
                  <a:pt x="47726" y="7316"/>
                </a:cubicBezTo>
                <a:cubicBezTo>
                  <a:pt x="47726" y="7316"/>
                  <a:pt x="47663" y="7316"/>
                  <a:pt x="47599" y="7221"/>
                </a:cubicBezTo>
                <a:cubicBezTo>
                  <a:pt x="47504" y="7157"/>
                  <a:pt x="47441" y="7126"/>
                  <a:pt x="47346" y="7126"/>
                </a:cubicBezTo>
                <a:cubicBezTo>
                  <a:pt x="47283" y="7126"/>
                  <a:pt x="47251" y="7157"/>
                  <a:pt x="47219" y="7189"/>
                </a:cubicBezTo>
                <a:cubicBezTo>
                  <a:pt x="47219" y="7189"/>
                  <a:pt x="47188" y="7221"/>
                  <a:pt x="47188" y="7221"/>
                </a:cubicBezTo>
                <a:cubicBezTo>
                  <a:pt x="47188" y="7252"/>
                  <a:pt x="47061" y="7316"/>
                  <a:pt x="47029" y="7316"/>
                </a:cubicBezTo>
                <a:cubicBezTo>
                  <a:pt x="47029" y="7252"/>
                  <a:pt x="47029" y="7221"/>
                  <a:pt x="47029" y="7189"/>
                </a:cubicBezTo>
                <a:lnTo>
                  <a:pt x="47029" y="7157"/>
                </a:lnTo>
                <a:cubicBezTo>
                  <a:pt x="47029" y="7094"/>
                  <a:pt x="46998" y="7031"/>
                  <a:pt x="46966" y="6936"/>
                </a:cubicBezTo>
                <a:lnTo>
                  <a:pt x="46966" y="6936"/>
                </a:lnTo>
                <a:cubicBezTo>
                  <a:pt x="47093" y="6999"/>
                  <a:pt x="47219" y="7031"/>
                  <a:pt x="47378" y="7031"/>
                </a:cubicBezTo>
                <a:cubicBezTo>
                  <a:pt x="47536" y="7031"/>
                  <a:pt x="47694" y="6999"/>
                  <a:pt x="47884" y="6936"/>
                </a:cubicBezTo>
                <a:close/>
                <a:moveTo>
                  <a:pt x="3199" y="7411"/>
                </a:moveTo>
                <a:cubicBezTo>
                  <a:pt x="3168" y="7411"/>
                  <a:pt x="3168" y="7442"/>
                  <a:pt x="3168" y="7442"/>
                </a:cubicBezTo>
                <a:cubicBezTo>
                  <a:pt x="3104" y="7506"/>
                  <a:pt x="3073" y="7537"/>
                  <a:pt x="3041" y="7537"/>
                </a:cubicBezTo>
                <a:cubicBezTo>
                  <a:pt x="3009" y="7537"/>
                  <a:pt x="2978" y="7506"/>
                  <a:pt x="2946" y="7506"/>
                </a:cubicBezTo>
                <a:cubicBezTo>
                  <a:pt x="2978" y="7506"/>
                  <a:pt x="3009" y="7474"/>
                  <a:pt x="3041" y="7474"/>
                </a:cubicBezTo>
                <a:cubicBezTo>
                  <a:pt x="3073" y="7411"/>
                  <a:pt x="3136" y="7411"/>
                  <a:pt x="3168" y="7411"/>
                </a:cubicBezTo>
                <a:close/>
                <a:moveTo>
                  <a:pt x="44432" y="7031"/>
                </a:moveTo>
                <a:cubicBezTo>
                  <a:pt x="44464" y="7031"/>
                  <a:pt x="44527" y="7031"/>
                  <a:pt x="44559" y="7062"/>
                </a:cubicBezTo>
                <a:cubicBezTo>
                  <a:pt x="44527" y="7094"/>
                  <a:pt x="44432" y="7189"/>
                  <a:pt x="44337" y="7252"/>
                </a:cubicBezTo>
                <a:cubicBezTo>
                  <a:pt x="44179" y="7379"/>
                  <a:pt x="44021" y="7474"/>
                  <a:pt x="43894" y="7569"/>
                </a:cubicBezTo>
                <a:cubicBezTo>
                  <a:pt x="43862" y="7569"/>
                  <a:pt x="43831" y="7601"/>
                  <a:pt x="43831" y="7601"/>
                </a:cubicBezTo>
                <a:cubicBezTo>
                  <a:pt x="43957" y="7442"/>
                  <a:pt x="43989" y="7284"/>
                  <a:pt x="43989" y="7189"/>
                </a:cubicBezTo>
                <a:cubicBezTo>
                  <a:pt x="43989" y="7126"/>
                  <a:pt x="43989" y="7094"/>
                  <a:pt x="43989" y="7062"/>
                </a:cubicBezTo>
                <a:lnTo>
                  <a:pt x="44052" y="7062"/>
                </a:lnTo>
                <a:cubicBezTo>
                  <a:pt x="44179" y="7062"/>
                  <a:pt x="44306" y="7031"/>
                  <a:pt x="44432" y="7031"/>
                </a:cubicBezTo>
                <a:close/>
                <a:moveTo>
                  <a:pt x="33633" y="6682"/>
                </a:moveTo>
                <a:cubicBezTo>
                  <a:pt x="33602" y="6714"/>
                  <a:pt x="33570" y="6714"/>
                  <a:pt x="33538" y="6777"/>
                </a:cubicBezTo>
                <a:cubicBezTo>
                  <a:pt x="33538" y="6809"/>
                  <a:pt x="33507" y="6809"/>
                  <a:pt x="33475" y="6841"/>
                </a:cubicBezTo>
                <a:cubicBezTo>
                  <a:pt x="33475" y="6872"/>
                  <a:pt x="33443" y="6936"/>
                  <a:pt x="33443" y="6999"/>
                </a:cubicBezTo>
                <a:cubicBezTo>
                  <a:pt x="33443" y="7062"/>
                  <a:pt x="33443" y="7126"/>
                  <a:pt x="33475" y="7221"/>
                </a:cubicBezTo>
                <a:cubicBezTo>
                  <a:pt x="33538" y="7316"/>
                  <a:pt x="33570" y="7411"/>
                  <a:pt x="33633" y="7474"/>
                </a:cubicBezTo>
                <a:cubicBezTo>
                  <a:pt x="33665" y="7537"/>
                  <a:pt x="33728" y="7601"/>
                  <a:pt x="33823" y="7601"/>
                </a:cubicBezTo>
                <a:lnTo>
                  <a:pt x="33982" y="7601"/>
                </a:lnTo>
                <a:cubicBezTo>
                  <a:pt x="34013" y="7601"/>
                  <a:pt x="34077" y="7601"/>
                  <a:pt x="34108" y="7632"/>
                </a:cubicBezTo>
                <a:lnTo>
                  <a:pt x="34172" y="7632"/>
                </a:lnTo>
                <a:cubicBezTo>
                  <a:pt x="34203" y="7759"/>
                  <a:pt x="34298" y="7886"/>
                  <a:pt x="34488" y="7886"/>
                </a:cubicBezTo>
                <a:cubicBezTo>
                  <a:pt x="34520" y="7886"/>
                  <a:pt x="34583" y="7886"/>
                  <a:pt x="34647" y="7854"/>
                </a:cubicBezTo>
                <a:cubicBezTo>
                  <a:pt x="34742" y="7822"/>
                  <a:pt x="34837" y="7791"/>
                  <a:pt x="34932" y="7759"/>
                </a:cubicBezTo>
                <a:cubicBezTo>
                  <a:pt x="35027" y="7727"/>
                  <a:pt x="35090" y="7664"/>
                  <a:pt x="35153" y="7601"/>
                </a:cubicBezTo>
                <a:cubicBezTo>
                  <a:pt x="35153" y="7569"/>
                  <a:pt x="35248" y="7537"/>
                  <a:pt x="35312" y="7537"/>
                </a:cubicBezTo>
                <a:lnTo>
                  <a:pt x="35470" y="7537"/>
                </a:lnTo>
                <a:cubicBezTo>
                  <a:pt x="35470" y="7537"/>
                  <a:pt x="35502" y="7506"/>
                  <a:pt x="35533" y="7506"/>
                </a:cubicBezTo>
                <a:cubicBezTo>
                  <a:pt x="35533" y="7506"/>
                  <a:pt x="35565" y="7442"/>
                  <a:pt x="35628" y="7379"/>
                </a:cubicBezTo>
                <a:cubicBezTo>
                  <a:pt x="35692" y="7316"/>
                  <a:pt x="35755" y="7221"/>
                  <a:pt x="35755" y="7094"/>
                </a:cubicBezTo>
                <a:cubicBezTo>
                  <a:pt x="35755" y="7062"/>
                  <a:pt x="35723" y="6999"/>
                  <a:pt x="35692" y="6967"/>
                </a:cubicBezTo>
                <a:cubicBezTo>
                  <a:pt x="35565" y="6809"/>
                  <a:pt x="35312" y="6746"/>
                  <a:pt x="35185" y="6714"/>
                </a:cubicBezTo>
                <a:lnTo>
                  <a:pt x="35153" y="6714"/>
                </a:lnTo>
                <a:cubicBezTo>
                  <a:pt x="34963" y="6714"/>
                  <a:pt x="34900" y="6841"/>
                  <a:pt x="34678" y="6841"/>
                </a:cubicBezTo>
                <a:cubicBezTo>
                  <a:pt x="34520" y="6841"/>
                  <a:pt x="34362" y="6904"/>
                  <a:pt x="34298" y="6904"/>
                </a:cubicBezTo>
                <a:cubicBezTo>
                  <a:pt x="34267" y="6904"/>
                  <a:pt x="34267" y="6904"/>
                  <a:pt x="34267" y="6872"/>
                </a:cubicBezTo>
                <a:cubicBezTo>
                  <a:pt x="34140" y="6746"/>
                  <a:pt x="33918" y="6682"/>
                  <a:pt x="33728" y="6682"/>
                </a:cubicBezTo>
                <a:close/>
                <a:moveTo>
                  <a:pt x="21251" y="7917"/>
                </a:moveTo>
                <a:cubicBezTo>
                  <a:pt x="21219" y="7917"/>
                  <a:pt x="21187" y="7917"/>
                  <a:pt x="21156" y="7949"/>
                </a:cubicBezTo>
                <a:cubicBezTo>
                  <a:pt x="21092" y="7949"/>
                  <a:pt x="20997" y="8044"/>
                  <a:pt x="20997" y="8139"/>
                </a:cubicBezTo>
                <a:cubicBezTo>
                  <a:pt x="21029" y="8298"/>
                  <a:pt x="21124" y="8329"/>
                  <a:pt x="21251" y="8361"/>
                </a:cubicBezTo>
                <a:cubicBezTo>
                  <a:pt x="21282" y="8361"/>
                  <a:pt x="21314" y="8329"/>
                  <a:pt x="21346" y="8329"/>
                </a:cubicBezTo>
                <a:cubicBezTo>
                  <a:pt x="21441" y="8298"/>
                  <a:pt x="21472" y="8202"/>
                  <a:pt x="21472" y="8139"/>
                </a:cubicBezTo>
                <a:cubicBezTo>
                  <a:pt x="21472" y="8076"/>
                  <a:pt x="21441" y="8012"/>
                  <a:pt x="21409" y="7981"/>
                </a:cubicBezTo>
                <a:cubicBezTo>
                  <a:pt x="21377" y="7949"/>
                  <a:pt x="21314" y="7917"/>
                  <a:pt x="21251" y="7917"/>
                </a:cubicBezTo>
                <a:close/>
                <a:moveTo>
                  <a:pt x="46047" y="8266"/>
                </a:moveTo>
                <a:cubicBezTo>
                  <a:pt x="46079" y="8266"/>
                  <a:pt x="46174" y="8298"/>
                  <a:pt x="46237" y="8361"/>
                </a:cubicBezTo>
                <a:cubicBezTo>
                  <a:pt x="46269" y="8361"/>
                  <a:pt x="46269" y="8424"/>
                  <a:pt x="46301" y="8424"/>
                </a:cubicBezTo>
                <a:cubicBezTo>
                  <a:pt x="46301" y="8456"/>
                  <a:pt x="46332" y="8456"/>
                  <a:pt x="46332" y="8456"/>
                </a:cubicBezTo>
                <a:lnTo>
                  <a:pt x="46332" y="8488"/>
                </a:lnTo>
                <a:lnTo>
                  <a:pt x="46269" y="8488"/>
                </a:lnTo>
                <a:cubicBezTo>
                  <a:pt x="46206" y="8488"/>
                  <a:pt x="46111" y="8456"/>
                  <a:pt x="46079" y="8424"/>
                </a:cubicBezTo>
                <a:cubicBezTo>
                  <a:pt x="46016" y="8361"/>
                  <a:pt x="45984" y="8329"/>
                  <a:pt x="45984" y="8329"/>
                </a:cubicBezTo>
                <a:cubicBezTo>
                  <a:pt x="45984" y="8266"/>
                  <a:pt x="46016" y="8266"/>
                  <a:pt x="46047" y="8266"/>
                </a:cubicBezTo>
                <a:close/>
                <a:moveTo>
                  <a:pt x="2978" y="8678"/>
                </a:moveTo>
                <a:cubicBezTo>
                  <a:pt x="2978" y="8678"/>
                  <a:pt x="2978" y="8698"/>
                  <a:pt x="2961" y="8706"/>
                </a:cubicBezTo>
                <a:lnTo>
                  <a:pt x="2961" y="8706"/>
                </a:lnTo>
                <a:cubicBezTo>
                  <a:pt x="2967" y="8697"/>
                  <a:pt x="2973" y="8687"/>
                  <a:pt x="2978" y="8678"/>
                </a:cubicBezTo>
                <a:close/>
                <a:moveTo>
                  <a:pt x="30435" y="0"/>
                </a:moveTo>
                <a:cubicBezTo>
                  <a:pt x="30150" y="0"/>
                  <a:pt x="29991" y="95"/>
                  <a:pt x="29770" y="95"/>
                </a:cubicBezTo>
                <a:cubicBezTo>
                  <a:pt x="29421" y="127"/>
                  <a:pt x="28978" y="95"/>
                  <a:pt x="28661" y="317"/>
                </a:cubicBezTo>
                <a:cubicBezTo>
                  <a:pt x="28566" y="412"/>
                  <a:pt x="28439" y="475"/>
                  <a:pt x="28313" y="475"/>
                </a:cubicBezTo>
                <a:cubicBezTo>
                  <a:pt x="28281" y="507"/>
                  <a:pt x="28218" y="507"/>
                  <a:pt x="28186" y="539"/>
                </a:cubicBezTo>
                <a:lnTo>
                  <a:pt x="28123" y="539"/>
                </a:lnTo>
                <a:cubicBezTo>
                  <a:pt x="28123" y="539"/>
                  <a:pt x="28091" y="539"/>
                  <a:pt x="28059" y="602"/>
                </a:cubicBezTo>
                <a:cubicBezTo>
                  <a:pt x="27996" y="697"/>
                  <a:pt x="27933" y="855"/>
                  <a:pt x="27901" y="950"/>
                </a:cubicBezTo>
                <a:cubicBezTo>
                  <a:pt x="27869" y="1014"/>
                  <a:pt x="27838" y="1077"/>
                  <a:pt x="27806" y="1109"/>
                </a:cubicBezTo>
                <a:cubicBezTo>
                  <a:pt x="27774" y="1077"/>
                  <a:pt x="27743" y="1014"/>
                  <a:pt x="27743" y="950"/>
                </a:cubicBezTo>
                <a:cubicBezTo>
                  <a:pt x="27711" y="919"/>
                  <a:pt x="27679" y="855"/>
                  <a:pt x="27648" y="824"/>
                </a:cubicBezTo>
                <a:cubicBezTo>
                  <a:pt x="27648" y="792"/>
                  <a:pt x="27584" y="729"/>
                  <a:pt x="27521" y="729"/>
                </a:cubicBezTo>
                <a:cubicBezTo>
                  <a:pt x="27458" y="729"/>
                  <a:pt x="27426" y="760"/>
                  <a:pt x="27394" y="792"/>
                </a:cubicBezTo>
                <a:cubicBezTo>
                  <a:pt x="27268" y="919"/>
                  <a:pt x="27268" y="1077"/>
                  <a:pt x="27268" y="1204"/>
                </a:cubicBezTo>
                <a:cubicBezTo>
                  <a:pt x="27268" y="1330"/>
                  <a:pt x="27268" y="1425"/>
                  <a:pt x="27204" y="1489"/>
                </a:cubicBezTo>
                <a:cubicBezTo>
                  <a:pt x="27173" y="1584"/>
                  <a:pt x="27046" y="1615"/>
                  <a:pt x="26919" y="1615"/>
                </a:cubicBezTo>
                <a:cubicBezTo>
                  <a:pt x="26824" y="1615"/>
                  <a:pt x="26729" y="1584"/>
                  <a:pt x="26698" y="1584"/>
                </a:cubicBezTo>
                <a:cubicBezTo>
                  <a:pt x="26616" y="1529"/>
                  <a:pt x="26510" y="1451"/>
                  <a:pt x="26299" y="1451"/>
                </a:cubicBezTo>
                <a:cubicBezTo>
                  <a:pt x="26266" y="1451"/>
                  <a:pt x="26230" y="1453"/>
                  <a:pt x="26191" y="1457"/>
                </a:cubicBezTo>
                <a:lnTo>
                  <a:pt x="25969" y="1457"/>
                </a:lnTo>
                <a:cubicBezTo>
                  <a:pt x="25748" y="1457"/>
                  <a:pt x="25526" y="1520"/>
                  <a:pt x="25336" y="1584"/>
                </a:cubicBezTo>
                <a:cubicBezTo>
                  <a:pt x="25241" y="1615"/>
                  <a:pt x="25178" y="1647"/>
                  <a:pt x="25114" y="1710"/>
                </a:cubicBezTo>
                <a:cubicBezTo>
                  <a:pt x="25051" y="1774"/>
                  <a:pt x="24988" y="1837"/>
                  <a:pt x="24988" y="1932"/>
                </a:cubicBezTo>
                <a:cubicBezTo>
                  <a:pt x="24988" y="1964"/>
                  <a:pt x="25019" y="1995"/>
                  <a:pt x="25019" y="2027"/>
                </a:cubicBezTo>
                <a:cubicBezTo>
                  <a:pt x="25019" y="2059"/>
                  <a:pt x="25019" y="2059"/>
                  <a:pt x="25019" y="2059"/>
                </a:cubicBezTo>
                <a:cubicBezTo>
                  <a:pt x="25019" y="2059"/>
                  <a:pt x="25019" y="2059"/>
                  <a:pt x="25019" y="2090"/>
                </a:cubicBezTo>
                <a:cubicBezTo>
                  <a:pt x="24988" y="2122"/>
                  <a:pt x="24956" y="2122"/>
                  <a:pt x="24924" y="2122"/>
                </a:cubicBezTo>
                <a:lnTo>
                  <a:pt x="24893" y="2122"/>
                </a:lnTo>
                <a:cubicBezTo>
                  <a:pt x="24861" y="2059"/>
                  <a:pt x="24798" y="2059"/>
                  <a:pt x="24766" y="2059"/>
                </a:cubicBezTo>
                <a:cubicBezTo>
                  <a:pt x="24671" y="2059"/>
                  <a:pt x="24576" y="2122"/>
                  <a:pt x="24481" y="2185"/>
                </a:cubicBezTo>
                <a:cubicBezTo>
                  <a:pt x="24386" y="2249"/>
                  <a:pt x="24291" y="2344"/>
                  <a:pt x="24291" y="2470"/>
                </a:cubicBezTo>
                <a:cubicBezTo>
                  <a:pt x="24291" y="2502"/>
                  <a:pt x="24291" y="2502"/>
                  <a:pt x="24291" y="2502"/>
                </a:cubicBezTo>
                <a:cubicBezTo>
                  <a:pt x="24291" y="2534"/>
                  <a:pt x="24291" y="2534"/>
                  <a:pt x="24291" y="2565"/>
                </a:cubicBezTo>
                <a:cubicBezTo>
                  <a:pt x="24291" y="2629"/>
                  <a:pt x="24291" y="2692"/>
                  <a:pt x="24259" y="2724"/>
                </a:cubicBezTo>
                <a:cubicBezTo>
                  <a:pt x="24259" y="2755"/>
                  <a:pt x="24227" y="2755"/>
                  <a:pt x="24196" y="2755"/>
                </a:cubicBezTo>
                <a:lnTo>
                  <a:pt x="24069" y="2755"/>
                </a:lnTo>
                <a:cubicBezTo>
                  <a:pt x="23847" y="2755"/>
                  <a:pt x="23721" y="2945"/>
                  <a:pt x="23689" y="3135"/>
                </a:cubicBezTo>
                <a:cubicBezTo>
                  <a:pt x="23689" y="3135"/>
                  <a:pt x="23594" y="3230"/>
                  <a:pt x="23499" y="3262"/>
                </a:cubicBezTo>
                <a:cubicBezTo>
                  <a:pt x="23467" y="3262"/>
                  <a:pt x="23404" y="3294"/>
                  <a:pt x="23372" y="3294"/>
                </a:cubicBezTo>
                <a:cubicBezTo>
                  <a:pt x="23341" y="3294"/>
                  <a:pt x="23341" y="3294"/>
                  <a:pt x="23309" y="3325"/>
                </a:cubicBezTo>
                <a:lnTo>
                  <a:pt x="23024" y="3325"/>
                </a:lnTo>
                <a:cubicBezTo>
                  <a:pt x="22961" y="3325"/>
                  <a:pt x="22929" y="3357"/>
                  <a:pt x="22897" y="3357"/>
                </a:cubicBezTo>
                <a:cubicBezTo>
                  <a:pt x="22834" y="3389"/>
                  <a:pt x="22771" y="3420"/>
                  <a:pt x="22771" y="3515"/>
                </a:cubicBezTo>
                <a:cubicBezTo>
                  <a:pt x="22771" y="3611"/>
                  <a:pt x="22834" y="3642"/>
                  <a:pt x="22866" y="3674"/>
                </a:cubicBezTo>
                <a:cubicBezTo>
                  <a:pt x="22961" y="3769"/>
                  <a:pt x="23056" y="3801"/>
                  <a:pt x="23119" y="3801"/>
                </a:cubicBezTo>
                <a:lnTo>
                  <a:pt x="23277" y="3801"/>
                </a:lnTo>
                <a:cubicBezTo>
                  <a:pt x="23341" y="3801"/>
                  <a:pt x="23404" y="3896"/>
                  <a:pt x="23467" y="3991"/>
                </a:cubicBezTo>
                <a:cubicBezTo>
                  <a:pt x="23531" y="4086"/>
                  <a:pt x="23562" y="4181"/>
                  <a:pt x="23689" y="4244"/>
                </a:cubicBezTo>
                <a:cubicBezTo>
                  <a:pt x="23721" y="4276"/>
                  <a:pt x="23752" y="4276"/>
                  <a:pt x="23784" y="4276"/>
                </a:cubicBezTo>
                <a:cubicBezTo>
                  <a:pt x="23911" y="4276"/>
                  <a:pt x="24006" y="4212"/>
                  <a:pt x="24069" y="4117"/>
                </a:cubicBezTo>
                <a:cubicBezTo>
                  <a:pt x="24101" y="4086"/>
                  <a:pt x="24101" y="4054"/>
                  <a:pt x="24132" y="4022"/>
                </a:cubicBezTo>
                <a:cubicBezTo>
                  <a:pt x="24164" y="4054"/>
                  <a:pt x="24196" y="4086"/>
                  <a:pt x="24227" y="4117"/>
                </a:cubicBezTo>
                <a:cubicBezTo>
                  <a:pt x="24291" y="4117"/>
                  <a:pt x="24322" y="4149"/>
                  <a:pt x="24386" y="4149"/>
                </a:cubicBezTo>
                <a:cubicBezTo>
                  <a:pt x="24544" y="4149"/>
                  <a:pt x="24766" y="4086"/>
                  <a:pt x="24829" y="4086"/>
                </a:cubicBezTo>
                <a:cubicBezTo>
                  <a:pt x="24861" y="4086"/>
                  <a:pt x="25019" y="4117"/>
                  <a:pt x="25178" y="4149"/>
                </a:cubicBezTo>
                <a:cubicBezTo>
                  <a:pt x="25336" y="4181"/>
                  <a:pt x="25526" y="4244"/>
                  <a:pt x="25558" y="4276"/>
                </a:cubicBezTo>
                <a:cubicBezTo>
                  <a:pt x="25653" y="4339"/>
                  <a:pt x="25779" y="4371"/>
                  <a:pt x="25906" y="4434"/>
                </a:cubicBezTo>
                <a:cubicBezTo>
                  <a:pt x="26033" y="4466"/>
                  <a:pt x="26128" y="4561"/>
                  <a:pt x="26159" y="4592"/>
                </a:cubicBezTo>
                <a:cubicBezTo>
                  <a:pt x="26191" y="4687"/>
                  <a:pt x="26223" y="4909"/>
                  <a:pt x="26254" y="5131"/>
                </a:cubicBezTo>
                <a:cubicBezTo>
                  <a:pt x="26254" y="5226"/>
                  <a:pt x="26254" y="5352"/>
                  <a:pt x="26286" y="5416"/>
                </a:cubicBezTo>
                <a:cubicBezTo>
                  <a:pt x="26286" y="5511"/>
                  <a:pt x="26286" y="5574"/>
                  <a:pt x="26349" y="5637"/>
                </a:cubicBezTo>
                <a:cubicBezTo>
                  <a:pt x="26349" y="5669"/>
                  <a:pt x="26413" y="5701"/>
                  <a:pt x="26444" y="5701"/>
                </a:cubicBezTo>
                <a:lnTo>
                  <a:pt x="26476" y="5701"/>
                </a:lnTo>
                <a:cubicBezTo>
                  <a:pt x="26444" y="5764"/>
                  <a:pt x="26444" y="5827"/>
                  <a:pt x="26444" y="5891"/>
                </a:cubicBezTo>
                <a:cubicBezTo>
                  <a:pt x="26444" y="5954"/>
                  <a:pt x="26476" y="6049"/>
                  <a:pt x="26508" y="6112"/>
                </a:cubicBezTo>
                <a:cubicBezTo>
                  <a:pt x="26539" y="6176"/>
                  <a:pt x="26571" y="6239"/>
                  <a:pt x="26666" y="6239"/>
                </a:cubicBezTo>
                <a:lnTo>
                  <a:pt x="26793" y="6239"/>
                </a:lnTo>
                <a:cubicBezTo>
                  <a:pt x="26761" y="6271"/>
                  <a:pt x="26761" y="6302"/>
                  <a:pt x="26729" y="6334"/>
                </a:cubicBezTo>
                <a:cubicBezTo>
                  <a:pt x="26698" y="6397"/>
                  <a:pt x="26634" y="6461"/>
                  <a:pt x="26634" y="6556"/>
                </a:cubicBezTo>
                <a:lnTo>
                  <a:pt x="26634" y="6587"/>
                </a:lnTo>
                <a:cubicBezTo>
                  <a:pt x="26666" y="6746"/>
                  <a:pt x="26793" y="7094"/>
                  <a:pt x="26856" y="7189"/>
                </a:cubicBezTo>
                <a:cubicBezTo>
                  <a:pt x="26919" y="7284"/>
                  <a:pt x="26983" y="7316"/>
                  <a:pt x="27078" y="7347"/>
                </a:cubicBezTo>
                <a:lnTo>
                  <a:pt x="27109" y="7379"/>
                </a:lnTo>
                <a:cubicBezTo>
                  <a:pt x="27109" y="7379"/>
                  <a:pt x="27078" y="7411"/>
                  <a:pt x="27078" y="7442"/>
                </a:cubicBezTo>
                <a:cubicBezTo>
                  <a:pt x="27078" y="7474"/>
                  <a:pt x="27109" y="7506"/>
                  <a:pt x="27109" y="7537"/>
                </a:cubicBezTo>
                <a:cubicBezTo>
                  <a:pt x="27141" y="7569"/>
                  <a:pt x="27173" y="7664"/>
                  <a:pt x="27236" y="7759"/>
                </a:cubicBezTo>
                <a:cubicBezTo>
                  <a:pt x="27268" y="7854"/>
                  <a:pt x="27331" y="7981"/>
                  <a:pt x="27426" y="8012"/>
                </a:cubicBezTo>
                <a:cubicBezTo>
                  <a:pt x="27489" y="8044"/>
                  <a:pt x="27616" y="8139"/>
                  <a:pt x="27711" y="8234"/>
                </a:cubicBezTo>
                <a:cubicBezTo>
                  <a:pt x="27806" y="8329"/>
                  <a:pt x="27901" y="8424"/>
                  <a:pt x="27901" y="8456"/>
                </a:cubicBezTo>
                <a:cubicBezTo>
                  <a:pt x="27933" y="8519"/>
                  <a:pt x="28028" y="8551"/>
                  <a:pt x="28059" y="8551"/>
                </a:cubicBezTo>
                <a:cubicBezTo>
                  <a:pt x="28154" y="8551"/>
                  <a:pt x="28218" y="8519"/>
                  <a:pt x="28281" y="8456"/>
                </a:cubicBezTo>
                <a:lnTo>
                  <a:pt x="28344" y="8456"/>
                </a:lnTo>
                <a:cubicBezTo>
                  <a:pt x="28344" y="8488"/>
                  <a:pt x="28344" y="8519"/>
                  <a:pt x="28376" y="8551"/>
                </a:cubicBezTo>
                <a:cubicBezTo>
                  <a:pt x="28408" y="8646"/>
                  <a:pt x="28439" y="8741"/>
                  <a:pt x="28566" y="8773"/>
                </a:cubicBezTo>
                <a:lnTo>
                  <a:pt x="28661" y="8773"/>
                </a:lnTo>
                <a:cubicBezTo>
                  <a:pt x="28788" y="8773"/>
                  <a:pt x="28915" y="8678"/>
                  <a:pt x="29010" y="8551"/>
                </a:cubicBezTo>
                <a:cubicBezTo>
                  <a:pt x="29200" y="8361"/>
                  <a:pt x="29136" y="8107"/>
                  <a:pt x="29168" y="8012"/>
                </a:cubicBezTo>
                <a:cubicBezTo>
                  <a:pt x="29168" y="7949"/>
                  <a:pt x="29168" y="7917"/>
                  <a:pt x="29168" y="7886"/>
                </a:cubicBezTo>
                <a:cubicBezTo>
                  <a:pt x="29231" y="7886"/>
                  <a:pt x="29263" y="7917"/>
                  <a:pt x="29295" y="7917"/>
                </a:cubicBezTo>
                <a:cubicBezTo>
                  <a:pt x="29358" y="7917"/>
                  <a:pt x="29421" y="7886"/>
                  <a:pt x="29453" y="7822"/>
                </a:cubicBezTo>
                <a:cubicBezTo>
                  <a:pt x="29516" y="7759"/>
                  <a:pt x="29516" y="7696"/>
                  <a:pt x="29516" y="7632"/>
                </a:cubicBezTo>
                <a:lnTo>
                  <a:pt x="29516" y="7569"/>
                </a:lnTo>
                <a:cubicBezTo>
                  <a:pt x="29516" y="7474"/>
                  <a:pt x="29485" y="7379"/>
                  <a:pt x="29485" y="7347"/>
                </a:cubicBezTo>
                <a:cubicBezTo>
                  <a:pt x="29485" y="7316"/>
                  <a:pt x="29485" y="7316"/>
                  <a:pt x="29485" y="7316"/>
                </a:cubicBezTo>
                <a:cubicBezTo>
                  <a:pt x="29485" y="7316"/>
                  <a:pt x="29516" y="7284"/>
                  <a:pt x="29548" y="7284"/>
                </a:cubicBezTo>
                <a:cubicBezTo>
                  <a:pt x="29706" y="7252"/>
                  <a:pt x="29801" y="7189"/>
                  <a:pt x="29865" y="7126"/>
                </a:cubicBezTo>
                <a:cubicBezTo>
                  <a:pt x="29960" y="7062"/>
                  <a:pt x="30023" y="7031"/>
                  <a:pt x="30055" y="7031"/>
                </a:cubicBezTo>
                <a:cubicBezTo>
                  <a:pt x="30118" y="7031"/>
                  <a:pt x="30340" y="7062"/>
                  <a:pt x="30498" y="7062"/>
                </a:cubicBezTo>
                <a:lnTo>
                  <a:pt x="30625" y="7062"/>
                </a:lnTo>
                <a:cubicBezTo>
                  <a:pt x="30656" y="7062"/>
                  <a:pt x="30688" y="7031"/>
                  <a:pt x="30751" y="6999"/>
                </a:cubicBezTo>
                <a:cubicBezTo>
                  <a:pt x="30751" y="6936"/>
                  <a:pt x="30815" y="6841"/>
                  <a:pt x="30878" y="6746"/>
                </a:cubicBezTo>
                <a:cubicBezTo>
                  <a:pt x="30910" y="6682"/>
                  <a:pt x="30973" y="6651"/>
                  <a:pt x="31005" y="6619"/>
                </a:cubicBezTo>
                <a:cubicBezTo>
                  <a:pt x="31005" y="6587"/>
                  <a:pt x="31005" y="6587"/>
                  <a:pt x="31036" y="6587"/>
                </a:cubicBezTo>
                <a:cubicBezTo>
                  <a:pt x="31036" y="6556"/>
                  <a:pt x="31036" y="6556"/>
                  <a:pt x="31036" y="6556"/>
                </a:cubicBezTo>
                <a:cubicBezTo>
                  <a:pt x="31163" y="6556"/>
                  <a:pt x="31511" y="6524"/>
                  <a:pt x="31796" y="6461"/>
                </a:cubicBezTo>
                <a:cubicBezTo>
                  <a:pt x="31955" y="6429"/>
                  <a:pt x="32113" y="6334"/>
                  <a:pt x="32240" y="6271"/>
                </a:cubicBezTo>
                <a:cubicBezTo>
                  <a:pt x="32366" y="6207"/>
                  <a:pt x="32461" y="6176"/>
                  <a:pt x="32493" y="6144"/>
                </a:cubicBezTo>
                <a:cubicBezTo>
                  <a:pt x="32525" y="6176"/>
                  <a:pt x="32588" y="6176"/>
                  <a:pt x="32620" y="6176"/>
                </a:cubicBezTo>
                <a:cubicBezTo>
                  <a:pt x="32683" y="6176"/>
                  <a:pt x="32715" y="6176"/>
                  <a:pt x="32778" y="6144"/>
                </a:cubicBezTo>
                <a:cubicBezTo>
                  <a:pt x="32778" y="6144"/>
                  <a:pt x="32810" y="6144"/>
                  <a:pt x="32841" y="6112"/>
                </a:cubicBezTo>
                <a:cubicBezTo>
                  <a:pt x="32873" y="6112"/>
                  <a:pt x="32905" y="6049"/>
                  <a:pt x="32905" y="5986"/>
                </a:cubicBezTo>
                <a:cubicBezTo>
                  <a:pt x="32905" y="5954"/>
                  <a:pt x="32905" y="5954"/>
                  <a:pt x="32873" y="5922"/>
                </a:cubicBezTo>
                <a:lnTo>
                  <a:pt x="33031" y="5922"/>
                </a:lnTo>
                <a:cubicBezTo>
                  <a:pt x="33222" y="5859"/>
                  <a:pt x="33317" y="5701"/>
                  <a:pt x="33317" y="5574"/>
                </a:cubicBezTo>
                <a:cubicBezTo>
                  <a:pt x="33285" y="5479"/>
                  <a:pt x="33285" y="5416"/>
                  <a:pt x="33253" y="5352"/>
                </a:cubicBezTo>
                <a:cubicBezTo>
                  <a:pt x="33222" y="5352"/>
                  <a:pt x="33190" y="5162"/>
                  <a:pt x="33126" y="5036"/>
                </a:cubicBezTo>
                <a:cubicBezTo>
                  <a:pt x="33126" y="5036"/>
                  <a:pt x="33126" y="5004"/>
                  <a:pt x="33126" y="4972"/>
                </a:cubicBezTo>
                <a:cubicBezTo>
                  <a:pt x="33126" y="4972"/>
                  <a:pt x="33126" y="4972"/>
                  <a:pt x="33126" y="4941"/>
                </a:cubicBezTo>
                <a:cubicBezTo>
                  <a:pt x="33126" y="4941"/>
                  <a:pt x="33190" y="4941"/>
                  <a:pt x="33253" y="4909"/>
                </a:cubicBezTo>
                <a:lnTo>
                  <a:pt x="33317" y="4909"/>
                </a:lnTo>
                <a:cubicBezTo>
                  <a:pt x="33412" y="4909"/>
                  <a:pt x="33538" y="4941"/>
                  <a:pt x="33633" y="4941"/>
                </a:cubicBezTo>
                <a:cubicBezTo>
                  <a:pt x="33697" y="4941"/>
                  <a:pt x="33760" y="4941"/>
                  <a:pt x="33823" y="4909"/>
                </a:cubicBezTo>
                <a:cubicBezTo>
                  <a:pt x="33855" y="4846"/>
                  <a:pt x="33918" y="4782"/>
                  <a:pt x="33887" y="4687"/>
                </a:cubicBezTo>
                <a:cubicBezTo>
                  <a:pt x="33887" y="4624"/>
                  <a:pt x="33887" y="4561"/>
                  <a:pt x="33887" y="4529"/>
                </a:cubicBezTo>
                <a:cubicBezTo>
                  <a:pt x="33887" y="4339"/>
                  <a:pt x="33918" y="4149"/>
                  <a:pt x="33950" y="4054"/>
                </a:cubicBezTo>
                <a:cubicBezTo>
                  <a:pt x="33982" y="4022"/>
                  <a:pt x="34013" y="3959"/>
                  <a:pt x="34045" y="3927"/>
                </a:cubicBezTo>
                <a:cubicBezTo>
                  <a:pt x="34077" y="3864"/>
                  <a:pt x="34108" y="3864"/>
                  <a:pt x="34140" y="3737"/>
                </a:cubicBezTo>
                <a:cubicBezTo>
                  <a:pt x="34140" y="3706"/>
                  <a:pt x="34077" y="3642"/>
                  <a:pt x="34045" y="3611"/>
                </a:cubicBezTo>
                <a:cubicBezTo>
                  <a:pt x="34013" y="3611"/>
                  <a:pt x="33982" y="3579"/>
                  <a:pt x="33950" y="3579"/>
                </a:cubicBezTo>
                <a:lnTo>
                  <a:pt x="33887" y="3579"/>
                </a:lnTo>
                <a:cubicBezTo>
                  <a:pt x="33887" y="3579"/>
                  <a:pt x="33855" y="3579"/>
                  <a:pt x="33823" y="3484"/>
                </a:cubicBezTo>
                <a:cubicBezTo>
                  <a:pt x="33823" y="3452"/>
                  <a:pt x="33823" y="3420"/>
                  <a:pt x="33823" y="3389"/>
                </a:cubicBezTo>
                <a:cubicBezTo>
                  <a:pt x="33823" y="3262"/>
                  <a:pt x="33887" y="3167"/>
                  <a:pt x="33982" y="3104"/>
                </a:cubicBezTo>
                <a:cubicBezTo>
                  <a:pt x="34013" y="3040"/>
                  <a:pt x="34172" y="2850"/>
                  <a:pt x="34330" y="2660"/>
                </a:cubicBezTo>
                <a:cubicBezTo>
                  <a:pt x="34488" y="2502"/>
                  <a:pt x="34678" y="2312"/>
                  <a:pt x="34773" y="2280"/>
                </a:cubicBezTo>
                <a:cubicBezTo>
                  <a:pt x="34995" y="2185"/>
                  <a:pt x="35153" y="1964"/>
                  <a:pt x="35185" y="1774"/>
                </a:cubicBezTo>
                <a:cubicBezTo>
                  <a:pt x="35185" y="1679"/>
                  <a:pt x="35122" y="1584"/>
                  <a:pt x="35027" y="1552"/>
                </a:cubicBezTo>
                <a:cubicBezTo>
                  <a:pt x="34932" y="1489"/>
                  <a:pt x="34742" y="1425"/>
                  <a:pt x="34552" y="1425"/>
                </a:cubicBezTo>
                <a:cubicBezTo>
                  <a:pt x="34425" y="1425"/>
                  <a:pt x="34267" y="1457"/>
                  <a:pt x="34140" y="1584"/>
                </a:cubicBezTo>
                <a:cubicBezTo>
                  <a:pt x="34045" y="1710"/>
                  <a:pt x="33950" y="1805"/>
                  <a:pt x="33855" y="1900"/>
                </a:cubicBezTo>
                <a:cubicBezTo>
                  <a:pt x="33792" y="1964"/>
                  <a:pt x="33728" y="1995"/>
                  <a:pt x="33665" y="1995"/>
                </a:cubicBezTo>
                <a:lnTo>
                  <a:pt x="33570" y="1995"/>
                </a:lnTo>
                <a:cubicBezTo>
                  <a:pt x="33475" y="1964"/>
                  <a:pt x="33412" y="1869"/>
                  <a:pt x="33348" y="1742"/>
                </a:cubicBezTo>
                <a:cubicBezTo>
                  <a:pt x="33317" y="1584"/>
                  <a:pt x="33253" y="1425"/>
                  <a:pt x="33158" y="1299"/>
                </a:cubicBezTo>
                <a:cubicBezTo>
                  <a:pt x="33063" y="1172"/>
                  <a:pt x="33031" y="950"/>
                  <a:pt x="33031" y="760"/>
                </a:cubicBezTo>
                <a:cubicBezTo>
                  <a:pt x="33000" y="665"/>
                  <a:pt x="33000" y="602"/>
                  <a:pt x="32968" y="507"/>
                </a:cubicBezTo>
                <a:cubicBezTo>
                  <a:pt x="32968" y="444"/>
                  <a:pt x="32873" y="349"/>
                  <a:pt x="32778" y="349"/>
                </a:cubicBezTo>
                <a:lnTo>
                  <a:pt x="32746" y="349"/>
                </a:lnTo>
                <a:cubicBezTo>
                  <a:pt x="32588" y="380"/>
                  <a:pt x="32525" y="380"/>
                  <a:pt x="32525" y="380"/>
                </a:cubicBezTo>
                <a:cubicBezTo>
                  <a:pt x="32461" y="380"/>
                  <a:pt x="32335" y="349"/>
                  <a:pt x="32208" y="349"/>
                </a:cubicBezTo>
                <a:cubicBezTo>
                  <a:pt x="32145" y="349"/>
                  <a:pt x="32081" y="349"/>
                  <a:pt x="32018" y="380"/>
                </a:cubicBezTo>
                <a:cubicBezTo>
                  <a:pt x="31955" y="412"/>
                  <a:pt x="31860" y="444"/>
                  <a:pt x="31796" y="475"/>
                </a:cubicBezTo>
                <a:cubicBezTo>
                  <a:pt x="31796" y="475"/>
                  <a:pt x="31796" y="444"/>
                  <a:pt x="31796" y="444"/>
                </a:cubicBezTo>
                <a:cubicBezTo>
                  <a:pt x="31796" y="349"/>
                  <a:pt x="31733" y="317"/>
                  <a:pt x="31701" y="285"/>
                </a:cubicBezTo>
                <a:cubicBezTo>
                  <a:pt x="31670" y="254"/>
                  <a:pt x="31638" y="222"/>
                  <a:pt x="31575" y="222"/>
                </a:cubicBezTo>
                <a:cubicBezTo>
                  <a:pt x="31290" y="190"/>
                  <a:pt x="30846" y="32"/>
                  <a:pt x="30498" y="0"/>
                </a:cubicBezTo>
                <a:close/>
                <a:moveTo>
                  <a:pt x="43736" y="7727"/>
                </a:moveTo>
                <a:cubicBezTo>
                  <a:pt x="43672" y="7791"/>
                  <a:pt x="43641" y="7886"/>
                  <a:pt x="43641" y="7981"/>
                </a:cubicBezTo>
                <a:cubicBezTo>
                  <a:pt x="43641" y="8107"/>
                  <a:pt x="43672" y="8202"/>
                  <a:pt x="43736" y="8298"/>
                </a:cubicBezTo>
                <a:cubicBezTo>
                  <a:pt x="43767" y="8329"/>
                  <a:pt x="43799" y="8424"/>
                  <a:pt x="43831" y="8551"/>
                </a:cubicBezTo>
                <a:cubicBezTo>
                  <a:pt x="43862" y="8583"/>
                  <a:pt x="43894" y="8646"/>
                  <a:pt x="43926" y="8678"/>
                </a:cubicBezTo>
                <a:cubicBezTo>
                  <a:pt x="43957" y="8741"/>
                  <a:pt x="44021" y="8773"/>
                  <a:pt x="44084" y="8773"/>
                </a:cubicBezTo>
                <a:lnTo>
                  <a:pt x="44147" y="8773"/>
                </a:lnTo>
                <a:cubicBezTo>
                  <a:pt x="44320" y="8715"/>
                  <a:pt x="44493" y="8578"/>
                  <a:pt x="44619" y="8578"/>
                </a:cubicBezTo>
                <a:cubicBezTo>
                  <a:pt x="44631" y="8578"/>
                  <a:pt x="44643" y="8580"/>
                  <a:pt x="44654" y="8583"/>
                </a:cubicBezTo>
                <a:lnTo>
                  <a:pt x="44812" y="8583"/>
                </a:lnTo>
                <a:cubicBezTo>
                  <a:pt x="45002" y="8583"/>
                  <a:pt x="45224" y="8551"/>
                  <a:pt x="45287" y="8551"/>
                </a:cubicBezTo>
                <a:cubicBezTo>
                  <a:pt x="45319" y="8551"/>
                  <a:pt x="45351" y="8614"/>
                  <a:pt x="45382" y="8646"/>
                </a:cubicBezTo>
                <a:cubicBezTo>
                  <a:pt x="45382" y="8678"/>
                  <a:pt x="45414" y="8709"/>
                  <a:pt x="45414" y="8741"/>
                </a:cubicBezTo>
                <a:cubicBezTo>
                  <a:pt x="45351" y="8757"/>
                  <a:pt x="45280" y="8757"/>
                  <a:pt x="45184" y="8757"/>
                </a:cubicBezTo>
                <a:cubicBezTo>
                  <a:pt x="45089" y="8757"/>
                  <a:pt x="44971" y="8757"/>
                  <a:pt x="44812" y="8773"/>
                </a:cubicBezTo>
                <a:cubicBezTo>
                  <a:pt x="44654" y="8773"/>
                  <a:pt x="44496" y="8804"/>
                  <a:pt x="44369" y="8804"/>
                </a:cubicBezTo>
                <a:cubicBezTo>
                  <a:pt x="44274" y="8804"/>
                  <a:pt x="44242" y="8804"/>
                  <a:pt x="44179" y="8836"/>
                </a:cubicBezTo>
                <a:cubicBezTo>
                  <a:pt x="44147" y="8836"/>
                  <a:pt x="44147" y="8836"/>
                  <a:pt x="44116" y="8868"/>
                </a:cubicBezTo>
                <a:cubicBezTo>
                  <a:pt x="44084" y="8868"/>
                  <a:pt x="44052" y="8899"/>
                  <a:pt x="44052" y="8963"/>
                </a:cubicBezTo>
                <a:cubicBezTo>
                  <a:pt x="44052" y="9026"/>
                  <a:pt x="44084" y="9058"/>
                  <a:pt x="44084" y="9089"/>
                </a:cubicBezTo>
                <a:cubicBezTo>
                  <a:pt x="44147" y="9121"/>
                  <a:pt x="44211" y="9184"/>
                  <a:pt x="44274" y="9216"/>
                </a:cubicBezTo>
                <a:cubicBezTo>
                  <a:pt x="44306" y="9248"/>
                  <a:pt x="44337" y="9248"/>
                  <a:pt x="44337" y="9279"/>
                </a:cubicBezTo>
                <a:lnTo>
                  <a:pt x="44306" y="9279"/>
                </a:lnTo>
                <a:cubicBezTo>
                  <a:pt x="44242" y="9279"/>
                  <a:pt x="44116" y="9216"/>
                  <a:pt x="43957" y="9184"/>
                </a:cubicBezTo>
                <a:lnTo>
                  <a:pt x="43926" y="9184"/>
                </a:lnTo>
                <a:cubicBezTo>
                  <a:pt x="43767" y="9184"/>
                  <a:pt x="43672" y="9311"/>
                  <a:pt x="43609" y="9406"/>
                </a:cubicBezTo>
                <a:cubicBezTo>
                  <a:pt x="43546" y="9533"/>
                  <a:pt x="43514" y="9659"/>
                  <a:pt x="43482" y="9754"/>
                </a:cubicBezTo>
                <a:cubicBezTo>
                  <a:pt x="43451" y="9818"/>
                  <a:pt x="43451" y="9881"/>
                  <a:pt x="43451" y="9913"/>
                </a:cubicBezTo>
                <a:cubicBezTo>
                  <a:pt x="43451" y="9976"/>
                  <a:pt x="43451" y="10039"/>
                  <a:pt x="43451" y="10103"/>
                </a:cubicBezTo>
                <a:lnTo>
                  <a:pt x="43451" y="10134"/>
                </a:lnTo>
                <a:cubicBezTo>
                  <a:pt x="43451" y="10134"/>
                  <a:pt x="43451" y="10134"/>
                  <a:pt x="43419" y="10103"/>
                </a:cubicBezTo>
                <a:cubicBezTo>
                  <a:pt x="43229" y="10039"/>
                  <a:pt x="43071" y="10008"/>
                  <a:pt x="42976" y="10008"/>
                </a:cubicBezTo>
                <a:cubicBezTo>
                  <a:pt x="42881" y="10008"/>
                  <a:pt x="42817" y="10008"/>
                  <a:pt x="42754" y="10039"/>
                </a:cubicBezTo>
                <a:cubicBezTo>
                  <a:pt x="42722" y="10071"/>
                  <a:pt x="42469" y="10198"/>
                  <a:pt x="42311" y="10261"/>
                </a:cubicBezTo>
                <a:lnTo>
                  <a:pt x="42247" y="10261"/>
                </a:lnTo>
                <a:cubicBezTo>
                  <a:pt x="42247" y="10261"/>
                  <a:pt x="42152" y="10134"/>
                  <a:pt x="41994" y="10134"/>
                </a:cubicBezTo>
                <a:lnTo>
                  <a:pt x="41614" y="10134"/>
                </a:lnTo>
                <a:cubicBezTo>
                  <a:pt x="41550" y="10103"/>
                  <a:pt x="41519" y="10008"/>
                  <a:pt x="41487" y="9944"/>
                </a:cubicBezTo>
                <a:lnTo>
                  <a:pt x="41487" y="9881"/>
                </a:lnTo>
                <a:cubicBezTo>
                  <a:pt x="41487" y="9786"/>
                  <a:pt x="41519" y="9691"/>
                  <a:pt x="41519" y="9596"/>
                </a:cubicBezTo>
                <a:cubicBezTo>
                  <a:pt x="41519" y="9533"/>
                  <a:pt x="41519" y="9438"/>
                  <a:pt x="41424" y="9374"/>
                </a:cubicBezTo>
                <a:lnTo>
                  <a:pt x="41139" y="9374"/>
                </a:lnTo>
                <a:cubicBezTo>
                  <a:pt x="41202" y="9343"/>
                  <a:pt x="41265" y="9279"/>
                  <a:pt x="41297" y="9184"/>
                </a:cubicBezTo>
                <a:cubicBezTo>
                  <a:pt x="41297" y="9184"/>
                  <a:pt x="41329" y="9121"/>
                  <a:pt x="41360" y="9058"/>
                </a:cubicBezTo>
                <a:cubicBezTo>
                  <a:pt x="41392" y="9026"/>
                  <a:pt x="41392" y="9026"/>
                  <a:pt x="41424" y="8994"/>
                </a:cubicBezTo>
                <a:cubicBezTo>
                  <a:pt x="41424" y="9121"/>
                  <a:pt x="41455" y="9216"/>
                  <a:pt x="41519" y="9311"/>
                </a:cubicBezTo>
                <a:cubicBezTo>
                  <a:pt x="41550" y="9438"/>
                  <a:pt x="41582" y="9564"/>
                  <a:pt x="41582" y="9596"/>
                </a:cubicBezTo>
                <a:lnTo>
                  <a:pt x="41582" y="9628"/>
                </a:lnTo>
                <a:cubicBezTo>
                  <a:pt x="41582" y="9659"/>
                  <a:pt x="41550" y="9723"/>
                  <a:pt x="41550" y="9754"/>
                </a:cubicBezTo>
                <a:cubicBezTo>
                  <a:pt x="41550" y="9818"/>
                  <a:pt x="41582" y="9881"/>
                  <a:pt x="41614" y="9944"/>
                </a:cubicBezTo>
                <a:cubicBezTo>
                  <a:pt x="41645" y="9976"/>
                  <a:pt x="41709" y="10039"/>
                  <a:pt x="41772" y="10039"/>
                </a:cubicBezTo>
                <a:cubicBezTo>
                  <a:pt x="41804" y="10039"/>
                  <a:pt x="41804" y="10039"/>
                  <a:pt x="41835" y="10008"/>
                </a:cubicBezTo>
                <a:cubicBezTo>
                  <a:pt x="41962" y="10008"/>
                  <a:pt x="42659" y="9818"/>
                  <a:pt x="42659" y="9818"/>
                </a:cubicBezTo>
                <a:lnTo>
                  <a:pt x="42691" y="9786"/>
                </a:lnTo>
                <a:cubicBezTo>
                  <a:pt x="42691" y="9786"/>
                  <a:pt x="42912" y="9691"/>
                  <a:pt x="42944" y="9438"/>
                </a:cubicBezTo>
                <a:cubicBezTo>
                  <a:pt x="42944" y="9406"/>
                  <a:pt x="42912" y="9374"/>
                  <a:pt x="42912" y="9374"/>
                </a:cubicBezTo>
                <a:lnTo>
                  <a:pt x="42912" y="9343"/>
                </a:lnTo>
                <a:cubicBezTo>
                  <a:pt x="42912" y="9311"/>
                  <a:pt x="42976" y="9216"/>
                  <a:pt x="43039" y="9121"/>
                </a:cubicBezTo>
                <a:cubicBezTo>
                  <a:pt x="43102" y="9026"/>
                  <a:pt x="43166" y="8963"/>
                  <a:pt x="43197" y="8931"/>
                </a:cubicBezTo>
                <a:cubicBezTo>
                  <a:pt x="43229" y="8868"/>
                  <a:pt x="43356" y="8741"/>
                  <a:pt x="43356" y="8551"/>
                </a:cubicBezTo>
                <a:cubicBezTo>
                  <a:pt x="43356" y="8456"/>
                  <a:pt x="43292" y="8329"/>
                  <a:pt x="43166" y="8298"/>
                </a:cubicBezTo>
                <a:cubicBezTo>
                  <a:pt x="43102" y="8266"/>
                  <a:pt x="43007" y="8234"/>
                  <a:pt x="42976" y="8202"/>
                </a:cubicBezTo>
                <a:lnTo>
                  <a:pt x="42944" y="8202"/>
                </a:lnTo>
                <a:cubicBezTo>
                  <a:pt x="42944" y="8171"/>
                  <a:pt x="42944" y="8171"/>
                  <a:pt x="42976" y="8171"/>
                </a:cubicBezTo>
                <a:cubicBezTo>
                  <a:pt x="42976" y="8139"/>
                  <a:pt x="43007" y="8107"/>
                  <a:pt x="43039" y="8044"/>
                </a:cubicBezTo>
                <a:cubicBezTo>
                  <a:pt x="43166" y="7949"/>
                  <a:pt x="43229" y="7949"/>
                  <a:pt x="43356" y="7917"/>
                </a:cubicBezTo>
                <a:cubicBezTo>
                  <a:pt x="43451" y="7917"/>
                  <a:pt x="43577" y="7854"/>
                  <a:pt x="43736" y="7727"/>
                </a:cubicBezTo>
                <a:close/>
                <a:moveTo>
                  <a:pt x="2027" y="10103"/>
                </a:moveTo>
                <a:cubicBezTo>
                  <a:pt x="1932" y="10103"/>
                  <a:pt x="1901" y="10166"/>
                  <a:pt x="1869" y="10229"/>
                </a:cubicBezTo>
                <a:cubicBezTo>
                  <a:pt x="1837" y="10293"/>
                  <a:pt x="1837" y="10356"/>
                  <a:pt x="1806" y="10419"/>
                </a:cubicBezTo>
                <a:cubicBezTo>
                  <a:pt x="1806" y="10483"/>
                  <a:pt x="1774" y="10483"/>
                  <a:pt x="1774" y="10483"/>
                </a:cubicBezTo>
                <a:cubicBezTo>
                  <a:pt x="1679" y="10514"/>
                  <a:pt x="1616" y="10546"/>
                  <a:pt x="1521" y="10578"/>
                </a:cubicBezTo>
                <a:cubicBezTo>
                  <a:pt x="1489" y="10609"/>
                  <a:pt x="1457" y="10609"/>
                  <a:pt x="1457" y="10641"/>
                </a:cubicBezTo>
                <a:cubicBezTo>
                  <a:pt x="1426" y="10673"/>
                  <a:pt x="1394" y="10704"/>
                  <a:pt x="1394" y="10768"/>
                </a:cubicBezTo>
                <a:cubicBezTo>
                  <a:pt x="1362" y="10799"/>
                  <a:pt x="1394" y="10863"/>
                  <a:pt x="1426" y="10863"/>
                </a:cubicBezTo>
                <a:cubicBezTo>
                  <a:pt x="1457" y="10894"/>
                  <a:pt x="1489" y="10894"/>
                  <a:pt x="1489" y="10926"/>
                </a:cubicBezTo>
                <a:lnTo>
                  <a:pt x="1647" y="10926"/>
                </a:lnTo>
                <a:cubicBezTo>
                  <a:pt x="1742" y="10926"/>
                  <a:pt x="1837" y="10926"/>
                  <a:pt x="1932" y="10894"/>
                </a:cubicBezTo>
                <a:cubicBezTo>
                  <a:pt x="2027" y="10863"/>
                  <a:pt x="2091" y="10863"/>
                  <a:pt x="2154" y="10768"/>
                </a:cubicBezTo>
                <a:cubicBezTo>
                  <a:pt x="2154" y="10704"/>
                  <a:pt x="2186" y="10673"/>
                  <a:pt x="2186" y="10578"/>
                </a:cubicBezTo>
                <a:cubicBezTo>
                  <a:pt x="2186" y="10514"/>
                  <a:pt x="2186" y="10451"/>
                  <a:pt x="2186" y="10388"/>
                </a:cubicBezTo>
                <a:cubicBezTo>
                  <a:pt x="2186" y="10324"/>
                  <a:pt x="2186" y="10293"/>
                  <a:pt x="2186" y="10261"/>
                </a:cubicBezTo>
                <a:cubicBezTo>
                  <a:pt x="2186" y="10229"/>
                  <a:pt x="2186" y="10166"/>
                  <a:pt x="2122" y="10134"/>
                </a:cubicBezTo>
                <a:cubicBezTo>
                  <a:pt x="2091" y="10103"/>
                  <a:pt x="2059" y="10103"/>
                  <a:pt x="2027" y="10103"/>
                </a:cubicBezTo>
                <a:close/>
                <a:moveTo>
                  <a:pt x="444" y="10641"/>
                </a:moveTo>
                <a:cubicBezTo>
                  <a:pt x="381" y="10641"/>
                  <a:pt x="286" y="10641"/>
                  <a:pt x="222" y="10673"/>
                </a:cubicBezTo>
                <a:cubicBezTo>
                  <a:pt x="127" y="10704"/>
                  <a:pt x="64" y="10736"/>
                  <a:pt x="32" y="10831"/>
                </a:cubicBezTo>
                <a:cubicBezTo>
                  <a:pt x="32" y="10831"/>
                  <a:pt x="1" y="10863"/>
                  <a:pt x="1" y="10863"/>
                </a:cubicBezTo>
                <a:cubicBezTo>
                  <a:pt x="1" y="10958"/>
                  <a:pt x="64" y="10989"/>
                  <a:pt x="96" y="11021"/>
                </a:cubicBezTo>
                <a:cubicBezTo>
                  <a:pt x="191" y="11116"/>
                  <a:pt x="349" y="11116"/>
                  <a:pt x="476" y="11148"/>
                </a:cubicBezTo>
                <a:cubicBezTo>
                  <a:pt x="571" y="11148"/>
                  <a:pt x="666" y="11116"/>
                  <a:pt x="761" y="11084"/>
                </a:cubicBezTo>
                <a:cubicBezTo>
                  <a:pt x="792" y="11053"/>
                  <a:pt x="856" y="11053"/>
                  <a:pt x="887" y="11021"/>
                </a:cubicBezTo>
                <a:cubicBezTo>
                  <a:pt x="887" y="11021"/>
                  <a:pt x="919" y="10989"/>
                  <a:pt x="919" y="10989"/>
                </a:cubicBezTo>
                <a:cubicBezTo>
                  <a:pt x="951" y="10958"/>
                  <a:pt x="982" y="10958"/>
                  <a:pt x="982" y="10894"/>
                </a:cubicBezTo>
                <a:cubicBezTo>
                  <a:pt x="982" y="10831"/>
                  <a:pt x="951" y="10799"/>
                  <a:pt x="919" y="10768"/>
                </a:cubicBezTo>
                <a:cubicBezTo>
                  <a:pt x="856" y="10768"/>
                  <a:pt x="666" y="10673"/>
                  <a:pt x="666" y="10673"/>
                </a:cubicBezTo>
                <a:lnTo>
                  <a:pt x="634" y="10641"/>
                </a:lnTo>
                <a:close/>
                <a:moveTo>
                  <a:pt x="39334" y="11369"/>
                </a:moveTo>
                <a:cubicBezTo>
                  <a:pt x="39334" y="11401"/>
                  <a:pt x="39334" y="11433"/>
                  <a:pt x="39270" y="11433"/>
                </a:cubicBezTo>
                <a:lnTo>
                  <a:pt x="39239" y="11433"/>
                </a:lnTo>
                <a:cubicBezTo>
                  <a:pt x="39270" y="11433"/>
                  <a:pt x="39302" y="11401"/>
                  <a:pt x="39334" y="11369"/>
                </a:cubicBezTo>
                <a:close/>
                <a:moveTo>
                  <a:pt x="11718" y="11844"/>
                </a:moveTo>
                <a:cubicBezTo>
                  <a:pt x="11750" y="11844"/>
                  <a:pt x="11750" y="11908"/>
                  <a:pt x="11750" y="11971"/>
                </a:cubicBezTo>
                <a:cubicBezTo>
                  <a:pt x="11750" y="11939"/>
                  <a:pt x="11718" y="11876"/>
                  <a:pt x="11718" y="11844"/>
                </a:cubicBezTo>
                <a:close/>
                <a:moveTo>
                  <a:pt x="19762" y="11496"/>
                </a:moveTo>
                <a:cubicBezTo>
                  <a:pt x="19889" y="11654"/>
                  <a:pt x="20047" y="11813"/>
                  <a:pt x="20237" y="11876"/>
                </a:cubicBezTo>
                <a:cubicBezTo>
                  <a:pt x="20206" y="11908"/>
                  <a:pt x="20206" y="11939"/>
                  <a:pt x="20206" y="11971"/>
                </a:cubicBezTo>
                <a:cubicBezTo>
                  <a:pt x="20174" y="11971"/>
                  <a:pt x="20174" y="12003"/>
                  <a:pt x="20142" y="12003"/>
                </a:cubicBezTo>
                <a:cubicBezTo>
                  <a:pt x="20142" y="12003"/>
                  <a:pt x="20142" y="12034"/>
                  <a:pt x="20142" y="12034"/>
                </a:cubicBezTo>
                <a:cubicBezTo>
                  <a:pt x="20079" y="12034"/>
                  <a:pt x="19920" y="11971"/>
                  <a:pt x="19762" y="11971"/>
                </a:cubicBezTo>
                <a:cubicBezTo>
                  <a:pt x="19699" y="11971"/>
                  <a:pt x="19699" y="11971"/>
                  <a:pt x="19699" y="11939"/>
                </a:cubicBezTo>
                <a:cubicBezTo>
                  <a:pt x="19699" y="11939"/>
                  <a:pt x="19699" y="11939"/>
                  <a:pt x="19667" y="11908"/>
                </a:cubicBezTo>
                <a:cubicBezTo>
                  <a:pt x="19667" y="11876"/>
                  <a:pt x="19604" y="11844"/>
                  <a:pt x="19572" y="11844"/>
                </a:cubicBezTo>
                <a:lnTo>
                  <a:pt x="19509" y="11844"/>
                </a:lnTo>
                <a:cubicBezTo>
                  <a:pt x="19445" y="11876"/>
                  <a:pt x="19255" y="11939"/>
                  <a:pt x="19129" y="12003"/>
                </a:cubicBezTo>
                <a:cubicBezTo>
                  <a:pt x="19097" y="12034"/>
                  <a:pt x="19065" y="12034"/>
                  <a:pt x="19034" y="12034"/>
                </a:cubicBezTo>
                <a:lnTo>
                  <a:pt x="18970" y="12034"/>
                </a:lnTo>
                <a:cubicBezTo>
                  <a:pt x="19002" y="11971"/>
                  <a:pt x="19002" y="11971"/>
                  <a:pt x="19002" y="11971"/>
                </a:cubicBezTo>
                <a:cubicBezTo>
                  <a:pt x="19002" y="11939"/>
                  <a:pt x="19097" y="11908"/>
                  <a:pt x="19255" y="11844"/>
                </a:cubicBezTo>
                <a:cubicBezTo>
                  <a:pt x="19382" y="11781"/>
                  <a:pt x="19477" y="11686"/>
                  <a:pt x="19572" y="11623"/>
                </a:cubicBezTo>
                <a:cubicBezTo>
                  <a:pt x="19635" y="11559"/>
                  <a:pt x="19730" y="11528"/>
                  <a:pt x="19762" y="11496"/>
                </a:cubicBezTo>
                <a:close/>
                <a:moveTo>
                  <a:pt x="21220" y="12668"/>
                </a:moveTo>
                <a:lnTo>
                  <a:pt x="21220" y="12668"/>
                </a:lnTo>
                <a:cubicBezTo>
                  <a:pt x="21251" y="12700"/>
                  <a:pt x="21251" y="12731"/>
                  <a:pt x="21251" y="12763"/>
                </a:cubicBezTo>
                <a:cubicBezTo>
                  <a:pt x="21228" y="12740"/>
                  <a:pt x="21221" y="12701"/>
                  <a:pt x="21220" y="12668"/>
                </a:cubicBezTo>
                <a:close/>
                <a:moveTo>
                  <a:pt x="21061" y="12509"/>
                </a:moveTo>
                <a:cubicBezTo>
                  <a:pt x="21029" y="12509"/>
                  <a:pt x="21029" y="12541"/>
                  <a:pt x="21029" y="12541"/>
                </a:cubicBezTo>
                <a:cubicBezTo>
                  <a:pt x="20997" y="12604"/>
                  <a:pt x="20966" y="12636"/>
                  <a:pt x="20966" y="12699"/>
                </a:cubicBezTo>
                <a:cubicBezTo>
                  <a:pt x="20966" y="12794"/>
                  <a:pt x="20934" y="12858"/>
                  <a:pt x="20934" y="12953"/>
                </a:cubicBezTo>
                <a:cubicBezTo>
                  <a:pt x="20934" y="13016"/>
                  <a:pt x="20934" y="13080"/>
                  <a:pt x="20966" y="13143"/>
                </a:cubicBezTo>
                <a:lnTo>
                  <a:pt x="20997" y="13143"/>
                </a:lnTo>
                <a:cubicBezTo>
                  <a:pt x="20997" y="13143"/>
                  <a:pt x="20966" y="13206"/>
                  <a:pt x="20934" y="13238"/>
                </a:cubicBezTo>
                <a:cubicBezTo>
                  <a:pt x="20902" y="13270"/>
                  <a:pt x="20871" y="13270"/>
                  <a:pt x="20871" y="13301"/>
                </a:cubicBezTo>
                <a:cubicBezTo>
                  <a:pt x="20839" y="13238"/>
                  <a:pt x="20807" y="13143"/>
                  <a:pt x="20839" y="13048"/>
                </a:cubicBezTo>
                <a:cubicBezTo>
                  <a:pt x="20839" y="13016"/>
                  <a:pt x="20839" y="13016"/>
                  <a:pt x="20839" y="12984"/>
                </a:cubicBezTo>
                <a:cubicBezTo>
                  <a:pt x="20839" y="12953"/>
                  <a:pt x="20839" y="12953"/>
                  <a:pt x="20839" y="12921"/>
                </a:cubicBezTo>
                <a:cubicBezTo>
                  <a:pt x="20839" y="12763"/>
                  <a:pt x="20744" y="12573"/>
                  <a:pt x="20617" y="12509"/>
                </a:cubicBezTo>
                <a:close/>
                <a:moveTo>
                  <a:pt x="22106" y="13080"/>
                </a:moveTo>
                <a:cubicBezTo>
                  <a:pt x="22074" y="13080"/>
                  <a:pt x="22011" y="13111"/>
                  <a:pt x="21916" y="13175"/>
                </a:cubicBezTo>
                <a:cubicBezTo>
                  <a:pt x="21821" y="13206"/>
                  <a:pt x="21789" y="13206"/>
                  <a:pt x="21726" y="13238"/>
                </a:cubicBezTo>
                <a:cubicBezTo>
                  <a:pt x="21662" y="13270"/>
                  <a:pt x="21599" y="13333"/>
                  <a:pt x="21567" y="13396"/>
                </a:cubicBezTo>
                <a:cubicBezTo>
                  <a:pt x="21567" y="13428"/>
                  <a:pt x="21472" y="13460"/>
                  <a:pt x="21409" y="13523"/>
                </a:cubicBezTo>
                <a:lnTo>
                  <a:pt x="21346" y="13523"/>
                </a:lnTo>
                <a:cubicBezTo>
                  <a:pt x="21377" y="13491"/>
                  <a:pt x="21441" y="13396"/>
                  <a:pt x="21504" y="13301"/>
                </a:cubicBezTo>
                <a:cubicBezTo>
                  <a:pt x="21567" y="13238"/>
                  <a:pt x="21631" y="13175"/>
                  <a:pt x="21662" y="13111"/>
                </a:cubicBezTo>
                <a:lnTo>
                  <a:pt x="21694" y="13080"/>
                </a:lnTo>
                <a:close/>
                <a:moveTo>
                  <a:pt x="20174" y="12414"/>
                </a:moveTo>
                <a:cubicBezTo>
                  <a:pt x="20237" y="12414"/>
                  <a:pt x="20332" y="12446"/>
                  <a:pt x="20427" y="12478"/>
                </a:cubicBezTo>
                <a:lnTo>
                  <a:pt x="20364" y="12478"/>
                </a:lnTo>
                <a:cubicBezTo>
                  <a:pt x="20111" y="12509"/>
                  <a:pt x="19984" y="12794"/>
                  <a:pt x="19952" y="12826"/>
                </a:cubicBezTo>
                <a:cubicBezTo>
                  <a:pt x="19889" y="12889"/>
                  <a:pt x="19889" y="12953"/>
                  <a:pt x="19857" y="13048"/>
                </a:cubicBezTo>
                <a:cubicBezTo>
                  <a:pt x="19857" y="13111"/>
                  <a:pt x="19857" y="13206"/>
                  <a:pt x="19857" y="13301"/>
                </a:cubicBezTo>
                <a:cubicBezTo>
                  <a:pt x="19857" y="13396"/>
                  <a:pt x="19857" y="13460"/>
                  <a:pt x="19857" y="13491"/>
                </a:cubicBezTo>
                <a:cubicBezTo>
                  <a:pt x="19857" y="13523"/>
                  <a:pt x="19857" y="13555"/>
                  <a:pt x="19857" y="13586"/>
                </a:cubicBezTo>
                <a:cubicBezTo>
                  <a:pt x="19857" y="13650"/>
                  <a:pt x="19857" y="13713"/>
                  <a:pt x="19825" y="13745"/>
                </a:cubicBezTo>
                <a:cubicBezTo>
                  <a:pt x="19825" y="13776"/>
                  <a:pt x="19825" y="13776"/>
                  <a:pt x="19794" y="13776"/>
                </a:cubicBezTo>
                <a:cubicBezTo>
                  <a:pt x="19794" y="13776"/>
                  <a:pt x="19794" y="13776"/>
                  <a:pt x="19762" y="13745"/>
                </a:cubicBezTo>
                <a:cubicBezTo>
                  <a:pt x="19762" y="13681"/>
                  <a:pt x="19762" y="13618"/>
                  <a:pt x="19762" y="13555"/>
                </a:cubicBezTo>
                <a:cubicBezTo>
                  <a:pt x="19762" y="13460"/>
                  <a:pt x="19762" y="13365"/>
                  <a:pt x="19762" y="13301"/>
                </a:cubicBezTo>
                <a:cubicBezTo>
                  <a:pt x="19762" y="13301"/>
                  <a:pt x="19762" y="13270"/>
                  <a:pt x="19762" y="13238"/>
                </a:cubicBezTo>
                <a:cubicBezTo>
                  <a:pt x="19762" y="13111"/>
                  <a:pt x="19762" y="12984"/>
                  <a:pt x="19762" y="12858"/>
                </a:cubicBezTo>
                <a:cubicBezTo>
                  <a:pt x="19762" y="12763"/>
                  <a:pt x="19762" y="12699"/>
                  <a:pt x="19794" y="12636"/>
                </a:cubicBezTo>
                <a:cubicBezTo>
                  <a:pt x="19825" y="12509"/>
                  <a:pt x="20016" y="12446"/>
                  <a:pt x="20142" y="12414"/>
                </a:cubicBezTo>
                <a:close/>
                <a:moveTo>
                  <a:pt x="21156" y="13681"/>
                </a:moveTo>
                <a:lnTo>
                  <a:pt x="21124" y="13713"/>
                </a:lnTo>
                <a:cubicBezTo>
                  <a:pt x="21092" y="13776"/>
                  <a:pt x="20997" y="13808"/>
                  <a:pt x="20966" y="13840"/>
                </a:cubicBezTo>
                <a:cubicBezTo>
                  <a:pt x="20966" y="13808"/>
                  <a:pt x="20966" y="13808"/>
                  <a:pt x="20966" y="13776"/>
                </a:cubicBezTo>
                <a:lnTo>
                  <a:pt x="20997" y="13776"/>
                </a:lnTo>
                <a:cubicBezTo>
                  <a:pt x="21029" y="13745"/>
                  <a:pt x="21092" y="13713"/>
                  <a:pt x="21156" y="13681"/>
                </a:cubicBezTo>
                <a:close/>
                <a:moveTo>
                  <a:pt x="46079" y="12509"/>
                </a:moveTo>
                <a:cubicBezTo>
                  <a:pt x="46111" y="12541"/>
                  <a:pt x="46174" y="12636"/>
                  <a:pt x="46237" y="12763"/>
                </a:cubicBezTo>
                <a:cubicBezTo>
                  <a:pt x="46301" y="12858"/>
                  <a:pt x="46364" y="12984"/>
                  <a:pt x="46364" y="13048"/>
                </a:cubicBezTo>
                <a:cubicBezTo>
                  <a:pt x="46396" y="13143"/>
                  <a:pt x="46459" y="13175"/>
                  <a:pt x="46523" y="13175"/>
                </a:cubicBezTo>
                <a:cubicBezTo>
                  <a:pt x="46618" y="13175"/>
                  <a:pt x="46681" y="13143"/>
                  <a:pt x="46713" y="13111"/>
                </a:cubicBezTo>
                <a:cubicBezTo>
                  <a:pt x="46776" y="13080"/>
                  <a:pt x="46808" y="13016"/>
                  <a:pt x="46839" y="13016"/>
                </a:cubicBezTo>
                <a:cubicBezTo>
                  <a:pt x="46934" y="12953"/>
                  <a:pt x="47061" y="12794"/>
                  <a:pt x="47093" y="12636"/>
                </a:cubicBezTo>
                <a:cubicBezTo>
                  <a:pt x="47093" y="12604"/>
                  <a:pt x="47093" y="12573"/>
                  <a:pt x="47156" y="12573"/>
                </a:cubicBezTo>
                <a:cubicBezTo>
                  <a:pt x="47188" y="12541"/>
                  <a:pt x="47219" y="12541"/>
                  <a:pt x="47283" y="12509"/>
                </a:cubicBezTo>
                <a:lnTo>
                  <a:pt x="47283" y="12509"/>
                </a:lnTo>
                <a:cubicBezTo>
                  <a:pt x="47251" y="12541"/>
                  <a:pt x="47219" y="12541"/>
                  <a:pt x="47219" y="12541"/>
                </a:cubicBezTo>
                <a:cubicBezTo>
                  <a:pt x="47188" y="12573"/>
                  <a:pt x="47156" y="12573"/>
                  <a:pt x="47124" y="12604"/>
                </a:cubicBezTo>
                <a:cubicBezTo>
                  <a:pt x="47124" y="12636"/>
                  <a:pt x="47093" y="12668"/>
                  <a:pt x="47093" y="12699"/>
                </a:cubicBezTo>
                <a:cubicBezTo>
                  <a:pt x="47093" y="12794"/>
                  <a:pt x="47156" y="12858"/>
                  <a:pt x="47188" y="12889"/>
                </a:cubicBezTo>
                <a:cubicBezTo>
                  <a:pt x="47251" y="12921"/>
                  <a:pt x="47314" y="12953"/>
                  <a:pt x="47378" y="12984"/>
                </a:cubicBezTo>
                <a:cubicBezTo>
                  <a:pt x="47568" y="13080"/>
                  <a:pt x="47789" y="13333"/>
                  <a:pt x="48043" y="13523"/>
                </a:cubicBezTo>
                <a:cubicBezTo>
                  <a:pt x="48169" y="13586"/>
                  <a:pt x="48233" y="13745"/>
                  <a:pt x="48233" y="13808"/>
                </a:cubicBezTo>
                <a:cubicBezTo>
                  <a:pt x="48233" y="13871"/>
                  <a:pt x="48201" y="13871"/>
                  <a:pt x="48201" y="13871"/>
                </a:cubicBezTo>
                <a:cubicBezTo>
                  <a:pt x="48106" y="13935"/>
                  <a:pt x="47758" y="13966"/>
                  <a:pt x="47568" y="13966"/>
                </a:cubicBezTo>
                <a:cubicBezTo>
                  <a:pt x="47536" y="13966"/>
                  <a:pt x="47504" y="13966"/>
                  <a:pt x="47473" y="13935"/>
                </a:cubicBezTo>
                <a:cubicBezTo>
                  <a:pt x="47346" y="13935"/>
                  <a:pt x="47124" y="13713"/>
                  <a:pt x="46839" y="13650"/>
                </a:cubicBezTo>
                <a:lnTo>
                  <a:pt x="46618" y="13650"/>
                </a:lnTo>
                <a:cubicBezTo>
                  <a:pt x="46428" y="13650"/>
                  <a:pt x="46206" y="13681"/>
                  <a:pt x="46111" y="13871"/>
                </a:cubicBezTo>
                <a:cubicBezTo>
                  <a:pt x="46111" y="13894"/>
                  <a:pt x="46063" y="13916"/>
                  <a:pt x="45991" y="13916"/>
                </a:cubicBezTo>
                <a:cubicBezTo>
                  <a:pt x="45961" y="13916"/>
                  <a:pt x="45926" y="13912"/>
                  <a:pt x="45889" y="13903"/>
                </a:cubicBezTo>
                <a:lnTo>
                  <a:pt x="45604" y="13903"/>
                </a:lnTo>
                <a:cubicBezTo>
                  <a:pt x="45509" y="13903"/>
                  <a:pt x="45446" y="13966"/>
                  <a:pt x="45382" y="13998"/>
                </a:cubicBezTo>
                <a:cubicBezTo>
                  <a:pt x="45382" y="13935"/>
                  <a:pt x="45382" y="13871"/>
                  <a:pt x="45382" y="13808"/>
                </a:cubicBezTo>
                <a:cubicBezTo>
                  <a:pt x="45382" y="13745"/>
                  <a:pt x="45382" y="13650"/>
                  <a:pt x="45287" y="13586"/>
                </a:cubicBezTo>
                <a:cubicBezTo>
                  <a:pt x="45319" y="13523"/>
                  <a:pt x="45382" y="13365"/>
                  <a:pt x="45446" y="13333"/>
                </a:cubicBezTo>
                <a:cubicBezTo>
                  <a:pt x="45604" y="13206"/>
                  <a:pt x="45731" y="12953"/>
                  <a:pt x="45826" y="12699"/>
                </a:cubicBezTo>
                <a:cubicBezTo>
                  <a:pt x="45921" y="12541"/>
                  <a:pt x="45984" y="12509"/>
                  <a:pt x="46047" y="12509"/>
                </a:cubicBezTo>
                <a:close/>
                <a:moveTo>
                  <a:pt x="41899" y="12858"/>
                </a:moveTo>
                <a:cubicBezTo>
                  <a:pt x="41930" y="12858"/>
                  <a:pt x="42057" y="12921"/>
                  <a:pt x="42152" y="13048"/>
                </a:cubicBezTo>
                <a:cubicBezTo>
                  <a:pt x="42311" y="13238"/>
                  <a:pt x="42691" y="13523"/>
                  <a:pt x="42817" y="13650"/>
                </a:cubicBezTo>
                <a:cubicBezTo>
                  <a:pt x="42976" y="13871"/>
                  <a:pt x="43166" y="13935"/>
                  <a:pt x="43197" y="14093"/>
                </a:cubicBezTo>
                <a:cubicBezTo>
                  <a:pt x="43197" y="14125"/>
                  <a:pt x="43197" y="14156"/>
                  <a:pt x="43197" y="14156"/>
                </a:cubicBezTo>
                <a:cubicBezTo>
                  <a:pt x="43197" y="14156"/>
                  <a:pt x="42849" y="13871"/>
                  <a:pt x="42691" y="13776"/>
                </a:cubicBezTo>
                <a:cubicBezTo>
                  <a:pt x="42564" y="13713"/>
                  <a:pt x="42342" y="13555"/>
                  <a:pt x="42247" y="13365"/>
                </a:cubicBezTo>
                <a:cubicBezTo>
                  <a:pt x="42184" y="13206"/>
                  <a:pt x="42089" y="13111"/>
                  <a:pt x="41994" y="13048"/>
                </a:cubicBezTo>
                <a:cubicBezTo>
                  <a:pt x="41930" y="12984"/>
                  <a:pt x="41899" y="12953"/>
                  <a:pt x="41899" y="12889"/>
                </a:cubicBezTo>
                <a:cubicBezTo>
                  <a:pt x="41899" y="12858"/>
                  <a:pt x="41899" y="12858"/>
                  <a:pt x="41899" y="12858"/>
                </a:cubicBezTo>
                <a:close/>
                <a:moveTo>
                  <a:pt x="39714" y="14156"/>
                </a:moveTo>
                <a:cubicBezTo>
                  <a:pt x="39619" y="14156"/>
                  <a:pt x="39555" y="14251"/>
                  <a:pt x="39492" y="14346"/>
                </a:cubicBezTo>
                <a:cubicBezTo>
                  <a:pt x="39492" y="14378"/>
                  <a:pt x="39492" y="14410"/>
                  <a:pt x="39492" y="14441"/>
                </a:cubicBezTo>
                <a:cubicBezTo>
                  <a:pt x="39492" y="14505"/>
                  <a:pt x="39524" y="14536"/>
                  <a:pt x="39555" y="14568"/>
                </a:cubicBezTo>
                <a:cubicBezTo>
                  <a:pt x="39587" y="14600"/>
                  <a:pt x="39619" y="14600"/>
                  <a:pt x="39650" y="14600"/>
                </a:cubicBezTo>
                <a:cubicBezTo>
                  <a:pt x="39714" y="14600"/>
                  <a:pt x="39809" y="14568"/>
                  <a:pt x="39872" y="14473"/>
                </a:cubicBezTo>
                <a:cubicBezTo>
                  <a:pt x="39872" y="14441"/>
                  <a:pt x="39872" y="14410"/>
                  <a:pt x="39872" y="14378"/>
                </a:cubicBezTo>
                <a:cubicBezTo>
                  <a:pt x="39872" y="14315"/>
                  <a:pt x="39872" y="14283"/>
                  <a:pt x="39840" y="14251"/>
                </a:cubicBezTo>
                <a:cubicBezTo>
                  <a:pt x="39840" y="14188"/>
                  <a:pt x="39777" y="14156"/>
                  <a:pt x="39714" y="14156"/>
                </a:cubicBezTo>
                <a:close/>
                <a:moveTo>
                  <a:pt x="41012" y="13903"/>
                </a:moveTo>
                <a:cubicBezTo>
                  <a:pt x="40917" y="13903"/>
                  <a:pt x="40822" y="13966"/>
                  <a:pt x="40790" y="14061"/>
                </a:cubicBezTo>
                <a:cubicBezTo>
                  <a:pt x="40727" y="14156"/>
                  <a:pt x="40727" y="14220"/>
                  <a:pt x="40727" y="14346"/>
                </a:cubicBezTo>
                <a:cubicBezTo>
                  <a:pt x="40727" y="14410"/>
                  <a:pt x="40727" y="14505"/>
                  <a:pt x="40790" y="14568"/>
                </a:cubicBezTo>
                <a:cubicBezTo>
                  <a:pt x="40854" y="14631"/>
                  <a:pt x="40917" y="14695"/>
                  <a:pt x="41012" y="14695"/>
                </a:cubicBezTo>
                <a:cubicBezTo>
                  <a:pt x="41107" y="14663"/>
                  <a:pt x="41202" y="14600"/>
                  <a:pt x="41265" y="14473"/>
                </a:cubicBezTo>
                <a:cubicBezTo>
                  <a:pt x="41297" y="14441"/>
                  <a:pt x="41297" y="14378"/>
                  <a:pt x="41297" y="14315"/>
                </a:cubicBezTo>
                <a:cubicBezTo>
                  <a:pt x="41297" y="14220"/>
                  <a:pt x="41265" y="14125"/>
                  <a:pt x="41202" y="14030"/>
                </a:cubicBezTo>
                <a:cubicBezTo>
                  <a:pt x="41170" y="13966"/>
                  <a:pt x="41107" y="13903"/>
                  <a:pt x="41012" y="13903"/>
                </a:cubicBezTo>
                <a:close/>
                <a:moveTo>
                  <a:pt x="50544" y="12256"/>
                </a:moveTo>
                <a:cubicBezTo>
                  <a:pt x="50576" y="12256"/>
                  <a:pt x="50671" y="12256"/>
                  <a:pt x="50734" y="12288"/>
                </a:cubicBezTo>
                <a:cubicBezTo>
                  <a:pt x="50830" y="12319"/>
                  <a:pt x="50893" y="12383"/>
                  <a:pt x="50893" y="12414"/>
                </a:cubicBezTo>
                <a:cubicBezTo>
                  <a:pt x="50925" y="12478"/>
                  <a:pt x="50988" y="12573"/>
                  <a:pt x="51020" y="12636"/>
                </a:cubicBezTo>
                <a:cubicBezTo>
                  <a:pt x="51051" y="12668"/>
                  <a:pt x="51083" y="12699"/>
                  <a:pt x="51083" y="12731"/>
                </a:cubicBezTo>
                <a:cubicBezTo>
                  <a:pt x="51060" y="12754"/>
                  <a:pt x="51006" y="12776"/>
                  <a:pt x="50954" y="12776"/>
                </a:cubicBezTo>
                <a:cubicBezTo>
                  <a:pt x="50933" y="12776"/>
                  <a:pt x="50911" y="12772"/>
                  <a:pt x="50893" y="12763"/>
                </a:cubicBezTo>
                <a:cubicBezTo>
                  <a:pt x="50798" y="12763"/>
                  <a:pt x="50734" y="12763"/>
                  <a:pt x="50734" y="12731"/>
                </a:cubicBezTo>
                <a:cubicBezTo>
                  <a:pt x="50671" y="12668"/>
                  <a:pt x="50608" y="12636"/>
                  <a:pt x="50544" y="12636"/>
                </a:cubicBezTo>
                <a:cubicBezTo>
                  <a:pt x="50354" y="12636"/>
                  <a:pt x="50164" y="12826"/>
                  <a:pt x="50164" y="13080"/>
                </a:cubicBezTo>
                <a:cubicBezTo>
                  <a:pt x="50164" y="13111"/>
                  <a:pt x="50164" y="13111"/>
                  <a:pt x="50164" y="13143"/>
                </a:cubicBezTo>
                <a:cubicBezTo>
                  <a:pt x="50164" y="13206"/>
                  <a:pt x="50164" y="13238"/>
                  <a:pt x="50164" y="13270"/>
                </a:cubicBezTo>
                <a:cubicBezTo>
                  <a:pt x="50188" y="13316"/>
                  <a:pt x="50228" y="13345"/>
                  <a:pt x="50260" y="13345"/>
                </a:cubicBezTo>
                <a:cubicBezTo>
                  <a:pt x="50272" y="13345"/>
                  <a:pt x="50283" y="13341"/>
                  <a:pt x="50291" y="13333"/>
                </a:cubicBezTo>
                <a:lnTo>
                  <a:pt x="50386" y="13333"/>
                </a:lnTo>
                <a:cubicBezTo>
                  <a:pt x="50449" y="13396"/>
                  <a:pt x="50513" y="13523"/>
                  <a:pt x="50576" y="13713"/>
                </a:cubicBezTo>
                <a:cubicBezTo>
                  <a:pt x="50639" y="13808"/>
                  <a:pt x="50734" y="13840"/>
                  <a:pt x="50766" y="13871"/>
                </a:cubicBezTo>
                <a:cubicBezTo>
                  <a:pt x="50830" y="13871"/>
                  <a:pt x="50861" y="13903"/>
                  <a:pt x="50893" y="13903"/>
                </a:cubicBezTo>
                <a:cubicBezTo>
                  <a:pt x="50861" y="13935"/>
                  <a:pt x="50830" y="13966"/>
                  <a:pt x="50830" y="13998"/>
                </a:cubicBezTo>
                <a:cubicBezTo>
                  <a:pt x="50766" y="14030"/>
                  <a:pt x="50734" y="14093"/>
                  <a:pt x="50734" y="14188"/>
                </a:cubicBezTo>
                <a:cubicBezTo>
                  <a:pt x="50734" y="14251"/>
                  <a:pt x="50766" y="14315"/>
                  <a:pt x="50798" y="14346"/>
                </a:cubicBezTo>
                <a:cubicBezTo>
                  <a:pt x="50830" y="14378"/>
                  <a:pt x="50893" y="14568"/>
                  <a:pt x="50925" y="14726"/>
                </a:cubicBezTo>
                <a:cubicBezTo>
                  <a:pt x="50988" y="14916"/>
                  <a:pt x="50988" y="15075"/>
                  <a:pt x="51020" y="15138"/>
                </a:cubicBezTo>
                <a:cubicBezTo>
                  <a:pt x="50988" y="15170"/>
                  <a:pt x="50925" y="15201"/>
                  <a:pt x="50861" y="15201"/>
                </a:cubicBezTo>
                <a:cubicBezTo>
                  <a:pt x="50766" y="15233"/>
                  <a:pt x="50671" y="15233"/>
                  <a:pt x="50608" y="15233"/>
                </a:cubicBezTo>
                <a:lnTo>
                  <a:pt x="50576" y="15233"/>
                </a:lnTo>
                <a:cubicBezTo>
                  <a:pt x="50481" y="15233"/>
                  <a:pt x="50069" y="15043"/>
                  <a:pt x="49943" y="15011"/>
                </a:cubicBezTo>
                <a:cubicBezTo>
                  <a:pt x="49911" y="14980"/>
                  <a:pt x="49848" y="14790"/>
                  <a:pt x="49879" y="14695"/>
                </a:cubicBezTo>
                <a:cubicBezTo>
                  <a:pt x="49879" y="14631"/>
                  <a:pt x="49879" y="14600"/>
                  <a:pt x="49879" y="14568"/>
                </a:cubicBezTo>
                <a:cubicBezTo>
                  <a:pt x="49879" y="14600"/>
                  <a:pt x="49911" y="14600"/>
                  <a:pt x="49911" y="14600"/>
                </a:cubicBezTo>
                <a:cubicBezTo>
                  <a:pt x="50006" y="14600"/>
                  <a:pt x="50069" y="14568"/>
                  <a:pt x="50133" y="14505"/>
                </a:cubicBezTo>
                <a:cubicBezTo>
                  <a:pt x="50196" y="14441"/>
                  <a:pt x="50259" y="14378"/>
                  <a:pt x="50323" y="14283"/>
                </a:cubicBezTo>
                <a:cubicBezTo>
                  <a:pt x="50386" y="14220"/>
                  <a:pt x="50418" y="14188"/>
                  <a:pt x="50418" y="14125"/>
                </a:cubicBezTo>
                <a:cubicBezTo>
                  <a:pt x="50418" y="14030"/>
                  <a:pt x="50354" y="13966"/>
                  <a:pt x="50323" y="13935"/>
                </a:cubicBezTo>
                <a:cubicBezTo>
                  <a:pt x="50164" y="13808"/>
                  <a:pt x="49943" y="13776"/>
                  <a:pt x="49879" y="13745"/>
                </a:cubicBezTo>
                <a:cubicBezTo>
                  <a:pt x="49848" y="13713"/>
                  <a:pt x="49753" y="13586"/>
                  <a:pt x="49658" y="13428"/>
                </a:cubicBezTo>
                <a:cubicBezTo>
                  <a:pt x="49563" y="13270"/>
                  <a:pt x="49499" y="13111"/>
                  <a:pt x="49436" y="13048"/>
                </a:cubicBezTo>
                <a:cubicBezTo>
                  <a:pt x="49436" y="13016"/>
                  <a:pt x="49404" y="12984"/>
                  <a:pt x="49404" y="12921"/>
                </a:cubicBezTo>
                <a:cubicBezTo>
                  <a:pt x="49404" y="12826"/>
                  <a:pt x="49468" y="12668"/>
                  <a:pt x="49626" y="12541"/>
                </a:cubicBezTo>
                <a:lnTo>
                  <a:pt x="49658" y="12541"/>
                </a:lnTo>
                <a:cubicBezTo>
                  <a:pt x="49721" y="12541"/>
                  <a:pt x="49848" y="12604"/>
                  <a:pt x="50006" y="12604"/>
                </a:cubicBezTo>
                <a:cubicBezTo>
                  <a:pt x="50069" y="12604"/>
                  <a:pt x="50133" y="12604"/>
                  <a:pt x="50196" y="12541"/>
                </a:cubicBezTo>
                <a:cubicBezTo>
                  <a:pt x="50323" y="12446"/>
                  <a:pt x="50481" y="12288"/>
                  <a:pt x="50544" y="12256"/>
                </a:cubicBezTo>
                <a:close/>
                <a:moveTo>
                  <a:pt x="41962" y="14663"/>
                </a:moveTo>
                <a:cubicBezTo>
                  <a:pt x="41899" y="14663"/>
                  <a:pt x="41835" y="14695"/>
                  <a:pt x="41772" y="14726"/>
                </a:cubicBezTo>
                <a:cubicBezTo>
                  <a:pt x="41740" y="14758"/>
                  <a:pt x="41709" y="14790"/>
                  <a:pt x="41709" y="14853"/>
                </a:cubicBezTo>
                <a:cubicBezTo>
                  <a:pt x="41709" y="14948"/>
                  <a:pt x="41772" y="14980"/>
                  <a:pt x="41835" y="15043"/>
                </a:cubicBezTo>
                <a:cubicBezTo>
                  <a:pt x="41867" y="15106"/>
                  <a:pt x="41930" y="15138"/>
                  <a:pt x="41994" y="15170"/>
                </a:cubicBezTo>
                <a:cubicBezTo>
                  <a:pt x="42026" y="15170"/>
                  <a:pt x="42057" y="15233"/>
                  <a:pt x="42089" y="15265"/>
                </a:cubicBezTo>
                <a:cubicBezTo>
                  <a:pt x="42152" y="15328"/>
                  <a:pt x="42184" y="15360"/>
                  <a:pt x="42247" y="15391"/>
                </a:cubicBezTo>
                <a:cubicBezTo>
                  <a:pt x="42279" y="15423"/>
                  <a:pt x="42311" y="15423"/>
                  <a:pt x="42342" y="15423"/>
                </a:cubicBezTo>
                <a:cubicBezTo>
                  <a:pt x="42406" y="15423"/>
                  <a:pt x="42469" y="15391"/>
                  <a:pt x="42532" y="15360"/>
                </a:cubicBezTo>
                <a:cubicBezTo>
                  <a:pt x="42596" y="15328"/>
                  <a:pt x="42627" y="15233"/>
                  <a:pt x="42627" y="15138"/>
                </a:cubicBezTo>
                <a:cubicBezTo>
                  <a:pt x="42627" y="15106"/>
                  <a:pt x="42627" y="15075"/>
                  <a:pt x="42627" y="15011"/>
                </a:cubicBezTo>
                <a:cubicBezTo>
                  <a:pt x="42532" y="14726"/>
                  <a:pt x="42279" y="14695"/>
                  <a:pt x="42216" y="14695"/>
                </a:cubicBezTo>
                <a:cubicBezTo>
                  <a:pt x="42216" y="14695"/>
                  <a:pt x="42089" y="14663"/>
                  <a:pt x="41962" y="14663"/>
                </a:cubicBezTo>
                <a:close/>
                <a:moveTo>
                  <a:pt x="41044" y="13270"/>
                </a:moveTo>
                <a:cubicBezTo>
                  <a:pt x="41075" y="13270"/>
                  <a:pt x="41139" y="13301"/>
                  <a:pt x="41170" y="13333"/>
                </a:cubicBezTo>
                <a:cubicBezTo>
                  <a:pt x="41202" y="13333"/>
                  <a:pt x="41234" y="13365"/>
                  <a:pt x="41234" y="13396"/>
                </a:cubicBezTo>
                <a:cubicBezTo>
                  <a:pt x="41265" y="13555"/>
                  <a:pt x="41360" y="13681"/>
                  <a:pt x="41455" y="13808"/>
                </a:cubicBezTo>
                <a:cubicBezTo>
                  <a:pt x="41550" y="13903"/>
                  <a:pt x="41677" y="13998"/>
                  <a:pt x="41709" y="14030"/>
                </a:cubicBezTo>
                <a:cubicBezTo>
                  <a:pt x="41772" y="14061"/>
                  <a:pt x="41899" y="14093"/>
                  <a:pt x="42057" y="14188"/>
                </a:cubicBezTo>
                <a:cubicBezTo>
                  <a:pt x="42121" y="14220"/>
                  <a:pt x="42184" y="14251"/>
                  <a:pt x="42247" y="14251"/>
                </a:cubicBezTo>
                <a:cubicBezTo>
                  <a:pt x="42311" y="14283"/>
                  <a:pt x="42342" y="14315"/>
                  <a:pt x="42342" y="14315"/>
                </a:cubicBezTo>
                <a:cubicBezTo>
                  <a:pt x="42374" y="14346"/>
                  <a:pt x="42501" y="14568"/>
                  <a:pt x="42532" y="14758"/>
                </a:cubicBezTo>
                <a:cubicBezTo>
                  <a:pt x="42564" y="14853"/>
                  <a:pt x="42627" y="14980"/>
                  <a:pt x="42722" y="14980"/>
                </a:cubicBezTo>
                <a:cubicBezTo>
                  <a:pt x="42849" y="14980"/>
                  <a:pt x="42912" y="14853"/>
                  <a:pt x="42912" y="14758"/>
                </a:cubicBezTo>
                <a:lnTo>
                  <a:pt x="42912" y="14695"/>
                </a:lnTo>
                <a:cubicBezTo>
                  <a:pt x="42912" y="14600"/>
                  <a:pt x="42881" y="14473"/>
                  <a:pt x="42881" y="14410"/>
                </a:cubicBezTo>
                <a:lnTo>
                  <a:pt x="42912" y="14410"/>
                </a:lnTo>
                <a:cubicBezTo>
                  <a:pt x="43071" y="14410"/>
                  <a:pt x="43166" y="14346"/>
                  <a:pt x="43166" y="14346"/>
                </a:cubicBezTo>
                <a:cubicBezTo>
                  <a:pt x="43197" y="14315"/>
                  <a:pt x="43229" y="14283"/>
                  <a:pt x="43229" y="14251"/>
                </a:cubicBezTo>
                <a:cubicBezTo>
                  <a:pt x="43324" y="14441"/>
                  <a:pt x="43419" y="14600"/>
                  <a:pt x="43451" y="14663"/>
                </a:cubicBezTo>
                <a:cubicBezTo>
                  <a:pt x="43482" y="14695"/>
                  <a:pt x="43546" y="14853"/>
                  <a:pt x="43609" y="15011"/>
                </a:cubicBezTo>
                <a:cubicBezTo>
                  <a:pt x="43672" y="15170"/>
                  <a:pt x="43736" y="15328"/>
                  <a:pt x="43767" y="15423"/>
                </a:cubicBezTo>
                <a:cubicBezTo>
                  <a:pt x="43799" y="15486"/>
                  <a:pt x="43862" y="15518"/>
                  <a:pt x="43926" y="15518"/>
                </a:cubicBezTo>
                <a:cubicBezTo>
                  <a:pt x="44052" y="15518"/>
                  <a:pt x="44179" y="15391"/>
                  <a:pt x="44242" y="15328"/>
                </a:cubicBezTo>
                <a:cubicBezTo>
                  <a:pt x="44274" y="15296"/>
                  <a:pt x="44337" y="15233"/>
                  <a:pt x="44432" y="15201"/>
                </a:cubicBezTo>
                <a:cubicBezTo>
                  <a:pt x="44496" y="15138"/>
                  <a:pt x="44559" y="15043"/>
                  <a:pt x="44559" y="14916"/>
                </a:cubicBezTo>
                <a:lnTo>
                  <a:pt x="44559" y="14885"/>
                </a:lnTo>
                <a:cubicBezTo>
                  <a:pt x="44559" y="14726"/>
                  <a:pt x="44496" y="14631"/>
                  <a:pt x="44401" y="14568"/>
                </a:cubicBezTo>
                <a:cubicBezTo>
                  <a:pt x="44369" y="14536"/>
                  <a:pt x="44337" y="14505"/>
                  <a:pt x="44306" y="14473"/>
                </a:cubicBezTo>
                <a:cubicBezTo>
                  <a:pt x="44306" y="14441"/>
                  <a:pt x="44337" y="14441"/>
                  <a:pt x="44369" y="14441"/>
                </a:cubicBezTo>
                <a:cubicBezTo>
                  <a:pt x="44401" y="14410"/>
                  <a:pt x="44464" y="14378"/>
                  <a:pt x="44527" y="14315"/>
                </a:cubicBezTo>
                <a:cubicBezTo>
                  <a:pt x="44591" y="14251"/>
                  <a:pt x="44686" y="14188"/>
                  <a:pt x="44717" y="14188"/>
                </a:cubicBezTo>
                <a:cubicBezTo>
                  <a:pt x="44717" y="14188"/>
                  <a:pt x="44749" y="14378"/>
                  <a:pt x="44749" y="14568"/>
                </a:cubicBezTo>
                <a:cubicBezTo>
                  <a:pt x="44749" y="14631"/>
                  <a:pt x="44749" y="14726"/>
                  <a:pt x="44749" y="14790"/>
                </a:cubicBezTo>
                <a:cubicBezTo>
                  <a:pt x="44749" y="14885"/>
                  <a:pt x="44749" y="14916"/>
                  <a:pt x="44781" y="14980"/>
                </a:cubicBezTo>
                <a:cubicBezTo>
                  <a:pt x="44812" y="15043"/>
                  <a:pt x="44844" y="15075"/>
                  <a:pt x="44876" y="15106"/>
                </a:cubicBezTo>
                <a:cubicBezTo>
                  <a:pt x="44971" y="15170"/>
                  <a:pt x="45034" y="15201"/>
                  <a:pt x="45129" y="15265"/>
                </a:cubicBezTo>
                <a:cubicBezTo>
                  <a:pt x="45192" y="15296"/>
                  <a:pt x="45256" y="15360"/>
                  <a:pt x="45256" y="15360"/>
                </a:cubicBezTo>
                <a:cubicBezTo>
                  <a:pt x="45382" y="15518"/>
                  <a:pt x="45541" y="15550"/>
                  <a:pt x="45699" y="15550"/>
                </a:cubicBezTo>
                <a:cubicBezTo>
                  <a:pt x="45762" y="15550"/>
                  <a:pt x="45794" y="15550"/>
                  <a:pt x="45857" y="15486"/>
                </a:cubicBezTo>
                <a:lnTo>
                  <a:pt x="45889" y="15486"/>
                </a:lnTo>
                <a:cubicBezTo>
                  <a:pt x="45952" y="15486"/>
                  <a:pt x="46142" y="15581"/>
                  <a:pt x="46206" y="15581"/>
                </a:cubicBezTo>
                <a:lnTo>
                  <a:pt x="46269" y="15581"/>
                </a:lnTo>
                <a:cubicBezTo>
                  <a:pt x="46396" y="15581"/>
                  <a:pt x="46586" y="15518"/>
                  <a:pt x="46713" y="15486"/>
                </a:cubicBezTo>
                <a:cubicBezTo>
                  <a:pt x="46776" y="15455"/>
                  <a:pt x="46839" y="15423"/>
                  <a:pt x="46871" y="15423"/>
                </a:cubicBezTo>
                <a:lnTo>
                  <a:pt x="46871" y="15455"/>
                </a:lnTo>
                <a:lnTo>
                  <a:pt x="46871" y="15518"/>
                </a:lnTo>
                <a:cubicBezTo>
                  <a:pt x="46871" y="15803"/>
                  <a:pt x="46776" y="16278"/>
                  <a:pt x="46618" y="16500"/>
                </a:cubicBezTo>
                <a:cubicBezTo>
                  <a:pt x="46554" y="16626"/>
                  <a:pt x="46523" y="16721"/>
                  <a:pt x="46491" y="16785"/>
                </a:cubicBezTo>
                <a:cubicBezTo>
                  <a:pt x="46491" y="16816"/>
                  <a:pt x="46491" y="16816"/>
                  <a:pt x="46491" y="16816"/>
                </a:cubicBezTo>
                <a:lnTo>
                  <a:pt x="46428" y="16816"/>
                </a:lnTo>
                <a:cubicBezTo>
                  <a:pt x="46364" y="16816"/>
                  <a:pt x="46301" y="16816"/>
                  <a:pt x="46237" y="16848"/>
                </a:cubicBezTo>
                <a:cubicBezTo>
                  <a:pt x="46174" y="16753"/>
                  <a:pt x="46111" y="16658"/>
                  <a:pt x="45984" y="16658"/>
                </a:cubicBezTo>
                <a:cubicBezTo>
                  <a:pt x="45952" y="16658"/>
                  <a:pt x="45921" y="16658"/>
                  <a:pt x="45921" y="16690"/>
                </a:cubicBezTo>
                <a:cubicBezTo>
                  <a:pt x="45794" y="16721"/>
                  <a:pt x="45667" y="16721"/>
                  <a:pt x="45509" y="16785"/>
                </a:cubicBezTo>
                <a:cubicBezTo>
                  <a:pt x="45509" y="16785"/>
                  <a:pt x="45509" y="16753"/>
                  <a:pt x="45509" y="16753"/>
                </a:cubicBezTo>
                <a:cubicBezTo>
                  <a:pt x="45509" y="16721"/>
                  <a:pt x="45509" y="16690"/>
                  <a:pt x="45509" y="16658"/>
                </a:cubicBezTo>
                <a:cubicBezTo>
                  <a:pt x="45446" y="16595"/>
                  <a:pt x="45382" y="16563"/>
                  <a:pt x="45287" y="16563"/>
                </a:cubicBezTo>
                <a:cubicBezTo>
                  <a:pt x="45224" y="16531"/>
                  <a:pt x="45129" y="16531"/>
                  <a:pt x="45034" y="16531"/>
                </a:cubicBezTo>
                <a:lnTo>
                  <a:pt x="44654" y="16531"/>
                </a:lnTo>
                <a:cubicBezTo>
                  <a:pt x="44637" y="16534"/>
                  <a:pt x="44621" y="16535"/>
                  <a:pt x="44604" y="16535"/>
                </a:cubicBezTo>
                <a:cubicBezTo>
                  <a:pt x="44403" y="16535"/>
                  <a:pt x="44225" y="16368"/>
                  <a:pt x="44021" y="16310"/>
                </a:cubicBezTo>
                <a:cubicBezTo>
                  <a:pt x="43989" y="16310"/>
                  <a:pt x="43989" y="16278"/>
                  <a:pt x="43957" y="16278"/>
                </a:cubicBezTo>
                <a:cubicBezTo>
                  <a:pt x="43831" y="16310"/>
                  <a:pt x="43704" y="16373"/>
                  <a:pt x="43609" y="16468"/>
                </a:cubicBezTo>
                <a:cubicBezTo>
                  <a:pt x="43482" y="16595"/>
                  <a:pt x="43387" y="16721"/>
                  <a:pt x="43292" y="16816"/>
                </a:cubicBezTo>
                <a:cubicBezTo>
                  <a:pt x="43229" y="16911"/>
                  <a:pt x="43197" y="16911"/>
                  <a:pt x="43166" y="16911"/>
                </a:cubicBezTo>
                <a:cubicBezTo>
                  <a:pt x="43102" y="16911"/>
                  <a:pt x="43007" y="16880"/>
                  <a:pt x="42881" y="16848"/>
                </a:cubicBezTo>
                <a:cubicBezTo>
                  <a:pt x="42849" y="16848"/>
                  <a:pt x="42722" y="16785"/>
                  <a:pt x="42627" y="16721"/>
                </a:cubicBezTo>
                <a:cubicBezTo>
                  <a:pt x="42532" y="16658"/>
                  <a:pt x="42469" y="16563"/>
                  <a:pt x="42469" y="16563"/>
                </a:cubicBezTo>
                <a:lnTo>
                  <a:pt x="42437" y="16563"/>
                </a:lnTo>
                <a:cubicBezTo>
                  <a:pt x="42437" y="16563"/>
                  <a:pt x="42374" y="16500"/>
                  <a:pt x="42247" y="16468"/>
                </a:cubicBezTo>
                <a:cubicBezTo>
                  <a:pt x="42152" y="16436"/>
                  <a:pt x="42057" y="16373"/>
                  <a:pt x="41962" y="16373"/>
                </a:cubicBezTo>
                <a:cubicBezTo>
                  <a:pt x="41930" y="16373"/>
                  <a:pt x="41930" y="16373"/>
                  <a:pt x="41867" y="16341"/>
                </a:cubicBezTo>
                <a:cubicBezTo>
                  <a:pt x="41835" y="16310"/>
                  <a:pt x="41740" y="16246"/>
                  <a:pt x="41677" y="16183"/>
                </a:cubicBezTo>
                <a:cubicBezTo>
                  <a:pt x="41645" y="16151"/>
                  <a:pt x="41614" y="16120"/>
                  <a:pt x="41582" y="16088"/>
                </a:cubicBezTo>
                <a:cubicBezTo>
                  <a:pt x="41550" y="16088"/>
                  <a:pt x="41519" y="16056"/>
                  <a:pt x="41487" y="16056"/>
                </a:cubicBezTo>
                <a:cubicBezTo>
                  <a:pt x="41487" y="16056"/>
                  <a:pt x="41424" y="16025"/>
                  <a:pt x="41424" y="15993"/>
                </a:cubicBezTo>
                <a:cubicBezTo>
                  <a:pt x="41392" y="15993"/>
                  <a:pt x="41392" y="15961"/>
                  <a:pt x="41392" y="15930"/>
                </a:cubicBezTo>
                <a:lnTo>
                  <a:pt x="41519" y="15930"/>
                </a:lnTo>
                <a:cubicBezTo>
                  <a:pt x="41519" y="15930"/>
                  <a:pt x="41582" y="15898"/>
                  <a:pt x="41614" y="15866"/>
                </a:cubicBezTo>
                <a:cubicBezTo>
                  <a:pt x="41645" y="15803"/>
                  <a:pt x="41645" y="15771"/>
                  <a:pt x="41645" y="15708"/>
                </a:cubicBezTo>
                <a:cubicBezTo>
                  <a:pt x="41645" y="15645"/>
                  <a:pt x="41645" y="15550"/>
                  <a:pt x="41582" y="15391"/>
                </a:cubicBezTo>
                <a:cubicBezTo>
                  <a:pt x="41487" y="15043"/>
                  <a:pt x="41297" y="14885"/>
                  <a:pt x="41107" y="14885"/>
                </a:cubicBezTo>
                <a:cubicBezTo>
                  <a:pt x="40980" y="14885"/>
                  <a:pt x="40885" y="14948"/>
                  <a:pt x="40822" y="14980"/>
                </a:cubicBezTo>
                <a:lnTo>
                  <a:pt x="40790" y="14980"/>
                </a:lnTo>
                <a:cubicBezTo>
                  <a:pt x="40695" y="15011"/>
                  <a:pt x="40379" y="15011"/>
                  <a:pt x="40125" y="15011"/>
                </a:cubicBezTo>
                <a:lnTo>
                  <a:pt x="39714" y="15011"/>
                </a:lnTo>
                <a:cubicBezTo>
                  <a:pt x="39650" y="15011"/>
                  <a:pt x="39619" y="15043"/>
                  <a:pt x="39555" y="15075"/>
                </a:cubicBezTo>
                <a:cubicBezTo>
                  <a:pt x="39365" y="15138"/>
                  <a:pt x="39017" y="15296"/>
                  <a:pt x="38890" y="15360"/>
                </a:cubicBezTo>
                <a:cubicBezTo>
                  <a:pt x="38732" y="15455"/>
                  <a:pt x="38447" y="15581"/>
                  <a:pt x="38352" y="15645"/>
                </a:cubicBezTo>
                <a:lnTo>
                  <a:pt x="38320" y="15645"/>
                </a:lnTo>
                <a:cubicBezTo>
                  <a:pt x="38257" y="15645"/>
                  <a:pt x="38099" y="15581"/>
                  <a:pt x="37940" y="15581"/>
                </a:cubicBezTo>
                <a:cubicBezTo>
                  <a:pt x="37972" y="15550"/>
                  <a:pt x="38004" y="15518"/>
                  <a:pt x="38004" y="15455"/>
                </a:cubicBezTo>
                <a:lnTo>
                  <a:pt x="38035" y="15391"/>
                </a:lnTo>
                <a:cubicBezTo>
                  <a:pt x="38067" y="15423"/>
                  <a:pt x="38130" y="15423"/>
                  <a:pt x="38162" y="15423"/>
                </a:cubicBezTo>
                <a:cubicBezTo>
                  <a:pt x="38289" y="15423"/>
                  <a:pt x="38447" y="15360"/>
                  <a:pt x="38574" y="15360"/>
                </a:cubicBezTo>
                <a:cubicBezTo>
                  <a:pt x="38700" y="15328"/>
                  <a:pt x="38764" y="15233"/>
                  <a:pt x="38827" y="15138"/>
                </a:cubicBezTo>
                <a:cubicBezTo>
                  <a:pt x="38922" y="15075"/>
                  <a:pt x="38985" y="14980"/>
                  <a:pt x="39049" y="14948"/>
                </a:cubicBezTo>
                <a:cubicBezTo>
                  <a:pt x="39080" y="14916"/>
                  <a:pt x="39112" y="14885"/>
                  <a:pt x="39144" y="14853"/>
                </a:cubicBezTo>
                <a:cubicBezTo>
                  <a:pt x="39144" y="14821"/>
                  <a:pt x="39175" y="14790"/>
                  <a:pt x="39175" y="14726"/>
                </a:cubicBezTo>
                <a:cubicBezTo>
                  <a:pt x="39175" y="14663"/>
                  <a:pt x="39144" y="14631"/>
                  <a:pt x="39144" y="14631"/>
                </a:cubicBezTo>
                <a:cubicBezTo>
                  <a:pt x="39112" y="14600"/>
                  <a:pt x="39112" y="14568"/>
                  <a:pt x="39080" y="14536"/>
                </a:cubicBezTo>
                <a:cubicBezTo>
                  <a:pt x="39080" y="14536"/>
                  <a:pt x="39112" y="14473"/>
                  <a:pt x="39175" y="14410"/>
                </a:cubicBezTo>
                <a:cubicBezTo>
                  <a:pt x="39239" y="14346"/>
                  <a:pt x="39302" y="14251"/>
                  <a:pt x="39365" y="14156"/>
                </a:cubicBezTo>
                <a:cubicBezTo>
                  <a:pt x="39397" y="14125"/>
                  <a:pt x="39460" y="14125"/>
                  <a:pt x="39555" y="14093"/>
                </a:cubicBezTo>
                <a:cubicBezTo>
                  <a:pt x="39587" y="14093"/>
                  <a:pt x="39650" y="14093"/>
                  <a:pt x="39714" y="14061"/>
                </a:cubicBezTo>
                <a:cubicBezTo>
                  <a:pt x="39745" y="14030"/>
                  <a:pt x="39809" y="13998"/>
                  <a:pt x="39840" y="13903"/>
                </a:cubicBezTo>
                <a:cubicBezTo>
                  <a:pt x="39872" y="13808"/>
                  <a:pt x="39872" y="13681"/>
                  <a:pt x="39904" y="13586"/>
                </a:cubicBezTo>
                <a:cubicBezTo>
                  <a:pt x="39904" y="13523"/>
                  <a:pt x="39935" y="13491"/>
                  <a:pt x="39935" y="13491"/>
                </a:cubicBezTo>
                <a:lnTo>
                  <a:pt x="39935" y="13460"/>
                </a:lnTo>
                <a:cubicBezTo>
                  <a:pt x="40062" y="13491"/>
                  <a:pt x="40284" y="13618"/>
                  <a:pt x="40442" y="13618"/>
                </a:cubicBezTo>
                <a:cubicBezTo>
                  <a:pt x="40569" y="13618"/>
                  <a:pt x="40664" y="13523"/>
                  <a:pt x="40759" y="13460"/>
                </a:cubicBezTo>
                <a:cubicBezTo>
                  <a:pt x="40885" y="13396"/>
                  <a:pt x="40980" y="13301"/>
                  <a:pt x="40980" y="13301"/>
                </a:cubicBezTo>
                <a:cubicBezTo>
                  <a:pt x="40980" y="13301"/>
                  <a:pt x="41012" y="13270"/>
                  <a:pt x="41044" y="13270"/>
                </a:cubicBezTo>
                <a:close/>
                <a:moveTo>
                  <a:pt x="70591" y="12794"/>
                </a:moveTo>
                <a:cubicBezTo>
                  <a:pt x="70464" y="12826"/>
                  <a:pt x="70401" y="12921"/>
                  <a:pt x="70369" y="13016"/>
                </a:cubicBezTo>
                <a:cubicBezTo>
                  <a:pt x="70338" y="13111"/>
                  <a:pt x="70338" y="13175"/>
                  <a:pt x="70338" y="13206"/>
                </a:cubicBezTo>
                <a:cubicBezTo>
                  <a:pt x="70306" y="13238"/>
                  <a:pt x="70211" y="13270"/>
                  <a:pt x="70148" y="13333"/>
                </a:cubicBezTo>
                <a:cubicBezTo>
                  <a:pt x="70053" y="13396"/>
                  <a:pt x="69958" y="13428"/>
                  <a:pt x="69926" y="13586"/>
                </a:cubicBezTo>
                <a:cubicBezTo>
                  <a:pt x="69926" y="13650"/>
                  <a:pt x="69958" y="13713"/>
                  <a:pt x="69989" y="13745"/>
                </a:cubicBezTo>
                <a:cubicBezTo>
                  <a:pt x="70021" y="13776"/>
                  <a:pt x="70053" y="13808"/>
                  <a:pt x="70084" y="13808"/>
                </a:cubicBezTo>
                <a:cubicBezTo>
                  <a:pt x="69989" y="13935"/>
                  <a:pt x="69989" y="14061"/>
                  <a:pt x="69989" y="14188"/>
                </a:cubicBezTo>
                <a:cubicBezTo>
                  <a:pt x="69989" y="14346"/>
                  <a:pt x="69958" y="14505"/>
                  <a:pt x="69926" y="14631"/>
                </a:cubicBezTo>
                <a:cubicBezTo>
                  <a:pt x="69863" y="14758"/>
                  <a:pt x="69799" y="14916"/>
                  <a:pt x="69768" y="15011"/>
                </a:cubicBezTo>
                <a:cubicBezTo>
                  <a:pt x="69736" y="15043"/>
                  <a:pt x="69736" y="15106"/>
                  <a:pt x="69704" y="15106"/>
                </a:cubicBezTo>
                <a:cubicBezTo>
                  <a:pt x="69704" y="15106"/>
                  <a:pt x="69704" y="15138"/>
                  <a:pt x="69704" y="15138"/>
                </a:cubicBezTo>
                <a:cubicBezTo>
                  <a:pt x="69673" y="15138"/>
                  <a:pt x="69641" y="15138"/>
                  <a:pt x="69578" y="15170"/>
                </a:cubicBezTo>
                <a:cubicBezTo>
                  <a:pt x="69419" y="15233"/>
                  <a:pt x="69198" y="15360"/>
                  <a:pt x="69071" y="15486"/>
                </a:cubicBezTo>
                <a:cubicBezTo>
                  <a:pt x="69071" y="15486"/>
                  <a:pt x="69039" y="15518"/>
                  <a:pt x="69008" y="15518"/>
                </a:cubicBezTo>
                <a:cubicBezTo>
                  <a:pt x="68881" y="15518"/>
                  <a:pt x="68659" y="15423"/>
                  <a:pt x="68501" y="15423"/>
                </a:cubicBezTo>
                <a:cubicBezTo>
                  <a:pt x="68438" y="15423"/>
                  <a:pt x="68374" y="15423"/>
                  <a:pt x="68311" y="15518"/>
                </a:cubicBezTo>
                <a:cubicBezTo>
                  <a:pt x="68247" y="15613"/>
                  <a:pt x="68121" y="15740"/>
                  <a:pt x="68026" y="15835"/>
                </a:cubicBezTo>
                <a:cubicBezTo>
                  <a:pt x="68026" y="15866"/>
                  <a:pt x="67962" y="15866"/>
                  <a:pt x="67867" y="15898"/>
                </a:cubicBezTo>
                <a:cubicBezTo>
                  <a:pt x="67804" y="15930"/>
                  <a:pt x="67677" y="16025"/>
                  <a:pt x="67677" y="16183"/>
                </a:cubicBezTo>
                <a:cubicBezTo>
                  <a:pt x="67677" y="16215"/>
                  <a:pt x="67677" y="16246"/>
                  <a:pt x="67677" y="16278"/>
                </a:cubicBezTo>
                <a:cubicBezTo>
                  <a:pt x="67709" y="16436"/>
                  <a:pt x="67772" y="16563"/>
                  <a:pt x="67836" y="16690"/>
                </a:cubicBezTo>
                <a:cubicBezTo>
                  <a:pt x="67899" y="16785"/>
                  <a:pt x="67962" y="16911"/>
                  <a:pt x="68089" y="16911"/>
                </a:cubicBezTo>
                <a:cubicBezTo>
                  <a:pt x="68184" y="16911"/>
                  <a:pt x="68247" y="16880"/>
                  <a:pt x="68343" y="16785"/>
                </a:cubicBezTo>
                <a:cubicBezTo>
                  <a:pt x="68406" y="16721"/>
                  <a:pt x="68438" y="16595"/>
                  <a:pt x="68438" y="16436"/>
                </a:cubicBezTo>
                <a:cubicBezTo>
                  <a:pt x="68469" y="16436"/>
                  <a:pt x="68501" y="16436"/>
                  <a:pt x="68533" y="16468"/>
                </a:cubicBezTo>
                <a:cubicBezTo>
                  <a:pt x="68596" y="16500"/>
                  <a:pt x="68659" y="16531"/>
                  <a:pt x="68723" y="16531"/>
                </a:cubicBezTo>
                <a:lnTo>
                  <a:pt x="68754" y="16531"/>
                </a:lnTo>
                <a:cubicBezTo>
                  <a:pt x="68913" y="16500"/>
                  <a:pt x="68976" y="16373"/>
                  <a:pt x="69039" y="16246"/>
                </a:cubicBezTo>
                <a:cubicBezTo>
                  <a:pt x="69071" y="16278"/>
                  <a:pt x="69103" y="16278"/>
                  <a:pt x="69134" y="16310"/>
                </a:cubicBezTo>
                <a:lnTo>
                  <a:pt x="69261" y="16310"/>
                </a:lnTo>
                <a:cubicBezTo>
                  <a:pt x="69356" y="16310"/>
                  <a:pt x="69451" y="16278"/>
                  <a:pt x="69483" y="16183"/>
                </a:cubicBezTo>
                <a:cubicBezTo>
                  <a:pt x="69546" y="16151"/>
                  <a:pt x="69546" y="16088"/>
                  <a:pt x="69546" y="16056"/>
                </a:cubicBezTo>
                <a:cubicBezTo>
                  <a:pt x="69609" y="16025"/>
                  <a:pt x="69673" y="15993"/>
                  <a:pt x="69768" y="15961"/>
                </a:cubicBezTo>
                <a:cubicBezTo>
                  <a:pt x="69863" y="15898"/>
                  <a:pt x="69958" y="15866"/>
                  <a:pt x="70021" y="15803"/>
                </a:cubicBezTo>
                <a:cubicBezTo>
                  <a:pt x="70021" y="15803"/>
                  <a:pt x="70148" y="15740"/>
                  <a:pt x="70211" y="15708"/>
                </a:cubicBezTo>
                <a:cubicBezTo>
                  <a:pt x="70274" y="15676"/>
                  <a:pt x="70306" y="15645"/>
                  <a:pt x="70369" y="15613"/>
                </a:cubicBezTo>
                <a:cubicBezTo>
                  <a:pt x="70401" y="15581"/>
                  <a:pt x="70433" y="15550"/>
                  <a:pt x="70464" y="15455"/>
                </a:cubicBezTo>
                <a:cubicBezTo>
                  <a:pt x="70464" y="15391"/>
                  <a:pt x="70464" y="15233"/>
                  <a:pt x="70464" y="15075"/>
                </a:cubicBezTo>
                <a:cubicBezTo>
                  <a:pt x="70464" y="15011"/>
                  <a:pt x="70496" y="14948"/>
                  <a:pt x="70496" y="14885"/>
                </a:cubicBezTo>
                <a:cubicBezTo>
                  <a:pt x="70496" y="14853"/>
                  <a:pt x="70496" y="14853"/>
                  <a:pt x="70496" y="14821"/>
                </a:cubicBezTo>
                <a:cubicBezTo>
                  <a:pt x="70528" y="14821"/>
                  <a:pt x="70559" y="14821"/>
                  <a:pt x="70591" y="14790"/>
                </a:cubicBezTo>
                <a:cubicBezTo>
                  <a:pt x="70654" y="14758"/>
                  <a:pt x="70686" y="14663"/>
                  <a:pt x="70686" y="14600"/>
                </a:cubicBezTo>
                <a:cubicBezTo>
                  <a:pt x="70686" y="14505"/>
                  <a:pt x="70654" y="14410"/>
                  <a:pt x="70591" y="14315"/>
                </a:cubicBezTo>
                <a:cubicBezTo>
                  <a:pt x="70559" y="14188"/>
                  <a:pt x="70496" y="14061"/>
                  <a:pt x="70464" y="13935"/>
                </a:cubicBezTo>
                <a:cubicBezTo>
                  <a:pt x="70464" y="13903"/>
                  <a:pt x="70464" y="13871"/>
                  <a:pt x="70433" y="13840"/>
                </a:cubicBezTo>
                <a:cubicBezTo>
                  <a:pt x="70528" y="13840"/>
                  <a:pt x="70591" y="13808"/>
                  <a:pt x="70686" y="13808"/>
                </a:cubicBezTo>
                <a:cubicBezTo>
                  <a:pt x="70908" y="13776"/>
                  <a:pt x="71129" y="13713"/>
                  <a:pt x="71193" y="13681"/>
                </a:cubicBezTo>
                <a:cubicBezTo>
                  <a:pt x="71256" y="13681"/>
                  <a:pt x="71351" y="13681"/>
                  <a:pt x="71414" y="13650"/>
                </a:cubicBezTo>
                <a:cubicBezTo>
                  <a:pt x="71509" y="13618"/>
                  <a:pt x="71604" y="13555"/>
                  <a:pt x="71636" y="13396"/>
                </a:cubicBezTo>
                <a:cubicBezTo>
                  <a:pt x="71636" y="13365"/>
                  <a:pt x="71604" y="13365"/>
                  <a:pt x="71604" y="13333"/>
                </a:cubicBezTo>
                <a:cubicBezTo>
                  <a:pt x="71573" y="13175"/>
                  <a:pt x="71446" y="13111"/>
                  <a:pt x="71351" y="13048"/>
                </a:cubicBezTo>
                <a:cubicBezTo>
                  <a:pt x="71256" y="13016"/>
                  <a:pt x="71129" y="13016"/>
                  <a:pt x="71034" y="13016"/>
                </a:cubicBezTo>
                <a:lnTo>
                  <a:pt x="70971" y="13016"/>
                </a:lnTo>
                <a:cubicBezTo>
                  <a:pt x="70939" y="12984"/>
                  <a:pt x="70908" y="12953"/>
                  <a:pt x="70876" y="12889"/>
                </a:cubicBezTo>
                <a:cubicBezTo>
                  <a:pt x="70813" y="12858"/>
                  <a:pt x="70749" y="12794"/>
                  <a:pt x="70654" y="12794"/>
                </a:cubicBezTo>
                <a:close/>
                <a:moveTo>
                  <a:pt x="13713" y="16848"/>
                </a:moveTo>
                <a:cubicBezTo>
                  <a:pt x="13745" y="16880"/>
                  <a:pt x="13745" y="16911"/>
                  <a:pt x="13777" y="16975"/>
                </a:cubicBezTo>
                <a:cubicBezTo>
                  <a:pt x="13777" y="17038"/>
                  <a:pt x="13808" y="17133"/>
                  <a:pt x="13840" y="17196"/>
                </a:cubicBezTo>
                <a:cubicBezTo>
                  <a:pt x="13713" y="17101"/>
                  <a:pt x="13650" y="16975"/>
                  <a:pt x="13650" y="16943"/>
                </a:cubicBezTo>
                <a:cubicBezTo>
                  <a:pt x="13650" y="16911"/>
                  <a:pt x="13650" y="16911"/>
                  <a:pt x="13713" y="16848"/>
                </a:cubicBezTo>
                <a:close/>
                <a:moveTo>
                  <a:pt x="21694" y="18527"/>
                </a:moveTo>
                <a:cubicBezTo>
                  <a:pt x="21599" y="18558"/>
                  <a:pt x="21504" y="18653"/>
                  <a:pt x="21504" y="18780"/>
                </a:cubicBezTo>
                <a:cubicBezTo>
                  <a:pt x="21504" y="18812"/>
                  <a:pt x="21536" y="18875"/>
                  <a:pt x="21567" y="18938"/>
                </a:cubicBezTo>
                <a:cubicBezTo>
                  <a:pt x="21599" y="18970"/>
                  <a:pt x="21662" y="19002"/>
                  <a:pt x="21757" y="19002"/>
                </a:cubicBezTo>
                <a:lnTo>
                  <a:pt x="21821" y="19002"/>
                </a:lnTo>
                <a:cubicBezTo>
                  <a:pt x="21916" y="18970"/>
                  <a:pt x="22011" y="18875"/>
                  <a:pt x="22011" y="18780"/>
                </a:cubicBezTo>
                <a:cubicBezTo>
                  <a:pt x="21979" y="18622"/>
                  <a:pt x="21884" y="18527"/>
                  <a:pt x="21726" y="18527"/>
                </a:cubicBezTo>
                <a:close/>
                <a:moveTo>
                  <a:pt x="66097" y="18518"/>
                </a:moveTo>
                <a:cubicBezTo>
                  <a:pt x="66086" y="18518"/>
                  <a:pt x="66074" y="18521"/>
                  <a:pt x="66062" y="18527"/>
                </a:cubicBezTo>
                <a:lnTo>
                  <a:pt x="66031" y="18527"/>
                </a:lnTo>
                <a:cubicBezTo>
                  <a:pt x="65872" y="18558"/>
                  <a:pt x="65777" y="18685"/>
                  <a:pt x="65714" y="18812"/>
                </a:cubicBezTo>
                <a:cubicBezTo>
                  <a:pt x="65651" y="18970"/>
                  <a:pt x="65619" y="19128"/>
                  <a:pt x="65619" y="19255"/>
                </a:cubicBezTo>
                <a:cubicBezTo>
                  <a:pt x="65619" y="19318"/>
                  <a:pt x="65619" y="19382"/>
                  <a:pt x="65651" y="19413"/>
                </a:cubicBezTo>
                <a:cubicBezTo>
                  <a:pt x="65651" y="19477"/>
                  <a:pt x="65714" y="19540"/>
                  <a:pt x="65809" y="19540"/>
                </a:cubicBezTo>
                <a:cubicBezTo>
                  <a:pt x="65967" y="19508"/>
                  <a:pt x="66062" y="19350"/>
                  <a:pt x="66126" y="19223"/>
                </a:cubicBezTo>
                <a:cubicBezTo>
                  <a:pt x="66189" y="19065"/>
                  <a:pt x="66252" y="18907"/>
                  <a:pt x="66252" y="18780"/>
                </a:cubicBezTo>
                <a:cubicBezTo>
                  <a:pt x="66252" y="18717"/>
                  <a:pt x="66221" y="18653"/>
                  <a:pt x="66221" y="18622"/>
                </a:cubicBezTo>
                <a:cubicBezTo>
                  <a:pt x="66195" y="18570"/>
                  <a:pt x="66148" y="18518"/>
                  <a:pt x="66097" y="18518"/>
                </a:cubicBezTo>
                <a:close/>
                <a:moveTo>
                  <a:pt x="20902" y="19033"/>
                </a:moveTo>
                <a:cubicBezTo>
                  <a:pt x="20807" y="19033"/>
                  <a:pt x="20681" y="19097"/>
                  <a:pt x="20554" y="19128"/>
                </a:cubicBezTo>
                <a:cubicBezTo>
                  <a:pt x="20427" y="19192"/>
                  <a:pt x="20301" y="19223"/>
                  <a:pt x="20301" y="19223"/>
                </a:cubicBezTo>
                <a:cubicBezTo>
                  <a:pt x="20269" y="19223"/>
                  <a:pt x="20237" y="19255"/>
                  <a:pt x="20237" y="19318"/>
                </a:cubicBezTo>
                <a:lnTo>
                  <a:pt x="20237" y="19350"/>
                </a:lnTo>
                <a:cubicBezTo>
                  <a:pt x="20237" y="19445"/>
                  <a:pt x="20269" y="19508"/>
                  <a:pt x="20332" y="19572"/>
                </a:cubicBezTo>
                <a:cubicBezTo>
                  <a:pt x="20396" y="19603"/>
                  <a:pt x="20459" y="19603"/>
                  <a:pt x="20491" y="19603"/>
                </a:cubicBezTo>
                <a:lnTo>
                  <a:pt x="21346" y="19603"/>
                </a:lnTo>
                <a:cubicBezTo>
                  <a:pt x="21346" y="19635"/>
                  <a:pt x="21346" y="19635"/>
                  <a:pt x="21346" y="19635"/>
                </a:cubicBezTo>
                <a:cubicBezTo>
                  <a:pt x="21409" y="19698"/>
                  <a:pt x="21504" y="19793"/>
                  <a:pt x="21631" y="19857"/>
                </a:cubicBezTo>
                <a:cubicBezTo>
                  <a:pt x="21726" y="19952"/>
                  <a:pt x="21852" y="20015"/>
                  <a:pt x="21884" y="20047"/>
                </a:cubicBezTo>
                <a:cubicBezTo>
                  <a:pt x="21979" y="20142"/>
                  <a:pt x="22074" y="20173"/>
                  <a:pt x="22201" y="20173"/>
                </a:cubicBezTo>
                <a:cubicBezTo>
                  <a:pt x="22264" y="20173"/>
                  <a:pt x="22296" y="20173"/>
                  <a:pt x="22327" y="20142"/>
                </a:cubicBezTo>
                <a:cubicBezTo>
                  <a:pt x="22391" y="20142"/>
                  <a:pt x="22422" y="20110"/>
                  <a:pt x="22454" y="20015"/>
                </a:cubicBezTo>
                <a:cubicBezTo>
                  <a:pt x="22454" y="20015"/>
                  <a:pt x="22454" y="20015"/>
                  <a:pt x="22454" y="19983"/>
                </a:cubicBezTo>
                <a:cubicBezTo>
                  <a:pt x="22454" y="19888"/>
                  <a:pt x="22391" y="19793"/>
                  <a:pt x="22296" y="19730"/>
                </a:cubicBezTo>
                <a:cubicBezTo>
                  <a:pt x="22232" y="19635"/>
                  <a:pt x="22137" y="19572"/>
                  <a:pt x="22042" y="19572"/>
                </a:cubicBezTo>
                <a:lnTo>
                  <a:pt x="21979" y="19572"/>
                </a:lnTo>
                <a:cubicBezTo>
                  <a:pt x="21947" y="19572"/>
                  <a:pt x="21852" y="19540"/>
                  <a:pt x="21757" y="19477"/>
                </a:cubicBezTo>
                <a:cubicBezTo>
                  <a:pt x="21694" y="19413"/>
                  <a:pt x="21599" y="19318"/>
                  <a:pt x="21536" y="19255"/>
                </a:cubicBezTo>
                <a:cubicBezTo>
                  <a:pt x="21314" y="19033"/>
                  <a:pt x="21029" y="19065"/>
                  <a:pt x="20902" y="19033"/>
                </a:cubicBezTo>
                <a:close/>
                <a:moveTo>
                  <a:pt x="23309" y="19952"/>
                </a:moveTo>
                <a:cubicBezTo>
                  <a:pt x="23182" y="19952"/>
                  <a:pt x="23056" y="19983"/>
                  <a:pt x="22992" y="19983"/>
                </a:cubicBezTo>
                <a:cubicBezTo>
                  <a:pt x="22897" y="20015"/>
                  <a:pt x="22802" y="20142"/>
                  <a:pt x="22676" y="20237"/>
                </a:cubicBezTo>
                <a:cubicBezTo>
                  <a:pt x="22581" y="20332"/>
                  <a:pt x="22517" y="20427"/>
                  <a:pt x="22517" y="20427"/>
                </a:cubicBezTo>
                <a:cubicBezTo>
                  <a:pt x="22486" y="20458"/>
                  <a:pt x="22486" y="20490"/>
                  <a:pt x="22486" y="20522"/>
                </a:cubicBezTo>
                <a:cubicBezTo>
                  <a:pt x="22486" y="20553"/>
                  <a:pt x="22517" y="20585"/>
                  <a:pt x="22549" y="20585"/>
                </a:cubicBezTo>
                <a:cubicBezTo>
                  <a:pt x="22581" y="20585"/>
                  <a:pt x="22771" y="20648"/>
                  <a:pt x="22929" y="20648"/>
                </a:cubicBezTo>
                <a:cubicBezTo>
                  <a:pt x="22992" y="20648"/>
                  <a:pt x="23056" y="20712"/>
                  <a:pt x="23182" y="20807"/>
                </a:cubicBezTo>
                <a:cubicBezTo>
                  <a:pt x="23246" y="20838"/>
                  <a:pt x="23277" y="20838"/>
                  <a:pt x="23309" y="20838"/>
                </a:cubicBezTo>
                <a:cubicBezTo>
                  <a:pt x="23404" y="20838"/>
                  <a:pt x="23467" y="20807"/>
                  <a:pt x="23531" y="20775"/>
                </a:cubicBezTo>
                <a:cubicBezTo>
                  <a:pt x="23562" y="20743"/>
                  <a:pt x="23594" y="20743"/>
                  <a:pt x="23626" y="20712"/>
                </a:cubicBezTo>
                <a:cubicBezTo>
                  <a:pt x="23626" y="20743"/>
                  <a:pt x="23657" y="20743"/>
                  <a:pt x="23657" y="20775"/>
                </a:cubicBezTo>
                <a:cubicBezTo>
                  <a:pt x="23689" y="20775"/>
                  <a:pt x="23689" y="20838"/>
                  <a:pt x="23784" y="20838"/>
                </a:cubicBezTo>
                <a:cubicBezTo>
                  <a:pt x="23847" y="20838"/>
                  <a:pt x="23879" y="20775"/>
                  <a:pt x="23911" y="20743"/>
                </a:cubicBezTo>
                <a:cubicBezTo>
                  <a:pt x="23911" y="20680"/>
                  <a:pt x="23911" y="20648"/>
                  <a:pt x="23911" y="20585"/>
                </a:cubicBezTo>
                <a:cubicBezTo>
                  <a:pt x="23911" y="20585"/>
                  <a:pt x="23942" y="20553"/>
                  <a:pt x="23942" y="20553"/>
                </a:cubicBezTo>
                <a:cubicBezTo>
                  <a:pt x="23911" y="20173"/>
                  <a:pt x="23626" y="20015"/>
                  <a:pt x="23467" y="19983"/>
                </a:cubicBezTo>
                <a:cubicBezTo>
                  <a:pt x="23436" y="19952"/>
                  <a:pt x="23372" y="19952"/>
                  <a:pt x="23309" y="19952"/>
                </a:cubicBezTo>
                <a:close/>
                <a:moveTo>
                  <a:pt x="24291" y="20268"/>
                </a:moveTo>
                <a:cubicBezTo>
                  <a:pt x="24132" y="20332"/>
                  <a:pt x="24101" y="20458"/>
                  <a:pt x="24101" y="20585"/>
                </a:cubicBezTo>
                <a:cubicBezTo>
                  <a:pt x="24101" y="20648"/>
                  <a:pt x="24101" y="20712"/>
                  <a:pt x="24132" y="20775"/>
                </a:cubicBezTo>
                <a:cubicBezTo>
                  <a:pt x="24164" y="20838"/>
                  <a:pt x="24227" y="20902"/>
                  <a:pt x="24322" y="20902"/>
                </a:cubicBezTo>
                <a:cubicBezTo>
                  <a:pt x="24354" y="20902"/>
                  <a:pt x="24386" y="20902"/>
                  <a:pt x="24418" y="20870"/>
                </a:cubicBezTo>
                <a:cubicBezTo>
                  <a:pt x="24544" y="20838"/>
                  <a:pt x="24576" y="20712"/>
                  <a:pt x="24576" y="20617"/>
                </a:cubicBezTo>
                <a:cubicBezTo>
                  <a:pt x="24576" y="20458"/>
                  <a:pt x="24513" y="20300"/>
                  <a:pt x="24322" y="20268"/>
                </a:cubicBezTo>
                <a:close/>
                <a:moveTo>
                  <a:pt x="21789" y="20553"/>
                </a:moveTo>
                <a:cubicBezTo>
                  <a:pt x="21631" y="20585"/>
                  <a:pt x="21599" y="20743"/>
                  <a:pt x="21599" y="20838"/>
                </a:cubicBezTo>
                <a:cubicBezTo>
                  <a:pt x="21599" y="20933"/>
                  <a:pt x="21631" y="20997"/>
                  <a:pt x="21662" y="21060"/>
                </a:cubicBezTo>
                <a:cubicBezTo>
                  <a:pt x="21694" y="21123"/>
                  <a:pt x="21757" y="21155"/>
                  <a:pt x="21821" y="21155"/>
                </a:cubicBezTo>
                <a:lnTo>
                  <a:pt x="21916" y="21155"/>
                </a:lnTo>
                <a:cubicBezTo>
                  <a:pt x="22042" y="21092"/>
                  <a:pt x="22106" y="20965"/>
                  <a:pt x="22106" y="20870"/>
                </a:cubicBezTo>
                <a:cubicBezTo>
                  <a:pt x="22074" y="20712"/>
                  <a:pt x="22011" y="20553"/>
                  <a:pt x="21821" y="20553"/>
                </a:cubicBezTo>
                <a:close/>
                <a:moveTo>
                  <a:pt x="46903" y="17830"/>
                </a:moveTo>
                <a:cubicBezTo>
                  <a:pt x="46966" y="18052"/>
                  <a:pt x="47156" y="18400"/>
                  <a:pt x="47188" y="18622"/>
                </a:cubicBezTo>
                <a:cubicBezTo>
                  <a:pt x="47219" y="18780"/>
                  <a:pt x="47314" y="18875"/>
                  <a:pt x="47378" y="18907"/>
                </a:cubicBezTo>
                <a:cubicBezTo>
                  <a:pt x="47441" y="18970"/>
                  <a:pt x="47441" y="18938"/>
                  <a:pt x="47473" y="19033"/>
                </a:cubicBezTo>
                <a:cubicBezTo>
                  <a:pt x="47473" y="19160"/>
                  <a:pt x="47536" y="19382"/>
                  <a:pt x="47599" y="19572"/>
                </a:cubicBezTo>
                <a:cubicBezTo>
                  <a:pt x="47631" y="19667"/>
                  <a:pt x="47663" y="19730"/>
                  <a:pt x="47663" y="19825"/>
                </a:cubicBezTo>
                <a:cubicBezTo>
                  <a:pt x="47726" y="19888"/>
                  <a:pt x="47726" y="19952"/>
                  <a:pt x="47789" y="19983"/>
                </a:cubicBezTo>
                <a:cubicBezTo>
                  <a:pt x="47821" y="20015"/>
                  <a:pt x="47916" y="20142"/>
                  <a:pt x="48011" y="20268"/>
                </a:cubicBezTo>
                <a:cubicBezTo>
                  <a:pt x="48106" y="20363"/>
                  <a:pt x="48201" y="20522"/>
                  <a:pt x="48233" y="20553"/>
                </a:cubicBezTo>
                <a:cubicBezTo>
                  <a:pt x="48264" y="20712"/>
                  <a:pt x="48359" y="20870"/>
                  <a:pt x="48391" y="21250"/>
                </a:cubicBezTo>
                <a:cubicBezTo>
                  <a:pt x="48423" y="21408"/>
                  <a:pt x="48454" y="21630"/>
                  <a:pt x="48486" y="21820"/>
                </a:cubicBezTo>
                <a:cubicBezTo>
                  <a:pt x="48518" y="21852"/>
                  <a:pt x="48518" y="21852"/>
                  <a:pt x="48518" y="21883"/>
                </a:cubicBezTo>
                <a:cubicBezTo>
                  <a:pt x="48486" y="21820"/>
                  <a:pt x="48454" y="21757"/>
                  <a:pt x="48423" y="21725"/>
                </a:cubicBezTo>
                <a:cubicBezTo>
                  <a:pt x="48359" y="21662"/>
                  <a:pt x="48359" y="21630"/>
                  <a:pt x="48264" y="21567"/>
                </a:cubicBezTo>
                <a:cubicBezTo>
                  <a:pt x="48264" y="21567"/>
                  <a:pt x="48169" y="21503"/>
                  <a:pt x="48106" y="21408"/>
                </a:cubicBezTo>
                <a:cubicBezTo>
                  <a:pt x="48043" y="21282"/>
                  <a:pt x="47979" y="21155"/>
                  <a:pt x="47948" y="21028"/>
                </a:cubicBezTo>
                <a:cubicBezTo>
                  <a:pt x="47853" y="20743"/>
                  <a:pt x="47726" y="20363"/>
                  <a:pt x="47536" y="20142"/>
                </a:cubicBezTo>
                <a:cubicBezTo>
                  <a:pt x="47409" y="19952"/>
                  <a:pt x="47314" y="19445"/>
                  <a:pt x="47156" y="19097"/>
                </a:cubicBezTo>
                <a:cubicBezTo>
                  <a:pt x="46998" y="18748"/>
                  <a:pt x="46871" y="18337"/>
                  <a:pt x="46744" y="17988"/>
                </a:cubicBezTo>
                <a:cubicBezTo>
                  <a:pt x="46713" y="17957"/>
                  <a:pt x="46713" y="17925"/>
                  <a:pt x="46681" y="17893"/>
                </a:cubicBezTo>
                <a:cubicBezTo>
                  <a:pt x="46776" y="17862"/>
                  <a:pt x="46839" y="17830"/>
                  <a:pt x="46903" y="17830"/>
                </a:cubicBezTo>
                <a:close/>
                <a:moveTo>
                  <a:pt x="66062" y="20300"/>
                </a:moveTo>
                <a:cubicBezTo>
                  <a:pt x="65999" y="20300"/>
                  <a:pt x="65904" y="20363"/>
                  <a:pt x="65904" y="20427"/>
                </a:cubicBezTo>
                <a:cubicBezTo>
                  <a:pt x="65872" y="20585"/>
                  <a:pt x="65904" y="20680"/>
                  <a:pt x="65809" y="20775"/>
                </a:cubicBezTo>
                <a:cubicBezTo>
                  <a:pt x="65746" y="20838"/>
                  <a:pt x="65682" y="20870"/>
                  <a:pt x="65619" y="20933"/>
                </a:cubicBezTo>
                <a:cubicBezTo>
                  <a:pt x="65524" y="21028"/>
                  <a:pt x="65461" y="21123"/>
                  <a:pt x="65461" y="21250"/>
                </a:cubicBezTo>
                <a:cubicBezTo>
                  <a:pt x="65461" y="21313"/>
                  <a:pt x="65492" y="21377"/>
                  <a:pt x="65524" y="21440"/>
                </a:cubicBezTo>
                <a:cubicBezTo>
                  <a:pt x="65587" y="21598"/>
                  <a:pt x="65682" y="21725"/>
                  <a:pt x="65777" y="21820"/>
                </a:cubicBezTo>
                <a:cubicBezTo>
                  <a:pt x="65841" y="21852"/>
                  <a:pt x="65872" y="21915"/>
                  <a:pt x="65904" y="21947"/>
                </a:cubicBezTo>
                <a:cubicBezTo>
                  <a:pt x="65904" y="21947"/>
                  <a:pt x="65904" y="21947"/>
                  <a:pt x="65936" y="21978"/>
                </a:cubicBezTo>
                <a:cubicBezTo>
                  <a:pt x="65841" y="22073"/>
                  <a:pt x="65556" y="22295"/>
                  <a:pt x="65492" y="22580"/>
                </a:cubicBezTo>
                <a:cubicBezTo>
                  <a:pt x="65492" y="22580"/>
                  <a:pt x="65492" y="22612"/>
                  <a:pt x="65492" y="22612"/>
                </a:cubicBezTo>
                <a:cubicBezTo>
                  <a:pt x="65492" y="22644"/>
                  <a:pt x="65492" y="22675"/>
                  <a:pt x="65524" y="22707"/>
                </a:cubicBezTo>
                <a:cubicBezTo>
                  <a:pt x="65556" y="22739"/>
                  <a:pt x="65587" y="22770"/>
                  <a:pt x="65619" y="22770"/>
                </a:cubicBezTo>
                <a:cubicBezTo>
                  <a:pt x="65714" y="22739"/>
                  <a:pt x="65746" y="22707"/>
                  <a:pt x="65809" y="22675"/>
                </a:cubicBezTo>
                <a:cubicBezTo>
                  <a:pt x="65967" y="22517"/>
                  <a:pt x="66189" y="22263"/>
                  <a:pt x="66284" y="22105"/>
                </a:cubicBezTo>
                <a:cubicBezTo>
                  <a:pt x="66316" y="22042"/>
                  <a:pt x="66379" y="22010"/>
                  <a:pt x="66442" y="22010"/>
                </a:cubicBezTo>
                <a:cubicBezTo>
                  <a:pt x="66506" y="22010"/>
                  <a:pt x="66537" y="22010"/>
                  <a:pt x="66601" y="21978"/>
                </a:cubicBezTo>
                <a:cubicBezTo>
                  <a:pt x="66632" y="21978"/>
                  <a:pt x="66696" y="21947"/>
                  <a:pt x="66727" y="21883"/>
                </a:cubicBezTo>
                <a:lnTo>
                  <a:pt x="66791" y="21757"/>
                </a:lnTo>
                <a:cubicBezTo>
                  <a:pt x="66791" y="21725"/>
                  <a:pt x="66791" y="21693"/>
                  <a:pt x="66791" y="21662"/>
                </a:cubicBezTo>
                <a:cubicBezTo>
                  <a:pt x="66791" y="21630"/>
                  <a:pt x="66759" y="21598"/>
                  <a:pt x="66727" y="21598"/>
                </a:cubicBezTo>
                <a:cubicBezTo>
                  <a:pt x="66727" y="21598"/>
                  <a:pt x="66506" y="21535"/>
                  <a:pt x="66347" y="21472"/>
                </a:cubicBezTo>
                <a:lnTo>
                  <a:pt x="66126" y="21472"/>
                </a:lnTo>
                <a:cubicBezTo>
                  <a:pt x="66126" y="21472"/>
                  <a:pt x="66126" y="21440"/>
                  <a:pt x="66126" y="21408"/>
                </a:cubicBezTo>
                <a:cubicBezTo>
                  <a:pt x="66189" y="21250"/>
                  <a:pt x="66221" y="21218"/>
                  <a:pt x="66284" y="21155"/>
                </a:cubicBezTo>
                <a:cubicBezTo>
                  <a:pt x="66347" y="21092"/>
                  <a:pt x="66474" y="20997"/>
                  <a:pt x="66474" y="20838"/>
                </a:cubicBezTo>
                <a:cubicBezTo>
                  <a:pt x="66474" y="20807"/>
                  <a:pt x="66474" y="20775"/>
                  <a:pt x="66442" y="20743"/>
                </a:cubicBezTo>
                <a:cubicBezTo>
                  <a:pt x="66411" y="20585"/>
                  <a:pt x="66347" y="20458"/>
                  <a:pt x="66284" y="20395"/>
                </a:cubicBezTo>
                <a:cubicBezTo>
                  <a:pt x="66189" y="20332"/>
                  <a:pt x="66126" y="20300"/>
                  <a:pt x="66062" y="20300"/>
                </a:cubicBezTo>
                <a:close/>
                <a:moveTo>
                  <a:pt x="66854" y="22073"/>
                </a:moveTo>
                <a:cubicBezTo>
                  <a:pt x="66759" y="22073"/>
                  <a:pt x="66759" y="22105"/>
                  <a:pt x="66727" y="22137"/>
                </a:cubicBezTo>
                <a:cubicBezTo>
                  <a:pt x="66664" y="22200"/>
                  <a:pt x="66601" y="22358"/>
                  <a:pt x="66601" y="22485"/>
                </a:cubicBezTo>
                <a:cubicBezTo>
                  <a:pt x="66601" y="22549"/>
                  <a:pt x="66601" y="22580"/>
                  <a:pt x="66601" y="22612"/>
                </a:cubicBezTo>
                <a:cubicBezTo>
                  <a:pt x="66537" y="22517"/>
                  <a:pt x="66442" y="22422"/>
                  <a:pt x="66284" y="22422"/>
                </a:cubicBezTo>
                <a:lnTo>
                  <a:pt x="66189" y="22422"/>
                </a:lnTo>
                <a:cubicBezTo>
                  <a:pt x="66126" y="22453"/>
                  <a:pt x="66126" y="22485"/>
                  <a:pt x="66094" y="22517"/>
                </a:cubicBezTo>
                <a:cubicBezTo>
                  <a:pt x="66062" y="22612"/>
                  <a:pt x="65999" y="22707"/>
                  <a:pt x="65999" y="22865"/>
                </a:cubicBezTo>
                <a:cubicBezTo>
                  <a:pt x="65999" y="22897"/>
                  <a:pt x="65999" y="22960"/>
                  <a:pt x="66031" y="23024"/>
                </a:cubicBezTo>
                <a:cubicBezTo>
                  <a:pt x="66062" y="23055"/>
                  <a:pt x="66126" y="23087"/>
                  <a:pt x="66189" y="23087"/>
                </a:cubicBezTo>
                <a:cubicBezTo>
                  <a:pt x="66316" y="23087"/>
                  <a:pt x="66442" y="23119"/>
                  <a:pt x="66569" y="23119"/>
                </a:cubicBezTo>
                <a:lnTo>
                  <a:pt x="66696" y="23119"/>
                </a:lnTo>
                <a:cubicBezTo>
                  <a:pt x="66696" y="23087"/>
                  <a:pt x="66727" y="23087"/>
                  <a:pt x="66759" y="23055"/>
                </a:cubicBezTo>
                <a:cubicBezTo>
                  <a:pt x="66791" y="23055"/>
                  <a:pt x="66791" y="22992"/>
                  <a:pt x="66791" y="22960"/>
                </a:cubicBezTo>
                <a:cubicBezTo>
                  <a:pt x="66791" y="22929"/>
                  <a:pt x="66791" y="22897"/>
                  <a:pt x="66759" y="22897"/>
                </a:cubicBezTo>
                <a:cubicBezTo>
                  <a:pt x="66759" y="22834"/>
                  <a:pt x="66696" y="22770"/>
                  <a:pt x="66664" y="22707"/>
                </a:cubicBezTo>
                <a:lnTo>
                  <a:pt x="66664" y="22707"/>
                </a:lnTo>
                <a:cubicBezTo>
                  <a:pt x="66696" y="22739"/>
                  <a:pt x="66759" y="22770"/>
                  <a:pt x="66822" y="22770"/>
                </a:cubicBezTo>
                <a:lnTo>
                  <a:pt x="66854" y="22770"/>
                </a:lnTo>
                <a:cubicBezTo>
                  <a:pt x="67044" y="22770"/>
                  <a:pt x="67171" y="22612"/>
                  <a:pt x="67171" y="22453"/>
                </a:cubicBezTo>
                <a:cubicBezTo>
                  <a:pt x="67171" y="22263"/>
                  <a:pt x="67044" y="22073"/>
                  <a:pt x="66854" y="22073"/>
                </a:cubicBezTo>
                <a:close/>
                <a:moveTo>
                  <a:pt x="66886" y="22960"/>
                </a:moveTo>
                <a:cubicBezTo>
                  <a:pt x="66854" y="22960"/>
                  <a:pt x="66822" y="22992"/>
                  <a:pt x="66822" y="22992"/>
                </a:cubicBezTo>
                <a:cubicBezTo>
                  <a:pt x="66759" y="23119"/>
                  <a:pt x="66696" y="23214"/>
                  <a:pt x="66664" y="23245"/>
                </a:cubicBezTo>
                <a:cubicBezTo>
                  <a:pt x="66664" y="23277"/>
                  <a:pt x="66632" y="23277"/>
                  <a:pt x="66632" y="23277"/>
                </a:cubicBezTo>
                <a:cubicBezTo>
                  <a:pt x="66632" y="23277"/>
                  <a:pt x="66569" y="23245"/>
                  <a:pt x="66506" y="23214"/>
                </a:cubicBezTo>
                <a:cubicBezTo>
                  <a:pt x="66474" y="23182"/>
                  <a:pt x="66442" y="23182"/>
                  <a:pt x="66411" y="23182"/>
                </a:cubicBezTo>
                <a:cubicBezTo>
                  <a:pt x="66284" y="23182"/>
                  <a:pt x="66157" y="23245"/>
                  <a:pt x="66094" y="23340"/>
                </a:cubicBezTo>
                <a:cubicBezTo>
                  <a:pt x="65999" y="23404"/>
                  <a:pt x="65936" y="23499"/>
                  <a:pt x="65936" y="23625"/>
                </a:cubicBezTo>
                <a:cubicBezTo>
                  <a:pt x="65936" y="23625"/>
                  <a:pt x="65936" y="23657"/>
                  <a:pt x="65967" y="23689"/>
                </a:cubicBezTo>
                <a:cubicBezTo>
                  <a:pt x="65999" y="23784"/>
                  <a:pt x="66062" y="23784"/>
                  <a:pt x="66126" y="23815"/>
                </a:cubicBezTo>
                <a:lnTo>
                  <a:pt x="66379" y="23815"/>
                </a:lnTo>
                <a:cubicBezTo>
                  <a:pt x="66474" y="23847"/>
                  <a:pt x="66506" y="23847"/>
                  <a:pt x="66506" y="23879"/>
                </a:cubicBezTo>
                <a:cubicBezTo>
                  <a:pt x="66537" y="23974"/>
                  <a:pt x="66569" y="24005"/>
                  <a:pt x="66601" y="24069"/>
                </a:cubicBezTo>
                <a:cubicBezTo>
                  <a:pt x="66632" y="24132"/>
                  <a:pt x="66696" y="24164"/>
                  <a:pt x="66759" y="24164"/>
                </a:cubicBezTo>
                <a:cubicBezTo>
                  <a:pt x="66822" y="24164"/>
                  <a:pt x="66854" y="24164"/>
                  <a:pt x="66917" y="24132"/>
                </a:cubicBezTo>
                <a:cubicBezTo>
                  <a:pt x="67044" y="24100"/>
                  <a:pt x="67107" y="24005"/>
                  <a:pt x="67202" y="23910"/>
                </a:cubicBezTo>
                <a:cubicBezTo>
                  <a:pt x="67266" y="23784"/>
                  <a:pt x="67297" y="23657"/>
                  <a:pt x="67297" y="23562"/>
                </a:cubicBezTo>
                <a:cubicBezTo>
                  <a:pt x="67297" y="23499"/>
                  <a:pt x="67297" y="23467"/>
                  <a:pt x="67297" y="23435"/>
                </a:cubicBezTo>
                <a:cubicBezTo>
                  <a:pt x="67234" y="23214"/>
                  <a:pt x="66981" y="22992"/>
                  <a:pt x="66981" y="22992"/>
                </a:cubicBezTo>
                <a:cubicBezTo>
                  <a:pt x="66949" y="22960"/>
                  <a:pt x="66917" y="22960"/>
                  <a:pt x="66886" y="22960"/>
                </a:cubicBezTo>
                <a:close/>
                <a:moveTo>
                  <a:pt x="66854" y="25272"/>
                </a:moveTo>
                <a:cubicBezTo>
                  <a:pt x="66727" y="25272"/>
                  <a:pt x="66252" y="25367"/>
                  <a:pt x="66157" y="25430"/>
                </a:cubicBezTo>
                <a:cubicBezTo>
                  <a:pt x="66094" y="25430"/>
                  <a:pt x="65999" y="25399"/>
                  <a:pt x="65936" y="25399"/>
                </a:cubicBezTo>
                <a:cubicBezTo>
                  <a:pt x="65872" y="25367"/>
                  <a:pt x="65809" y="25367"/>
                  <a:pt x="65809" y="25367"/>
                </a:cubicBezTo>
                <a:cubicBezTo>
                  <a:pt x="65777" y="25367"/>
                  <a:pt x="65746" y="25367"/>
                  <a:pt x="65714" y="25399"/>
                </a:cubicBezTo>
                <a:cubicBezTo>
                  <a:pt x="65651" y="25462"/>
                  <a:pt x="65619" y="25557"/>
                  <a:pt x="65619" y="25620"/>
                </a:cubicBezTo>
                <a:cubicBezTo>
                  <a:pt x="65619" y="25684"/>
                  <a:pt x="65651" y="25779"/>
                  <a:pt x="65714" y="25810"/>
                </a:cubicBezTo>
                <a:cubicBezTo>
                  <a:pt x="65777" y="25874"/>
                  <a:pt x="65841" y="25905"/>
                  <a:pt x="65936" y="25905"/>
                </a:cubicBezTo>
                <a:cubicBezTo>
                  <a:pt x="65936" y="25905"/>
                  <a:pt x="65967" y="25905"/>
                  <a:pt x="65967" y="25874"/>
                </a:cubicBezTo>
                <a:cubicBezTo>
                  <a:pt x="66189" y="25874"/>
                  <a:pt x="66632" y="25779"/>
                  <a:pt x="66696" y="25779"/>
                </a:cubicBezTo>
                <a:cubicBezTo>
                  <a:pt x="66822" y="25779"/>
                  <a:pt x="66854" y="25715"/>
                  <a:pt x="66886" y="25620"/>
                </a:cubicBezTo>
                <a:cubicBezTo>
                  <a:pt x="66917" y="25557"/>
                  <a:pt x="66949" y="25494"/>
                  <a:pt x="66981" y="25399"/>
                </a:cubicBezTo>
                <a:cubicBezTo>
                  <a:pt x="66981" y="25399"/>
                  <a:pt x="66949" y="25367"/>
                  <a:pt x="66949" y="25335"/>
                </a:cubicBezTo>
                <a:cubicBezTo>
                  <a:pt x="66917" y="25304"/>
                  <a:pt x="66886" y="25272"/>
                  <a:pt x="66854" y="25272"/>
                </a:cubicBezTo>
                <a:close/>
                <a:moveTo>
                  <a:pt x="27743" y="25853"/>
                </a:moveTo>
                <a:cubicBezTo>
                  <a:pt x="27741" y="25881"/>
                  <a:pt x="27725" y="25909"/>
                  <a:pt x="27584" y="25937"/>
                </a:cubicBezTo>
                <a:cubicBezTo>
                  <a:pt x="27553" y="25937"/>
                  <a:pt x="27521" y="25969"/>
                  <a:pt x="27521" y="25969"/>
                </a:cubicBezTo>
                <a:lnTo>
                  <a:pt x="27489" y="25969"/>
                </a:lnTo>
                <a:cubicBezTo>
                  <a:pt x="27489" y="25937"/>
                  <a:pt x="27521" y="25937"/>
                  <a:pt x="27521" y="25937"/>
                </a:cubicBezTo>
                <a:cubicBezTo>
                  <a:pt x="27577" y="25909"/>
                  <a:pt x="27659" y="25881"/>
                  <a:pt x="27743" y="25853"/>
                </a:cubicBezTo>
                <a:close/>
                <a:moveTo>
                  <a:pt x="67677" y="25019"/>
                </a:moveTo>
                <a:cubicBezTo>
                  <a:pt x="67614" y="25019"/>
                  <a:pt x="67551" y="25082"/>
                  <a:pt x="67519" y="25114"/>
                </a:cubicBezTo>
                <a:cubicBezTo>
                  <a:pt x="67392" y="25272"/>
                  <a:pt x="67266" y="25589"/>
                  <a:pt x="67266" y="25810"/>
                </a:cubicBezTo>
                <a:cubicBezTo>
                  <a:pt x="67266" y="25874"/>
                  <a:pt x="67266" y="25937"/>
                  <a:pt x="67297" y="25969"/>
                </a:cubicBezTo>
                <a:cubicBezTo>
                  <a:pt x="67329" y="26032"/>
                  <a:pt x="67361" y="26064"/>
                  <a:pt x="67424" y="26095"/>
                </a:cubicBezTo>
                <a:lnTo>
                  <a:pt x="67487" y="26095"/>
                </a:lnTo>
                <a:cubicBezTo>
                  <a:pt x="67646" y="26095"/>
                  <a:pt x="67709" y="25937"/>
                  <a:pt x="67772" y="25779"/>
                </a:cubicBezTo>
                <a:cubicBezTo>
                  <a:pt x="67836" y="25620"/>
                  <a:pt x="67867" y="25430"/>
                  <a:pt x="67867" y="25304"/>
                </a:cubicBezTo>
                <a:cubicBezTo>
                  <a:pt x="67867" y="25240"/>
                  <a:pt x="67867" y="25209"/>
                  <a:pt x="67836" y="25145"/>
                </a:cubicBezTo>
                <a:cubicBezTo>
                  <a:pt x="67836" y="25114"/>
                  <a:pt x="67804" y="25082"/>
                  <a:pt x="67772" y="25019"/>
                </a:cubicBezTo>
                <a:close/>
                <a:moveTo>
                  <a:pt x="46523" y="25747"/>
                </a:moveTo>
                <a:cubicBezTo>
                  <a:pt x="46523" y="25747"/>
                  <a:pt x="46523" y="25747"/>
                  <a:pt x="46523" y="25779"/>
                </a:cubicBezTo>
                <a:cubicBezTo>
                  <a:pt x="46523" y="25779"/>
                  <a:pt x="46523" y="25779"/>
                  <a:pt x="46523" y="25810"/>
                </a:cubicBezTo>
                <a:cubicBezTo>
                  <a:pt x="46554" y="25874"/>
                  <a:pt x="46491" y="26064"/>
                  <a:pt x="46428" y="26190"/>
                </a:cubicBezTo>
                <a:cubicBezTo>
                  <a:pt x="46396" y="26254"/>
                  <a:pt x="46332" y="26317"/>
                  <a:pt x="46301" y="26349"/>
                </a:cubicBezTo>
                <a:cubicBezTo>
                  <a:pt x="46301" y="26349"/>
                  <a:pt x="46269" y="26380"/>
                  <a:pt x="46269" y="26380"/>
                </a:cubicBezTo>
                <a:cubicBezTo>
                  <a:pt x="46269" y="26380"/>
                  <a:pt x="46237" y="26349"/>
                  <a:pt x="46237" y="26317"/>
                </a:cubicBezTo>
                <a:cubicBezTo>
                  <a:pt x="46237" y="26285"/>
                  <a:pt x="46237" y="26222"/>
                  <a:pt x="46237" y="26159"/>
                </a:cubicBezTo>
                <a:cubicBezTo>
                  <a:pt x="46237" y="26000"/>
                  <a:pt x="46269" y="25810"/>
                  <a:pt x="46269" y="25810"/>
                </a:cubicBezTo>
                <a:cubicBezTo>
                  <a:pt x="46269" y="25810"/>
                  <a:pt x="46269" y="25810"/>
                  <a:pt x="46269" y="25779"/>
                </a:cubicBezTo>
                <a:cubicBezTo>
                  <a:pt x="46301" y="25779"/>
                  <a:pt x="46396" y="25747"/>
                  <a:pt x="46459" y="25747"/>
                </a:cubicBezTo>
                <a:close/>
                <a:moveTo>
                  <a:pt x="65081" y="23657"/>
                </a:moveTo>
                <a:cubicBezTo>
                  <a:pt x="64986" y="23689"/>
                  <a:pt x="64891" y="23720"/>
                  <a:pt x="64827" y="23784"/>
                </a:cubicBezTo>
                <a:cubicBezTo>
                  <a:pt x="64764" y="23847"/>
                  <a:pt x="64732" y="23942"/>
                  <a:pt x="64701" y="24037"/>
                </a:cubicBezTo>
                <a:cubicBezTo>
                  <a:pt x="64701" y="24069"/>
                  <a:pt x="64701" y="24069"/>
                  <a:pt x="64701" y="24069"/>
                </a:cubicBezTo>
                <a:cubicBezTo>
                  <a:pt x="64701" y="24164"/>
                  <a:pt x="64732" y="24195"/>
                  <a:pt x="64732" y="24227"/>
                </a:cubicBezTo>
                <a:cubicBezTo>
                  <a:pt x="64732" y="24259"/>
                  <a:pt x="64732" y="24259"/>
                  <a:pt x="64732" y="24259"/>
                </a:cubicBezTo>
                <a:lnTo>
                  <a:pt x="64637" y="24259"/>
                </a:lnTo>
                <a:cubicBezTo>
                  <a:pt x="64447" y="24259"/>
                  <a:pt x="64321" y="24385"/>
                  <a:pt x="64257" y="24512"/>
                </a:cubicBezTo>
                <a:cubicBezTo>
                  <a:pt x="64194" y="24575"/>
                  <a:pt x="64194" y="24639"/>
                  <a:pt x="64162" y="24670"/>
                </a:cubicBezTo>
                <a:cubicBezTo>
                  <a:pt x="64162" y="24702"/>
                  <a:pt x="64162" y="24702"/>
                  <a:pt x="64131" y="24734"/>
                </a:cubicBezTo>
                <a:cubicBezTo>
                  <a:pt x="64067" y="24797"/>
                  <a:pt x="64036" y="24797"/>
                  <a:pt x="63877" y="24860"/>
                </a:cubicBezTo>
                <a:cubicBezTo>
                  <a:pt x="63687" y="24924"/>
                  <a:pt x="63624" y="25082"/>
                  <a:pt x="63592" y="25209"/>
                </a:cubicBezTo>
                <a:cubicBezTo>
                  <a:pt x="63592" y="25209"/>
                  <a:pt x="63560" y="25177"/>
                  <a:pt x="63529" y="25177"/>
                </a:cubicBezTo>
                <a:cubicBezTo>
                  <a:pt x="63465" y="25145"/>
                  <a:pt x="63434" y="25082"/>
                  <a:pt x="63339" y="25082"/>
                </a:cubicBezTo>
                <a:cubicBezTo>
                  <a:pt x="63307" y="25082"/>
                  <a:pt x="63244" y="25082"/>
                  <a:pt x="63212" y="25145"/>
                </a:cubicBezTo>
                <a:cubicBezTo>
                  <a:pt x="63149" y="25209"/>
                  <a:pt x="63149" y="25272"/>
                  <a:pt x="63149" y="25367"/>
                </a:cubicBezTo>
                <a:cubicBezTo>
                  <a:pt x="63149" y="25589"/>
                  <a:pt x="63212" y="25905"/>
                  <a:pt x="63307" y="26190"/>
                </a:cubicBezTo>
                <a:cubicBezTo>
                  <a:pt x="63370" y="26380"/>
                  <a:pt x="63529" y="26570"/>
                  <a:pt x="63624" y="26697"/>
                </a:cubicBezTo>
                <a:cubicBezTo>
                  <a:pt x="63782" y="26792"/>
                  <a:pt x="63877" y="26887"/>
                  <a:pt x="63972" y="26887"/>
                </a:cubicBezTo>
                <a:cubicBezTo>
                  <a:pt x="64067" y="26887"/>
                  <a:pt x="64257" y="26887"/>
                  <a:pt x="64352" y="26919"/>
                </a:cubicBezTo>
                <a:cubicBezTo>
                  <a:pt x="64416" y="26950"/>
                  <a:pt x="64542" y="26982"/>
                  <a:pt x="64669" y="26982"/>
                </a:cubicBezTo>
                <a:cubicBezTo>
                  <a:pt x="64732" y="26982"/>
                  <a:pt x="64827" y="26982"/>
                  <a:pt x="64891" y="26950"/>
                </a:cubicBezTo>
                <a:cubicBezTo>
                  <a:pt x="64954" y="26919"/>
                  <a:pt x="65017" y="26824"/>
                  <a:pt x="65017" y="26729"/>
                </a:cubicBezTo>
                <a:lnTo>
                  <a:pt x="65017" y="26697"/>
                </a:lnTo>
                <a:cubicBezTo>
                  <a:pt x="65017" y="26602"/>
                  <a:pt x="65017" y="26507"/>
                  <a:pt x="65017" y="26444"/>
                </a:cubicBezTo>
                <a:cubicBezTo>
                  <a:pt x="65017" y="26254"/>
                  <a:pt x="65049" y="26095"/>
                  <a:pt x="65144" y="26000"/>
                </a:cubicBezTo>
                <a:cubicBezTo>
                  <a:pt x="65207" y="25905"/>
                  <a:pt x="65271" y="25842"/>
                  <a:pt x="65334" y="25747"/>
                </a:cubicBezTo>
                <a:cubicBezTo>
                  <a:pt x="65429" y="25652"/>
                  <a:pt x="65461" y="25557"/>
                  <a:pt x="65461" y="25430"/>
                </a:cubicBezTo>
                <a:cubicBezTo>
                  <a:pt x="65461" y="25367"/>
                  <a:pt x="65461" y="25304"/>
                  <a:pt x="65429" y="25240"/>
                </a:cubicBezTo>
                <a:cubicBezTo>
                  <a:pt x="65366" y="24987"/>
                  <a:pt x="65239" y="24797"/>
                  <a:pt x="65239" y="24734"/>
                </a:cubicBezTo>
                <a:cubicBezTo>
                  <a:pt x="65239" y="24702"/>
                  <a:pt x="65239" y="24702"/>
                  <a:pt x="65271" y="24702"/>
                </a:cubicBezTo>
                <a:cubicBezTo>
                  <a:pt x="65334" y="24639"/>
                  <a:pt x="65397" y="24575"/>
                  <a:pt x="65461" y="24544"/>
                </a:cubicBezTo>
                <a:cubicBezTo>
                  <a:pt x="65492" y="24480"/>
                  <a:pt x="65587" y="24417"/>
                  <a:pt x="65587" y="24290"/>
                </a:cubicBezTo>
                <a:cubicBezTo>
                  <a:pt x="65587" y="24290"/>
                  <a:pt x="65587" y="24259"/>
                  <a:pt x="65556" y="24227"/>
                </a:cubicBezTo>
                <a:cubicBezTo>
                  <a:pt x="65524" y="24164"/>
                  <a:pt x="65492" y="24164"/>
                  <a:pt x="65461" y="24164"/>
                </a:cubicBezTo>
                <a:cubicBezTo>
                  <a:pt x="65397" y="24164"/>
                  <a:pt x="65397" y="24195"/>
                  <a:pt x="65366" y="24195"/>
                </a:cubicBezTo>
                <a:cubicBezTo>
                  <a:pt x="65334" y="24195"/>
                  <a:pt x="65334" y="24227"/>
                  <a:pt x="65302" y="24227"/>
                </a:cubicBezTo>
                <a:cubicBezTo>
                  <a:pt x="65302" y="24227"/>
                  <a:pt x="65302" y="24227"/>
                  <a:pt x="65271" y="24195"/>
                </a:cubicBezTo>
                <a:cubicBezTo>
                  <a:pt x="65239" y="24132"/>
                  <a:pt x="65239" y="24037"/>
                  <a:pt x="65207" y="23847"/>
                </a:cubicBezTo>
                <a:cubicBezTo>
                  <a:pt x="65207" y="23784"/>
                  <a:pt x="65207" y="23752"/>
                  <a:pt x="65176" y="23720"/>
                </a:cubicBezTo>
                <a:cubicBezTo>
                  <a:pt x="65144" y="23689"/>
                  <a:pt x="65112" y="23657"/>
                  <a:pt x="65081" y="23657"/>
                </a:cubicBezTo>
                <a:close/>
                <a:moveTo>
                  <a:pt x="65651" y="25842"/>
                </a:moveTo>
                <a:cubicBezTo>
                  <a:pt x="65556" y="25874"/>
                  <a:pt x="65492" y="25969"/>
                  <a:pt x="65492" y="26064"/>
                </a:cubicBezTo>
                <a:cubicBezTo>
                  <a:pt x="65461" y="26127"/>
                  <a:pt x="65461" y="26222"/>
                  <a:pt x="65461" y="26349"/>
                </a:cubicBezTo>
                <a:cubicBezTo>
                  <a:pt x="65429" y="26475"/>
                  <a:pt x="65334" y="26602"/>
                  <a:pt x="65334" y="26760"/>
                </a:cubicBezTo>
                <a:cubicBezTo>
                  <a:pt x="65334" y="26824"/>
                  <a:pt x="65366" y="26919"/>
                  <a:pt x="65429" y="26982"/>
                </a:cubicBezTo>
                <a:cubicBezTo>
                  <a:pt x="65461" y="27014"/>
                  <a:pt x="65492" y="27014"/>
                  <a:pt x="65524" y="27014"/>
                </a:cubicBezTo>
                <a:cubicBezTo>
                  <a:pt x="65682" y="27014"/>
                  <a:pt x="65746" y="26919"/>
                  <a:pt x="65841" y="26824"/>
                </a:cubicBezTo>
                <a:cubicBezTo>
                  <a:pt x="65872" y="26792"/>
                  <a:pt x="65904" y="26760"/>
                  <a:pt x="65936" y="26729"/>
                </a:cubicBezTo>
                <a:cubicBezTo>
                  <a:pt x="65936" y="26792"/>
                  <a:pt x="65936" y="26824"/>
                  <a:pt x="65936" y="26855"/>
                </a:cubicBezTo>
                <a:cubicBezTo>
                  <a:pt x="65936" y="26950"/>
                  <a:pt x="65967" y="27045"/>
                  <a:pt x="66031" y="27172"/>
                </a:cubicBezTo>
                <a:cubicBezTo>
                  <a:pt x="66157" y="27394"/>
                  <a:pt x="66379" y="27426"/>
                  <a:pt x="66474" y="27426"/>
                </a:cubicBezTo>
                <a:lnTo>
                  <a:pt x="66506" y="27426"/>
                </a:lnTo>
                <a:cubicBezTo>
                  <a:pt x="66537" y="27426"/>
                  <a:pt x="66569" y="27362"/>
                  <a:pt x="66569" y="27299"/>
                </a:cubicBezTo>
                <a:cubicBezTo>
                  <a:pt x="66569" y="27299"/>
                  <a:pt x="66569" y="27140"/>
                  <a:pt x="66537" y="26982"/>
                </a:cubicBezTo>
                <a:cubicBezTo>
                  <a:pt x="66506" y="26792"/>
                  <a:pt x="66474" y="26602"/>
                  <a:pt x="66316" y="26475"/>
                </a:cubicBezTo>
                <a:cubicBezTo>
                  <a:pt x="66284" y="26475"/>
                  <a:pt x="66252" y="26444"/>
                  <a:pt x="66221" y="26412"/>
                </a:cubicBezTo>
                <a:lnTo>
                  <a:pt x="66284" y="26412"/>
                </a:lnTo>
                <a:cubicBezTo>
                  <a:pt x="66347" y="26412"/>
                  <a:pt x="66442" y="26412"/>
                  <a:pt x="66506" y="26349"/>
                </a:cubicBezTo>
                <a:cubicBezTo>
                  <a:pt x="66569" y="26317"/>
                  <a:pt x="66601" y="26222"/>
                  <a:pt x="66601" y="26159"/>
                </a:cubicBezTo>
                <a:cubicBezTo>
                  <a:pt x="66601" y="26127"/>
                  <a:pt x="66601" y="26095"/>
                  <a:pt x="66569" y="26032"/>
                </a:cubicBezTo>
                <a:cubicBezTo>
                  <a:pt x="66506" y="25905"/>
                  <a:pt x="66379" y="25905"/>
                  <a:pt x="66284" y="25905"/>
                </a:cubicBezTo>
                <a:cubicBezTo>
                  <a:pt x="66126" y="25905"/>
                  <a:pt x="65999" y="25905"/>
                  <a:pt x="65936" y="25937"/>
                </a:cubicBezTo>
                <a:cubicBezTo>
                  <a:pt x="65904" y="25937"/>
                  <a:pt x="65841" y="25905"/>
                  <a:pt x="65809" y="25905"/>
                </a:cubicBezTo>
                <a:cubicBezTo>
                  <a:pt x="65746" y="25874"/>
                  <a:pt x="65746" y="25842"/>
                  <a:pt x="65746" y="25842"/>
                </a:cubicBezTo>
                <a:close/>
                <a:moveTo>
                  <a:pt x="60235" y="24100"/>
                </a:moveTo>
                <a:cubicBezTo>
                  <a:pt x="60140" y="24100"/>
                  <a:pt x="60077" y="24195"/>
                  <a:pt x="60077" y="24259"/>
                </a:cubicBezTo>
                <a:cubicBezTo>
                  <a:pt x="60109" y="24354"/>
                  <a:pt x="60140" y="24417"/>
                  <a:pt x="60172" y="24480"/>
                </a:cubicBezTo>
                <a:cubicBezTo>
                  <a:pt x="60235" y="24575"/>
                  <a:pt x="60330" y="24670"/>
                  <a:pt x="60425" y="24765"/>
                </a:cubicBezTo>
                <a:cubicBezTo>
                  <a:pt x="60489" y="24860"/>
                  <a:pt x="60552" y="24924"/>
                  <a:pt x="60584" y="24924"/>
                </a:cubicBezTo>
                <a:cubicBezTo>
                  <a:pt x="60615" y="24987"/>
                  <a:pt x="60742" y="25114"/>
                  <a:pt x="60869" y="25304"/>
                </a:cubicBezTo>
                <a:cubicBezTo>
                  <a:pt x="60995" y="25462"/>
                  <a:pt x="61122" y="25684"/>
                  <a:pt x="61122" y="25747"/>
                </a:cubicBezTo>
                <a:cubicBezTo>
                  <a:pt x="61122" y="25937"/>
                  <a:pt x="61217" y="26159"/>
                  <a:pt x="61312" y="26380"/>
                </a:cubicBezTo>
                <a:cubicBezTo>
                  <a:pt x="61407" y="26570"/>
                  <a:pt x="61502" y="26760"/>
                  <a:pt x="61565" y="26824"/>
                </a:cubicBezTo>
                <a:cubicBezTo>
                  <a:pt x="61629" y="26887"/>
                  <a:pt x="61755" y="27014"/>
                  <a:pt x="61914" y="27140"/>
                </a:cubicBezTo>
                <a:cubicBezTo>
                  <a:pt x="62040" y="27235"/>
                  <a:pt x="62167" y="27394"/>
                  <a:pt x="62199" y="27457"/>
                </a:cubicBezTo>
                <a:cubicBezTo>
                  <a:pt x="62230" y="27552"/>
                  <a:pt x="62325" y="27647"/>
                  <a:pt x="62420" y="27679"/>
                </a:cubicBezTo>
                <a:cubicBezTo>
                  <a:pt x="62420" y="27869"/>
                  <a:pt x="62547" y="27996"/>
                  <a:pt x="62610" y="28027"/>
                </a:cubicBezTo>
                <a:cubicBezTo>
                  <a:pt x="62705" y="28091"/>
                  <a:pt x="62832" y="28122"/>
                  <a:pt x="63022" y="28122"/>
                </a:cubicBezTo>
                <a:lnTo>
                  <a:pt x="63117" y="28122"/>
                </a:lnTo>
                <a:cubicBezTo>
                  <a:pt x="63180" y="28122"/>
                  <a:pt x="63275" y="28091"/>
                  <a:pt x="63339" y="28091"/>
                </a:cubicBezTo>
                <a:cubicBezTo>
                  <a:pt x="63339" y="28091"/>
                  <a:pt x="63370" y="28059"/>
                  <a:pt x="63402" y="28059"/>
                </a:cubicBezTo>
                <a:cubicBezTo>
                  <a:pt x="63516" y="28201"/>
                  <a:pt x="63629" y="28317"/>
                  <a:pt x="63811" y="28317"/>
                </a:cubicBezTo>
                <a:cubicBezTo>
                  <a:pt x="63832" y="28317"/>
                  <a:pt x="63854" y="28316"/>
                  <a:pt x="63877" y="28312"/>
                </a:cubicBezTo>
                <a:lnTo>
                  <a:pt x="64004" y="28312"/>
                </a:lnTo>
                <a:cubicBezTo>
                  <a:pt x="64131" y="28312"/>
                  <a:pt x="64289" y="28376"/>
                  <a:pt x="64447" y="28376"/>
                </a:cubicBezTo>
                <a:cubicBezTo>
                  <a:pt x="64479" y="28376"/>
                  <a:pt x="64511" y="28376"/>
                  <a:pt x="64542" y="28344"/>
                </a:cubicBezTo>
                <a:cubicBezTo>
                  <a:pt x="64574" y="28344"/>
                  <a:pt x="64606" y="28281"/>
                  <a:pt x="64637" y="28217"/>
                </a:cubicBezTo>
                <a:cubicBezTo>
                  <a:pt x="64637" y="28217"/>
                  <a:pt x="64637" y="28217"/>
                  <a:pt x="64637" y="28186"/>
                </a:cubicBezTo>
                <a:cubicBezTo>
                  <a:pt x="64637" y="28059"/>
                  <a:pt x="64542" y="27964"/>
                  <a:pt x="64479" y="27869"/>
                </a:cubicBezTo>
                <a:cubicBezTo>
                  <a:pt x="64416" y="27806"/>
                  <a:pt x="64321" y="27742"/>
                  <a:pt x="64226" y="27742"/>
                </a:cubicBezTo>
                <a:cubicBezTo>
                  <a:pt x="64226" y="27742"/>
                  <a:pt x="64067" y="27711"/>
                  <a:pt x="63941" y="27647"/>
                </a:cubicBezTo>
                <a:cubicBezTo>
                  <a:pt x="63814" y="27616"/>
                  <a:pt x="63687" y="27584"/>
                  <a:pt x="63687" y="27584"/>
                </a:cubicBezTo>
                <a:lnTo>
                  <a:pt x="63624" y="27584"/>
                </a:lnTo>
                <a:cubicBezTo>
                  <a:pt x="63560" y="27647"/>
                  <a:pt x="63497" y="27647"/>
                  <a:pt x="63434" y="27679"/>
                </a:cubicBezTo>
                <a:lnTo>
                  <a:pt x="63402" y="27679"/>
                </a:lnTo>
                <a:cubicBezTo>
                  <a:pt x="63275" y="27584"/>
                  <a:pt x="63149" y="27584"/>
                  <a:pt x="63054" y="27584"/>
                </a:cubicBezTo>
                <a:lnTo>
                  <a:pt x="62959" y="27584"/>
                </a:lnTo>
                <a:cubicBezTo>
                  <a:pt x="62927" y="27552"/>
                  <a:pt x="62927" y="27552"/>
                  <a:pt x="62927" y="27521"/>
                </a:cubicBezTo>
                <a:cubicBezTo>
                  <a:pt x="62864" y="27426"/>
                  <a:pt x="62800" y="27299"/>
                  <a:pt x="62674" y="27299"/>
                </a:cubicBezTo>
                <a:cubicBezTo>
                  <a:pt x="62674" y="27299"/>
                  <a:pt x="62642" y="27331"/>
                  <a:pt x="62642" y="27331"/>
                </a:cubicBezTo>
                <a:cubicBezTo>
                  <a:pt x="62642" y="27077"/>
                  <a:pt x="62674" y="26792"/>
                  <a:pt x="62737" y="26729"/>
                </a:cubicBezTo>
                <a:cubicBezTo>
                  <a:pt x="62800" y="26634"/>
                  <a:pt x="62800" y="26570"/>
                  <a:pt x="62800" y="26475"/>
                </a:cubicBezTo>
                <a:cubicBezTo>
                  <a:pt x="62800" y="26412"/>
                  <a:pt x="62800" y="26349"/>
                  <a:pt x="62769" y="26317"/>
                </a:cubicBezTo>
                <a:cubicBezTo>
                  <a:pt x="62737" y="26254"/>
                  <a:pt x="62674" y="26222"/>
                  <a:pt x="62579" y="26222"/>
                </a:cubicBezTo>
                <a:lnTo>
                  <a:pt x="62547" y="26222"/>
                </a:lnTo>
                <a:cubicBezTo>
                  <a:pt x="62547" y="26222"/>
                  <a:pt x="62547" y="26222"/>
                  <a:pt x="62515" y="26190"/>
                </a:cubicBezTo>
                <a:cubicBezTo>
                  <a:pt x="62420" y="26095"/>
                  <a:pt x="62294" y="25874"/>
                  <a:pt x="62104" y="25715"/>
                </a:cubicBezTo>
                <a:cubicBezTo>
                  <a:pt x="61850" y="25494"/>
                  <a:pt x="61660" y="25335"/>
                  <a:pt x="61470" y="25050"/>
                </a:cubicBezTo>
                <a:cubicBezTo>
                  <a:pt x="61217" y="24702"/>
                  <a:pt x="60932" y="24512"/>
                  <a:pt x="60774" y="24354"/>
                </a:cubicBezTo>
                <a:cubicBezTo>
                  <a:pt x="60647" y="24195"/>
                  <a:pt x="60425" y="24100"/>
                  <a:pt x="60299" y="24100"/>
                </a:cubicBezTo>
                <a:close/>
                <a:moveTo>
                  <a:pt x="65651" y="28249"/>
                </a:moveTo>
                <a:cubicBezTo>
                  <a:pt x="65556" y="28249"/>
                  <a:pt x="65429" y="28344"/>
                  <a:pt x="65397" y="28471"/>
                </a:cubicBezTo>
                <a:cubicBezTo>
                  <a:pt x="65397" y="28502"/>
                  <a:pt x="65397" y="28502"/>
                  <a:pt x="65397" y="28534"/>
                </a:cubicBezTo>
                <a:cubicBezTo>
                  <a:pt x="65397" y="28724"/>
                  <a:pt x="65556" y="28819"/>
                  <a:pt x="65682" y="28819"/>
                </a:cubicBezTo>
                <a:cubicBezTo>
                  <a:pt x="65777" y="28819"/>
                  <a:pt x="65904" y="28724"/>
                  <a:pt x="65904" y="28566"/>
                </a:cubicBezTo>
                <a:lnTo>
                  <a:pt x="65904" y="28534"/>
                </a:lnTo>
                <a:cubicBezTo>
                  <a:pt x="65904" y="28471"/>
                  <a:pt x="65872" y="28376"/>
                  <a:pt x="65841" y="28344"/>
                </a:cubicBezTo>
                <a:cubicBezTo>
                  <a:pt x="65777" y="28281"/>
                  <a:pt x="65714" y="28249"/>
                  <a:pt x="65651" y="28249"/>
                </a:cubicBezTo>
                <a:close/>
                <a:moveTo>
                  <a:pt x="66917" y="27932"/>
                </a:moveTo>
                <a:cubicBezTo>
                  <a:pt x="66854" y="27932"/>
                  <a:pt x="66759" y="27964"/>
                  <a:pt x="66727" y="28059"/>
                </a:cubicBezTo>
                <a:cubicBezTo>
                  <a:pt x="66664" y="28154"/>
                  <a:pt x="66601" y="28249"/>
                  <a:pt x="66537" y="28344"/>
                </a:cubicBezTo>
                <a:cubicBezTo>
                  <a:pt x="66474" y="28439"/>
                  <a:pt x="66411" y="28534"/>
                  <a:pt x="66411" y="28661"/>
                </a:cubicBezTo>
                <a:cubicBezTo>
                  <a:pt x="66411" y="28661"/>
                  <a:pt x="66411" y="28692"/>
                  <a:pt x="66411" y="28692"/>
                </a:cubicBezTo>
                <a:cubicBezTo>
                  <a:pt x="66411" y="28724"/>
                  <a:pt x="66442" y="28787"/>
                  <a:pt x="66474" y="28819"/>
                </a:cubicBezTo>
                <a:cubicBezTo>
                  <a:pt x="66506" y="28851"/>
                  <a:pt x="66537" y="28882"/>
                  <a:pt x="66569" y="28882"/>
                </a:cubicBezTo>
                <a:cubicBezTo>
                  <a:pt x="66696" y="28851"/>
                  <a:pt x="66759" y="28787"/>
                  <a:pt x="66854" y="28724"/>
                </a:cubicBezTo>
                <a:cubicBezTo>
                  <a:pt x="66886" y="28692"/>
                  <a:pt x="66949" y="28661"/>
                  <a:pt x="66949" y="28629"/>
                </a:cubicBezTo>
                <a:cubicBezTo>
                  <a:pt x="66981" y="28629"/>
                  <a:pt x="67044" y="28597"/>
                  <a:pt x="67107" y="28566"/>
                </a:cubicBezTo>
                <a:cubicBezTo>
                  <a:pt x="67139" y="28566"/>
                  <a:pt x="67202" y="28534"/>
                  <a:pt x="67234" y="28502"/>
                </a:cubicBezTo>
                <a:cubicBezTo>
                  <a:pt x="67297" y="28439"/>
                  <a:pt x="67329" y="28376"/>
                  <a:pt x="67329" y="28312"/>
                </a:cubicBezTo>
                <a:cubicBezTo>
                  <a:pt x="67329" y="28186"/>
                  <a:pt x="67266" y="28122"/>
                  <a:pt x="67202" y="28059"/>
                </a:cubicBezTo>
                <a:cubicBezTo>
                  <a:pt x="67107" y="27996"/>
                  <a:pt x="67044" y="27932"/>
                  <a:pt x="66917" y="27932"/>
                </a:cubicBezTo>
                <a:close/>
                <a:moveTo>
                  <a:pt x="79015" y="30276"/>
                </a:moveTo>
                <a:cubicBezTo>
                  <a:pt x="78920" y="30276"/>
                  <a:pt x="78857" y="30339"/>
                  <a:pt x="78793" y="30371"/>
                </a:cubicBezTo>
                <a:cubicBezTo>
                  <a:pt x="78635" y="30561"/>
                  <a:pt x="78445" y="30846"/>
                  <a:pt x="78445" y="30846"/>
                </a:cubicBezTo>
                <a:cubicBezTo>
                  <a:pt x="78445" y="30877"/>
                  <a:pt x="78413" y="30909"/>
                  <a:pt x="78445" y="30941"/>
                </a:cubicBezTo>
                <a:cubicBezTo>
                  <a:pt x="78445" y="30972"/>
                  <a:pt x="78477" y="30972"/>
                  <a:pt x="78477" y="31004"/>
                </a:cubicBezTo>
                <a:cubicBezTo>
                  <a:pt x="78540" y="31004"/>
                  <a:pt x="78572" y="31036"/>
                  <a:pt x="78603" y="31036"/>
                </a:cubicBezTo>
                <a:cubicBezTo>
                  <a:pt x="78762" y="31036"/>
                  <a:pt x="78888" y="30941"/>
                  <a:pt x="78983" y="30814"/>
                </a:cubicBezTo>
                <a:cubicBezTo>
                  <a:pt x="79078" y="30719"/>
                  <a:pt x="79173" y="30592"/>
                  <a:pt x="79173" y="30466"/>
                </a:cubicBezTo>
                <a:cubicBezTo>
                  <a:pt x="79173" y="30402"/>
                  <a:pt x="79142" y="30307"/>
                  <a:pt x="79078" y="30307"/>
                </a:cubicBezTo>
                <a:cubicBezTo>
                  <a:pt x="79047" y="30276"/>
                  <a:pt x="79047" y="30276"/>
                  <a:pt x="79015" y="30276"/>
                </a:cubicBezTo>
                <a:close/>
                <a:moveTo>
                  <a:pt x="75531" y="31606"/>
                </a:moveTo>
                <a:cubicBezTo>
                  <a:pt x="75500" y="31637"/>
                  <a:pt x="75500" y="31701"/>
                  <a:pt x="75500" y="31732"/>
                </a:cubicBezTo>
                <a:cubicBezTo>
                  <a:pt x="75500" y="31764"/>
                  <a:pt x="75500" y="31796"/>
                  <a:pt x="75531" y="31827"/>
                </a:cubicBezTo>
                <a:cubicBezTo>
                  <a:pt x="75563" y="31891"/>
                  <a:pt x="75626" y="31986"/>
                  <a:pt x="75690" y="32081"/>
                </a:cubicBezTo>
                <a:cubicBezTo>
                  <a:pt x="75753" y="32239"/>
                  <a:pt x="75880" y="32334"/>
                  <a:pt x="76038" y="32366"/>
                </a:cubicBezTo>
                <a:cubicBezTo>
                  <a:pt x="76133" y="32366"/>
                  <a:pt x="76228" y="32239"/>
                  <a:pt x="76228" y="32144"/>
                </a:cubicBezTo>
                <a:cubicBezTo>
                  <a:pt x="76228" y="32113"/>
                  <a:pt x="76228" y="32081"/>
                  <a:pt x="76228" y="32081"/>
                </a:cubicBezTo>
                <a:cubicBezTo>
                  <a:pt x="76260" y="31891"/>
                  <a:pt x="76101" y="31701"/>
                  <a:pt x="75785" y="31637"/>
                </a:cubicBezTo>
                <a:cubicBezTo>
                  <a:pt x="75721" y="31606"/>
                  <a:pt x="75658" y="31606"/>
                  <a:pt x="75626" y="31606"/>
                </a:cubicBezTo>
                <a:close/>
                <a:moveTo>
                  <a:pt x="49974" y="29167"/>
                </a:moveTo>
                <a:cubicBezTo>
                  <a:pt x="49911" y="29167"/>
                  <a:pt x="49848" y="29231"/>
                  <a:pt x="49784" y="29262"/>
                </a:cubicBezTo>
                <a:cubicBezTo>
                  <a:pt x="49658" y="29421"/>
                  <a:pt x="49626" y="29674"/>
                  <a:pt x="49531" y="29832"/>
                </a:cubicBezTo>
                <a:cubicBezTo>
                  <a:pt x="49436" y="29927"/>
                  <a:pt x="49341" y="30054"/>
                  <a:pt x="49278" y="30117"/>
                </a:cubicBezTo>
                <a:cubicBezTo>
                  <a:pt x="49214" y="30181"/>
                  <a:pt x="49183" y="30212"/>
                  <a:pt x="49151" y="30212"/>
                </a:cubicBezTo>
                <a:cubicBezTo>
                  <a:pt x="49151" y="30212"/>
                  <a:pt x="49151" y="30244"/>
                  <a:pt x="49151" y="30244"/>
                </a:cubicBezTo>
                <a:lnTo>
                  <a:pt x="49119" y="30244"/>
                </a:lnTo>
                <a:cubicBezTo>
                  <a:pt x="49024" y="30244"/>
                  <a:pt x="48929" y="30276"/>
                  <a:pt x="48834" y="30371"/>
                </a:cubicBezTo>
                <a:cubicBezTo>
                  <a:pt x="48739" y="30434"/>
                  <a:pt x="48644" y="30561"/>
                  <a:pt x="48644" y="30751"/>
                </a:cubicBezTo>
                <a:cubicBezTo>
                  <a:pt x="48644" y="30782"/>
                  <a:pt x="48644" y="30846"/>
                  <a:pt x="48676" y="30909"/>
                </a:cubicBezTo>
                <a:cubicBezTo>
                  <a:pt x="48739" y="31067"/>
                  <a:pt x="48771" y="31226"/>
                  <a:pt x="48771" y="31352"/>
                </a:cubicBezTo>
                <a:cubicBezTo>
                  <a:pt x="48771" y="31511"/>
                  <a:pt x="48708" y="31637"/>
                  <a:pt x="48676" y="31701"/>
                </a:cubicBezTo>
                <a:cubicBezTo>
                  <a:pt x="48613" y="31764"/>
                  <a:pt x="48613" y="31859"/>
                  <a:pt x="48613" y="31922"/>
                </a:cubicBezTo>
                <a:cubicBezTo>
                  <a:pt x="48613" y="32144"/>
                  <a:pt x="48739" y="32461"/>
                  <a:pt x="48708" y="32651"/>
                </a:cubicBezTo>
                <a:cubicBezTo>
                  <a:pt x="48708" y="32651"/>
                  <a:pt x="48708" y="32683"/>
                  <a:pt x="48708" y="32683"/>
                </a:cubicBezTo>
                <a:cubicBezTo>
                  <a:pt x="48708" y="32714"/>
                  <a:pt x="48708" y="32778"/>
                  <a:pt x="48708" y="32809"/>
                </a:cubicBezTo>
                <a:cubicBezTo>
                  <a:pt x="48708" y="32936"/>
                  <a:pt x="48739" y="33031"/>
                  <a:pt x="48834" y="33126"/>
                </a:cubicBezTo>
                <a:cubicBezTo>
                  <a:pt x="48898" y="33221"/>
                  <a:pt x="49024" y="33253"/>
                  <a:pt x="49151" y="33253"/>
                </a:cubicBezTo>
                <a:cubicBezTo>
                  <a:pt x="49278" y="33253"/>
                  <a:pt x="49404" y="33221"/>
                  <a:pt x="49499" y="33126"/>
                </a:cubicBezTo>
                <a:cubicBezTo>
                  <a:pt x="49594" y="33031"/>
                  <a:pt x="49658" y="32904"/>
                  <a:pt x="49721" y="32746"/>
                </a:cubicBezTo>
                <a:cubicBezTo>
                  <a:pt x="49816" y="32398"/>
                  <a:pt x="49848" y="32081"/>
                  <a:pt x="49943" y="31859"/>
                </a:cubicBezTo>
                <a:cubicBezTo>
                  <a:pt x="50006" y="31701"/>
                  <a:pt x="50069" y="31479"/>
                  <a:pt x="50101" y="31289"/>
                </a:cubicBezTo>
                <a:cubicBezTo>
                  <a:pt x="50164" y="31099"/>
                  <a:pt x="50196" y="30941"/>
                  <a:pt x="50196" y="30877"/>
                </a:cubicBezTo>
                <a:cubicBezTo>
                  <a:pt x="50259" y="30719"/>
                  <a:pt x="50386" y="30307"/>
                  <a:pt x="50386" y="30022"/>
                </a:cubicBezTo>
                <a:cubicBezTo>
                  <a:pt x="50386" y="29991"/>
                  <a:pt x="50354" y="29991"/>
                  <a:pt x="50354" y="29959"/>
                </a:cubicBezTo>
                <a:cubicBezTo>
                  <a:pt x="50354" y="29801"/>
                  <a:pt x="50354" y="29642"/>
                  <a:pt x="50291" y="29516"/>
                </a:cubicBezTo>
                <a:cubicBezTo>
                  <a:pt x="50259" y="29389"/>
                  <a:pt x="50196" y="29262"/>
                  <a:pt x="50069" y="29199"/>
                </a:cubicBezTo>
                <a:cubicBezTo>
                  <a:pt x="50038" y="29199"/>
                  <a:pt x="50006" y="29167"/>
                  <a:pt x="49974" y="29167"/>
                </a:cubicBezTo>
                <a:close/>
                <a:moveTo>
                  <a:pt x="62009" y="3389"/>
                </a:moveTo>
                <a:cubicBezTo>
                  <a:pt x="61914" y="3389"/>
                  <a:pt x="61819" y="3420"/>
                  <a:pt x="61755" y="3452"/>
                </a:cubicBezTo>
                <a:cubicBezTo>
                  <a:pt x="61724" y="3484"/>
                  <a:pt x="61724" y="3484"/>
                  <a:pt x="61692" y="3515"/>
                </a:cubicBezTo>
                <a:cubicBezTo>
                  <a:pt x="61660" y="3547"/>
                  <a:pt x="61692" y="3547"/>
                  <a:pt x="61660" y="3547"/>
                </a:cubicBezTo>
                <a:cubicBezTo>
                  <a:pt x="61660" y="3579"/>
                  <a:pt x="61597" y="3611"/>
                  <a:pt x="61502" y="3642"/>
                </a:cubicBezTo>
                <a:cubicBezTo>
                  <a:pt x="61217" y="3801"/>
                  <a:pt x="61027" y="3864"/>
                  <a:pt x="60964" y="3896"/>
                </a:cubicBezTo>
                <a:cubicBezTo>
                  <a:pt x="60932" y="3896"/>
                  <a:pt x="60805" y="3864"/>
                  <a:pt x="60679" y="3832"/>
                </a:cubicBezTo>
                <a:cubicBezTo>
                  <a:pt x="60615" y="3801"/>
                  <a:pt x="60552" y="3769"/>
                  <a:pt x="60520" y="3769"/>
                </a:cubicBezTo>
                <a:cubicBezTo>
                  <a:pt x="60489" y="3769"/>
                  <a:pt x="60489" y="3737"/>
                  <a:pt x="60457" y="3737"/>
                </a:cubicBezTo>
                <a:cubicBezTo>
                  <a:pt x="60394" y="3706"/>
                  <a:pt x="60362" y="3706"/>
                  <a:pt x="60330" y="3706"/>
                </a:cubicBezTo>
                <a:cubicBezTo>
                  <a:pt x="60204" y="3706"/>
                  <a:pt x="60045" y="3769"/>
                  <a:pt x="59887" y="3832"/>
                </a:cubicBezTo>
                <a:cubicBezTo>
                  <a:pt x="59729" y="3927"/>
                  <a:pt x="59602" y="4022"/>
                  <a:pt x="59507" y="4022"/>
                </a:cubicBezTo>
                <a:lnTo>
                  <a:pt x="59443" y="4022"/>
                </a:lnTo>
                <a:cubicBezTo>
                  <a:pt x="59348" y="3991"/>
                  <a:pt x="59253" y="3991"/>
                  <a:pt x="59158" y="3991"/>
                </a:cubicBezTo>
                <a:cubicBezTo>
                  <a:pt x="59000" y="3991"/>
                  <a:pt x="58842" y="4022"/>
                  <a:pt x="58715" y="4086"/>
                </a:cubicBezTo>
                <a:cubicBezTo>
                  <a:pt x="58525" y="4181"/>
                  <a:pt x="58367" y="4181"/>
                  <a:pt x="58177" y="4371"/>
                </a:cubicBezTo>
                <a:cubicBezTo>
                  <a:pt x="58082" y="4434"/>
                  <a:pt x="57955" y="4497"/>
                  <a:pt x="57860" y="4529"/>
                </a:cubicBezTo>
                <a:cubicBezTo>
                  <a:pt x="57765" y="4561"/>
                  <a:pt x="57702" y="4592"/>
                  <a:pt x="57670" y="4592"/>
                </a:cubicBezTo>
                <a:lnTo>
                  <a:pt x="56973" y="4592"/>
                </a:lnTo>
                <a:cubicBezTo>
                  <a:pt x="56942" y="4592"/>
                  <a:pt x="56910" y="4592"/>
                  <a:pt x="56878" y="4624"/>
                </a:cubicBezTo>
                <a:cubicBezTo>
                  <a:pt x="56847" y="4656"/>
                  <a:pt x="56815" y="4687"/>
                  <a:pt x="56815" y="4751"/>
                </a:cubicBezTo>
                <a:cubicBezTo>
                  <a:pt x="56815" y="4846"/>
                  <a:pt x="56847" y="4877"/>
                  <a:pt x="56878" y="4941"/>
                </a:cubicBezTo>
                <a:cubicBezTo>
                  <a:pt x="56966" y="5028"/>
                  <a:pt x="57108" y="5116"/>
                  <a:pt x="57228" y="5179"/>
                </a:cubicBezTo>
                <a:lnTo>
                  <a:pt x="57228" y="5179"/>
                </a:lnTo>
                <a:cubicBezTo>
                  <a:pt x="57204" y="5171"/>
                  <a:pt x="57180" y="5162"/>
                  <a:pt x="57163" y="5162"/>
                </a:cubicBezTo>
                <a:cubicBezTo>
                  <a:pt x="57037" y="5099"/>
                  <a:pt x="56973" y="5099"/>
                  <a:pt x="56942" y="5067"/>
                </a:cubicBezTo>
                <a:cubicBezTo>
                  <a:pt x="56910" y="5067"/>
                  <a:pt x="56878" y="5036"/>
                  <a:pt x="56783" y="4941"/>
                </a:cubicBezTo>
                <a:cubicBezTo>
                  <a:pt x="56688" y="4814"/>
                  <a:pt x="56562" y="4751"/>
                  <a:pt x="56435" y="4751"/>
                </a:cubicBezTo>
                <a:cubicBezTo>
                  <a:pt x="56308" y="4751"/>
                  <a:pt x="56213" y="4782"/>
                  <a:pt x="56150" y="4909"/>
                </a:cubicBezTo>
                <a:cubicBezTo>
                  <a:pt x="56087" y="5004"/>
                  <a:pt x="56087" y="5131"/>
                  <a:pt x="56055" y="5226"/>
                </a:cubicBezTo>
                <a:cubicBezTo>
                  <a:pt x="56055" y="5257"/>
                  <a:pt x="56055" y="5289"/>
                  <a:pt x="56055" y="5321"/>
                </a:cubicBezTo>
                <a:cubicBezTo>
                  <a:pt x="55992" y="5321"/>
                  <a:pt x="55960" y="5352"/>
                  <a:pt x="55928" y="5352"/>
                </a:cubicBezTo>
                <a:cubicBezTo>
                  <a:pt x="55928" y="5352"/>
                  <a:pt x="55928" y="5321"/>
                  <a:pt x="55928" y="5321"/>
                </a:cubicBezTo>
                <a:cubicBezTo>
                  <a:pt x="55897" y="5226"/>
                  <a:pt x="55897" y="5099"/>
                  <a:pt x="55897" y="5004"/>
                </a:cubicBezTo>
                <a:cubicBezTo>
                  <a:pt x="55897" y="4972"/>
                  <a:pt x="55865" y="4909"/>
                  <a:pt x="55865" y="4877"/>
                </a:cubicBezTo>
                <a:cubicBezTo>
                  <a:pt x="55865" y="4846"/>
                  <a:pt x="55865" y="4814"/>
                  <a:pt x="55833" y="4814"/>
                </a:cubicBezTo>
                <a:cubicBezTo>
                  <a:pt x="55802" y="4782"/>
                  <a:pt x="55770" y="4751"/>
                  <a:pt x="55738" y="4751"/>
                </a:cubicBezTo>
                <a:cubicBezTo>
                  <a:pt x="55643" y="4751"/>
                  <a:pt x="55612" y="4814"/>
                  <a:pt x="55580" y="4877"/>
                </a:cubicBezTo>
                <a:cubicBezTo>
                  <a:pt x="55517" y="5004"/>
                  <a:pt x="55485" y="5036"/>
                  <a:pt x="55453" y="5099"/>
                </a:cubicBezTo>
                <a:cubicBezTo>
                  <a:pt x="55419" y="5116"/>
                  <a:pt x="55395" y="5151"/>
                  <a:pt x="55384" y="5189"/>
                </a:cubicBezTo>
                <a:lnTo>
                  <a:pt x="55384" y="5189"/>
                </a:lnTo>
                <a:cubicBezTo>
                  <a:pt x="55388" y="5170"/>
                  <a:pt x="55390" y="5150"/>
                  <a:pt x="55390" y="5131"/>
                </a:cubicBezTo>
                <a:cubicBezTo>
                  <a:pt x="55390" y="5036"/>
                  <a:pt x="55358" y="4941"/>
                  <a:pt x="55263" y="4877"/>
                </a:cubicBezTo>
                <a:cubicBezTo>
                  <a:pt x="55073" y="4782"/>
                  <a:pt x="54946" y="4624"/>
                  <a:pt x="54788" y="4529"/>
                </a:cubicBezTo>
                <a:lnTo>
                  <a:pt x="54693" y="4529"/>
                </a:lnTo>
                <a:cubicBezTo>
                  <a:pt x="54566" y="4529"/>
                  <a:pt x="54471" y="4624"/>
                  <a:pt x="54408" y="4719"/>
                </a:cubicBezTo>
                <a:cubicBezTo>
                  <a:pt x="54345" y="4814"/>
                  <a:pt x="54281" y="4909"/>
                  <a:pt x="54218" y="4941"/>
                </a:cubicBezTo>
                <a:cubicBezTo>
                  <a:pt x="54155" y="5004"/>
                  <a:pt x="54123" y="5067"/>
                  <a:pt x="54091" y="5099"/>
                </a:cubicBezTo>
                <a:cubicBezTo>
                  <a:pt x="54060" y="5131"/>
                  <a:pt x="54060" y="5162"/>
                  <a:pt x="53996" y="5162"/>
                </a:cubicBezTo>
                <a:cubicBezTo>
                  <a:pt x="53838" y="5194"/>
                  <a:pt x="53743" y="5321"/>
                  <a:pt x="53743" y="5479"/>
                </a:cubicBezTo>
                <a:cubicBezTo>
                  <a:pt x="53743" y="5637"/>
                  <a:pt x="53806" y="5764"/>
                  <a:pt x="53965" y="5859"/>
                </a:cubicBezTo>
                <a:cubicBezTo>
                  <a:pt x="54060" y="5922"/>
                  <a:pt x="54123" y="5954"/>
                  <a:pt x="54186" y="6017"/>
                </a:cubicBezTo>
                <a:cubicBezTo>
                  <a:pt x="54218" y="6017"/>
                  <a:pt x="54218" y="6049"/>
                  <a:pt x="54218" y="6049"/>
                </a:cubicBezTo>
                <a:lnTo>
                  <a:pt x="54218" y="6081"/>
                </a:lnTo>
                <a:cubicBezTo>
                  <a:pt x="54186" y="6081"/>
                  <a:pt x="54091" y="6049"/>
                  <a:pt x="54060" y="6017"/>
                </a:cubicBezTo>
                <a:cubicBezTo>
                  <a:pt x="53996" y="6017"/>
                  <a:pt x="53933" y="5986"/>
                  <a:pt x="53933" y="5986"/>
                </a:cubicBezTo>
                <a:cubicBezTo>
                  <a:pt x="53901" y="5986"/>
                  <a:pt x="53680" y="5859"/>
                  <a:pt x="53521" y="5827"/>
                </a:cubicBezTo>
                <a:cubicBezTo>
                  <a:pt x="53507" y="5831"/>
                  <a:pt x="53493" y="5832"/>
                  <a:pt x="53478" y="5832"/>
                </a:cubicBezTo>
                <a:cubicBezTo>
                  <a:pt x="53353" y="5832"/>
                  <a:pt x="53187" y="5729"/>
                  <a:pt x="53046" y="5701"/>
                </a:cubicBezTo>
                <a:cubicBezTo>
                  <a:pt x="52983" y="5701"/>
                  <a:pt x="52920" y="5669"/>
                  <a:pt x="52825" y="5669"/>
                </a:cubicBezTo>
                <a:cubicBezTo>
                  <a:pt x="52698" y="5701"/>
                  <a:pt x="52540" y="5701"/>
                  <a:pt x="52413" y="5796"/>
                </a:cubicBezTo>
                <a:cubicBezTo>
                  <a:pt x="52381" y="5859"/>
                  <a:pt x="52318" y="5922"/>
                  <a:pt x="52286" y="5986"/>
                </a:cubicBezTo>
                <a:cubicBezTo>
                  <a:pt x="52223" y="6049"/>
                  <a:pt x="52160" y="6081"/>
                  <a:pt x="52160" y="6081"/>
                </a:cubicBezTo>
                <a:lnTo>
                  <a:pt x="52128" y="6081"/>
                </a:lnTo>
                <a:cubicBezTo>
                  <a:pt x="52096" y="6049"/>
                  <a:pt x="52065" y="6017"/>
                  <a:pt x="52033" y="5986"/>
                </a:cubicBezTo>
                <a:cubicBezTo>
                  <a:pt x="52001" y="5954"/>
                  <a:pt x="51938" y="5922"/>
                  <a:pt x="51875" y="5922"/>
                </a:cubicBezTo>
                <a:cubicBezTo>
                  <a:pt x="51811" y="5922"/>
                  <a:pt x="51748" y="5954"/>
                  <a:pt x="51685" y="5986"/>
                </a:cubicBezTo>
                <a:lnTo>
                  <a:pt x="51336" y="5986"/>
                </a:lnTo>
                <a:cubicBezTo>
                  <a:pt x="51273" y="5986"/>
                  <a:pt x="51178" y="5986"/>
                  <a:pt x="51115" y="6081"/>
                </a:cubicBezTo>
                <a:cubicBezTo>
                  <a:pt x="51083" y="6112"/>
                  <a:pt x="51083" y="6112"/>
                  <a:pt x="51083" y="6144"/>
                </a:cubicBezTo>
                <a:cubicBezTo>
                  <a:pt x="51051" y="6112"/>
                  <a:pt x="50956" y="6081"/>
                  <a:pt x="50861" y="6049"/>
                </a:cubicBezTo>
                <a:cubicBezTo>
                  <a:pt x="50766" y="6017"/>
                  <a:pt x="50703" y="5986"/>
                  <a:pt x="50639" y="5986"/>
                </a:cubicBezTo>
                <a:cubicBezTo>
                  <a:pt x="50513" y="5986"/>
                  <a:pt x="50449" y="6049"/>
                  <a:pt x="50386" y="6112"/>
                </a:cubicBezTo>
                <a:cubicBezTo>
                  <a:pt x="50323" y="6144"/>
                  <a:pt x="50291" y="6176"/>
                  <a:pt x="50164" y="6207"/>
                </a:cubicBezTo>
                <a:cubicBezTo>
                  <a:pt x="50101" y="6239"/>
                  <a:pt x="50038" y="6239"/>
                  <a:pt x="49974" y="6239"/>
                </a:cubicBezTo>
                <a:cubicBezTo>
                  <a:pt x="49879" y="6239"/>
                  <a:pt x="49784" y="6207"/>
                  <a:pt x="49721" y="6207"/>
                </a:cubicBezTo>
                <a:cubicBezTo>
                  <a:pt x="49626" y="6207"/>
                  <a:pt x="49531" y="6239"/>
                  <a:pt x="49468" y="6334"/>
                </a:cubicBezTo>
                <a:cubicBezTo>
                  <a:pt x="49446" y="6356"/>
                  <a:pt x="49424" y="6392"/>
                  <a:pt x="49403" y="6423"/>
                </a:cubicBezTo>
                <a:lnTo>
                  <a:pt x="49403" y="6423"/>
                </a:lnTo>
                <a:cubicBezTo>
                  <a:pt x="49404" y="6417"/>
                  <a:pt x="49404" y="6410"/>
                  <a:pt x="49404" y="6397"/>
                </a:cubicBezTo>
                <a:cubicBezTo>
                  <a:pt x="49436" y="6302"/>
                  <a:pt x="49499" y="6239"/>
                  <a:pt x="49499" y="6144"/>
                </a:cubicBezTo>
                <a:cubicBezTo>
                  <a:pt x="49499" y="6081"/>
                  <a:pt x="49468" y="6049"/>
                  <a:pt x="49436" y="5986"/>
                </a:cubicBezTo>
                <a:cubicBezTo>
                  <a:pt x="49341" y="5922"/>
                  <a:pt x="49246" y="5922"/>
                  <a:pt x="49151" y="5922"/>
                </a:cubicBezTo>
                <a:lnTo>
                  <a:pt x="48929" y="5922"/>
                </a:lnTo>
                <a:cubicBezTo>
                  <a:pt x="48866" y="5954"/>
                  <a:pt x="48803" y="5954"/>
                  <a:pt x="48739" y="6017"/>
                </a:cubicBezTo>
                <a:cubicBezTo>
                  <a:pt x="48708" y="6112"/>
                  <a:pt x="48708" y="6176"/>
                  <a:pt x="48708" y="6239"/>
                </a:cubicBezTo>
                <a:cubicBezTo>
                  <a:pt x="48708" y="6366"/>
                  <a:pt x="48708" y="6492"/>
                  <a:pt x="48739" y="6587"/>
                </a:cubicBezTo>
                <a:cubicBezTo>
                  <a:pt x="48771" y="6587"/>
                  <a:pt x="48771" y="6587"/>
                  <a:pt x="48771" y="6619"/>
                </a:cubicBezTo>
                <a:cubicBezTo>
                  <a:pt x="48739" y="6587"/>
                  <a:pt x="48676" y="6556"/>
                  <a:pt x="48644" y="6556"/>
                </a:cubicBezTo>
                <a:lnTo>
                  <a:pt x="48581" y="6556"/>
                </a:lnTo>
                <a:cubicBezTo>
                  <a:pt x="48549" y="6556"/>
                  <a:pt x="48486" y="6587"/>
                  <a:pt x="48454" y="6587"/>
                </a:cubicBezTo>
                <a:cubicBezTo>
                  <a:pt x="48454" y="6587"/>
                  <a:pt x="48486" y="6556"/>
                  <a:pt x="48486" y="6524"/>
                </a:cubicBezTo>
                <a:cubicBezTo>
                  <a:pt x="48486" y="6397"/>
                  <a:pt x="48423" y="6366"/>
                  <a:pt x="48359" y="6334"/>
                </a:cubicBezTo>
                <a:cubicBezTo>
                  <a:pt x="48201" y="6239"/>
                  <a:pt x="48011" y="6144"/>
                  <a:pt x="47726" y="6081"/>
                </a:cubicBezTo>
                <a:cubicBezTo>
                  <a:pt x="47441" y="6049"/>
                  <a:pt x="47124" y="6049"/>
                  <a:pt x="46713" y="5859"/>
                </a:cubicBezTo>
                <a:cubicBezTo>
                  <a:pt x="46301" y="5669"/>
                  <a:pt x="46206" y="5606"/>
                  <a:pt x="46016" y="5542"/>
                </a:cubicBezTo>
                <a:cubicBezTo>
                  <a:pt x="45857" y="5479"/>
                  <a:pt x="45161" y="5352"/>
                  <a:pt x="44622" y="5321"/>
                </a:cubicBezTo>
                <a:cubicBezTo>
                  <a:pt x="44496" y="5321"/>
                  <a:pt x="44401" y="5352"/>
                  <a:pt x="44306" y="5352"/>
                </a:cubicBezTo>
                <a:cubicBezTo>
                  <a:pt x="44052" y="5416"/>
                  <a:pt x="43609" y="5542"/>
                  <a:pt x="43229" y="5669"/>
                </a:cubicBezTo>
                <a:cubicBezTo>
                  <a:pt x="43007" y="5732"/>
                  <a:pt x="42817" y="5796"/>
                  <a:pt x="42691" y="5859"/>
                </a:cubicBezTo>
                <a:cubicBezTo>
                  <a:pt x="42627" y="5891"/>
                  <a:pt x="42564" y="5922"/>
                  <a:pt x="42501" y="5922"/>
                </a:cubicBezTo>
                <a:cubicBezTo>
                  <a:pt x="42469" y="5954"/>
                  <a:pt x="42437" y="5954"/>
                  <a:pt x="42406" y="5986"/>
                </a:cubicBezTo>
                <a:cubicBezTo>
                  <a:pt x="42342" y="6049"/>
                  <a:pt x="42311" y="6144"/>
                  <a:pt x="42216" y="6271"/>
                </a:cubicBezTo>
                <a:cubicBezTo>
                  <a:pt x="42152" y="6366"/>
                  <a:pt x="42089" y="6492"/>
                  <a:pt x="41962" y="6619"/>
                </a:cubicBezTo>
                <a:cubicBezTo>
                  <a:pt x="41709" y="6872"/>
                  <a:pt x="41265" y="7411"/>
                  <a:pt x="40949" y="7474"/>
                </a:cubicBezTo>
                <a:cubicBezTo>
                  <a:pt x="40759" y="7537"/>
                  <a:pt x="40537" y="7664"/>
                  <a:pt x="40410" y="7791"/>
                </a:cubicBezTo>
                <a:cubicBezTo>
                  <a:pt x="40315" y="7854"/>
                  <a:pt x="40252" y="7917"/>
                  <a:pt x="40189" y="7981"/>
                </a:cubicBezTo>
                <a:cubicBezTo>
                  <a:pt x="40157" y="8044"/>
                  <a:pt x="40125" y="8076"/>
                  <a:pt x="40094" y="8171"/>
                </a:cubicBezTo>
                <a:cubicBezTo>
                  <a:pt x="40125" y="8234"/>
                  <a:pt x="40157" y="8329"/>
                  <a:pt x="40157" y="8424"/>
                </a:cubicBezTo>
                <a:cubicBezTo>
                  <a:pt x="40189" y="8519"/>
                  <a:pt x="40220" y="8614"/>
                  <a:pt x="40220" y="8646"/>
                </a:cubicBezTo>
                <a:cubicBezTo>
                  <a:pt x="40220" y="8678"/>
                  <a:pt x="40220" y="8709"/>
                  <a:pt x="40220" y="8741"/>
                </a:cubicBezTo>
                <a:cubicBezTo>
                  <a:pt x="40220" y="8836"/>
                  <a:pt x="40252" y="8931"/>
                  <a:pt x="40315" y="9058"/>
                </a:cubicBezTo>
                <a:cubicBezTo>
                  <a:pt x="40347" y="9153"/>
                  <a:pt x="40442" y="9279"/>
                  <a:pt x="40569" y="9311"/>
                </a:cubicBezTo>
                <a:cubicBezTo>
                  <a:pt x="40664" y="9374"/>
                  <a:pt x="40790" y="9406"/>
                  <a:pt x="40885" y="9406"/>
                </a:cubicBezTo>
                <a:cubicBezTo>
                  <a:pt x="40949" y="9406"/>
                  <a:pt x="40980" y="9374"/>
                  <a:pt x="41044" y="9374"/>
                </a:cubicBezTo>
                <a:cubicBezTo>
                  <a:pt x="40949" y="9406"/>
                  <a:pt x="40854" y="9469"/>
                  <a:pt x="40822" y="9564"/>
                </a:cubicBezTo>
                <a:cubicBezTo>
                  <a:pt x="40759" y="9691"/>
                  <a:pt x="40727" y="9849"/>
                  <a:pt x="40727" y="9976"/>
                </a:cubicBezTo>
                <a:cubicBezTo>
                  <a:pt x="40727" y="10071"/>
                  <a:pt x="40759" y="10134"/>
                  <a:pt x="40790" y="10198"/>
                </a:cubicBezTo>
                <a:cubicBezTo>
                  <a:pt x="40822" y="10229"/>
                  <a:pt x="40822" y="10261"/>
                  <a:pt x="40854" y="10293"/>
                </a:cubicBezTo>
                <a:cubicBezTo>
                  <a:pt x="40790" y="10293"/>
                  <a:pt x="40727" y="10261"/>
                  <a:pt x="40664" y="10261"/>
                </a:cubicBezTo>
                <a:cubicBezTo>
                  <a:pt x="40505" y="10261"/>
                  <a:pt x="40379" y="10293"/>
                  <a:pt x="40284" y="10419"/>
                </a:cubicBezTo>
                <a:cubicBezTo>
                  <a:pt x="40157" y="10546"/>
                  <a:pt x="39935" y="10768"/>
                  <a:pt x="39872" y="10863"/>
                </a:cubicBezTo>
                <a:cubicBezTo>
                  <a:pt x="39840" y="10863"/>
                  <a:pt x="39745" y="10863"/>
                  <a:pt x="39682" y="10894"/>
                </a:cubicBezTo>
                <a:cubicBezTo>
                  <a:pt x="39650" y="10894"/>
                  <a:pt x="39619" y="10894"/>
                  <a:pt x="39587" y="10926"/>
                </a:cubicBezTo>
                <a:cubicBezTo>
                  <a:pt x="39587" y="10894"/>
                  <a:pt x="39587" y="10894"/>
                  <a:pt x="39587" y="10894"/>
                </a:cubicBezTo>
                <a:cubicBezTo>
                  <a:pt x="39555" y="10673"/>
                  <a:pt x="39365" y="10388"/>
                  <a:pt x="39144" y="10261"/>
                </a:cubicBezTo>
                <a:cubicBezTo>
                  <a:pt x="39112" y="10261"/>
                  <a:pt x="39017" y="10134"/>
                  <a:pt x="38922" y="9976"/>
                </a:cubicBezTo>
                <a:cubicBezTo>
                  <a:pt x="38827" y="9849"/>
                  <a:pt x="38764" y="9723"/>
                  <a:pt x="38700" y="9659"/>
                </a:cubicBezTo>
                <a:cubicBezTo>
                  <a:pt x="38700" y="9628"/>
                  <a:pt x="38732" y="9501"/>
                  <a:pt x="38764" y="9343"/>
                </a:cubicBezTo>
                <a:cubicBezTo>
                  <a:pt x="38764" y="9279"/>
                  <a:pt x="38732" y="9216"/>
                  <a:pt x="38669" y="9153"/>
                </a:cubicBezTo>
                <a:cubicBezTo>
                  <a:pt x="38605" y="9058"/>
                  <a:pt x="38542" y="8994"/>
                  <a:pt x="38479" y="8963"/>
                </a:cubicBezTo>
                <a:cubicBezTo>
                  <a:pt x="38415" y="8931"/>
                  <a:pt x="38352" y="8931"/>
                  <a:pt x="38289" y="8868"/>
                </a:cubicBezTo>
                <a:cubicBezTo>
                  <a:pt x="38225" y="8836"/>
                  <a:pt x="38162" y="8804"/>
                  <a:pt x="38130" y="8804"/>
                </a:cubicBezTo>
                <a:cubicBezTo>
                  <a:pt x="37940" y="8804"/>
                  <a:pt x="37845" y="8963"/>
                  <a:pt x="37782" y="9058"/>
                </a:cubicBezTo>
                <a:cubicBezTo>
                  <a:pt x="37750" y="9089"/>
                  <a:pt x="37750" y="9089"/>
                  <a:pt x="37750" y="9089"/>
                </a:cubicBezTo>
                <a:cubicBezTo>
                  <a:pt x="37750" y="9089"/>
                  <a:pt x="37687" y="9026"/>
                  <a:pt x="37592" y="9026"/>
                </a:cubicBezTo>
                <a:cubicBezTo>
                  <a:pt x="37560" y="9026"/>
                  <a:pt x="37528" y="9026"/>
                  <a:pt x="37497" y="9058"/>
                </a:cubicBezTo>
                <a:cubicBezTo>
                  <a:pt x="37370" y="9089"/>
                  <a:pt x="37338" y="9216"/>
                  <a:pt x="37338" y="9343"/>
                </a:cubicBezTo>
                <a:cubicBezTo>
                  <a:pt x="37338" y="9438"/>
                  <a:pt x="37370" y="9564"/>
                  <a:pt x="37433" y="9659"/>
                </a:cubicBezTo>
                <a:cubicBezTo>
                  <a:pt x="37465" y="9691"/>
                  <a:pt x="37465" y="9723"/>
                  <a:pt x="37497" y="9786"/>
                </a:cubicBezTo>
                <a:cubicBezTo>
                  <a:pt x="37465" y="9754"/>
                  <a:pt x="37433" y="9754"/>
                  <a:pt x="37402" y="9754"/>
                </a:cubicBezTo>
                <a:cubicBezTo>
                  <a:pt x="37370" y="9754"/>
                  <a:pt x="37338" y="9754"/>
                  <a:pt x="37307" y="9786"/>
                </a:cubicBezTo>
                <a:cubicBezTo>
                  <a:pt x="37180" y="9818"/>
                  <a:pt x="37117" y="9913"/>
                  <a:pt x="37085" y="9976"/>
                </a:cubicBezTo>
                <a:cubicBezTo>
                  <a:pt x="37053" y="10008"/>
                  <a:pt x="37053" y="10039"/>
                  <a:pt x="37022" y="10039"/>
                </a:cubicBezTo>
                <a:cubicBezTo>
                  <a:pt x="36958" y="10039"/>
                  <a:pt x="36895" y="10039"/>
                  <a:pt x="36832" y="10071"/>
                </a:cubicBezTo>
                <a:cubicBezTo>
                  <a:pt x="36768" y="10134"/>
                  <a:pt x="36705" y="10198"/>
                  <a:pt x="36705" y="10293"/>
                </a:cubicBezTo>
                <a:cubicBezTo>
                  <a:pt x="36705" y="10324"/>
                  <a:pt x="36705" y="10356"/>
                  <a:pt x="36737" y="10388"/>
                </a:cubicBezTo>
                <a:cubicBezTo>
                  <a:pt x="36737" y="10514"/>
                  <a:pt x="36768" y="10578"/>
                  <a:pt x="36768" y="10609"/>
                </a:cubicBezTo>
                <a:lnTo>
                  <a:pt x="36768" y="10641"/>
                </a:lnTo>
                <a:cubicBezTo>
                  <a:pt x="36705" y="10673"/>
                  <a:pt x="36673" y="10768"/>
                  <a:pt x="36673" y="10831"/>
                </a:cubicBezTo>
                <a:cubicBezTo>
                  <a:pt x="36673" y="10926"/>
                  <a:pt x="36705" y="10989"/>
                  <a:pt x="36768" y="11084"/>
                </a:cubicBezTo>
                <a:cubicBezTo>
                  <a:pt x="36800" y="11148"/>
                  <a:pt x="36863" y="11211"/>
                  <a:pt x="36958" y="11211"/>
                </a:cubicBezTo>
                <a:cubicBezTo>
                  <a:pt x="36990" y="11243"/>
                  <a:pt x="36990" y="11243"/>
                  <a:pt x="37022" y="11243"/>
                </a:cubicBezTo>
                <a:cubicBezTo>
                  <a:pt x="37212" y="11211"/>
                  <a:pt x="37370" y="11084"/>
                  <a:pt x="37497" y="11021"/>
                </a:cubicBezTo>
                <a:cubicBezTo>
                  <a:pt x="37624" y="10926"/>
                  <a:pt x="37845" y="10768"/>
                  <a:pt x="37845" y="10483"/>
                </a:cubicBezTo>
                <a:cubicBezTo>
                  <a:pt x="37845" y="10356"/>
                  <a:pt x="37845" y="10261"/>
                  <a:pt x="37814" y="10134"/>
                </a:cubicBezTo>
                <a:lnTo>
                  <a:pt x="37814" y="10134"/>
                </a:lnTo>
                <a:cubicBezTo>
                  <a:pt x="37845" y="10166"/>
                  <a:pt x="37845" y="10166"/>
                  <a:pt x="37877" y="10166"/>
                </a:cubicBezTo>
                <a:cubicBezTo>
                  <a:pt x="37972" y="10229"/>
                  <a:pt x="38067" y="10261"/>
                  <a:pt x="38162" y="10293"/>
                </a:cubicBezTo>
                <a:cubicBezTo>
                  <a:pt x="38194" y="10324"/>
                  <a:pt x="38194" y="10324"/>
                  <a:pt x="38225" y="10324"/>
                </a:cubicBezTo>
                <a:cubicBezTo>
                  <a:pt x="38162" y="10388"/>
                  <a:pt x="38067" y="10451"/>
                  <a:pt x="38004" y="10546"/>
                </a:cubicBezTo>
                <a:cubicBezTo>
                  <a:pt x="37909" y="10641"/>
                  <a:pt x="37845" y="10736"/>
                  <a:pt x="37814" y="10863"/>
                </a:cubicBezTo>
                <a:cubicBezTo>
                  <a:pt x="37782" y="10863"/>
                  <a:pt x="37782" y="10894"/>
                  <a:pt x="37782" y="10894"/>
                </a:cubicBezTo>
                <a:cubicBezTo>
                  <a:pt x="37814" y="11084"/>
                  <a:pt x="37909" y="11116"/>
                  <a:pt x="38004" y="11179"/>
                </a:cubicBezTo>
                <a:cubicBezTo>
                  <a:pt x="38035" y="11211"/>
                  <a:pt x="38067" y="11211"/>
                  <a:pt x="38067" y="11243"/>
                </a:cubicBezTo>
                <a:cubicBezTo>
                  <a:pt x="38067" y="11274"/>
                  <a:pt x="38067" y="11306"/>
                  <a:pt x="38067" y="11338"/>
                </a:cubicBezTo>
                <a:cubicBezTo>
                  <a:pt x="38067" y="11369"/>
                  <a:pt x="38099" y="11464"/>
                  <a:pt x="38162" y="11496"/>
                </a:cubicBezTo>
                <a:lnTo>
                  <a:pt x="38225" y="11496"/>
                </a:lnTo>
                <a:cubicBezTo>
                  <a:pt x="38352" y="11496"/>
                  <a:pt x="38384" y="11433"/>
                  <a:pt x="38415" y="11401"/>
                </a:cubicBezTo>
                <a:cubicBezTo>
                  <a:pt x="38447" y="11338"/>
                  <a:pt x="38479" y="11338"/>
                  <a:pt x="38510" y="11338"/>
                </a:cubicBezTo>
                <a:cubicBezTo>
                  <a:pt x="38605" y="11338"/>
                  <a:pt x="38890" y="11433"/>
                  <a:pt x="39080" y="11464"/>
                </a:cubicBezTo>
                <a:cubicBezTo>
                  <a:pt x="38954" y="11496"/>
                  <a:pt x="38795" y="11528"/>
                  <a:pt x="38669" y="11559"/>
                </a:cubicBezTo>
                <a:cubicBezTo>
                  <a:pt x="38510" y="11591"/>
                  <a:pt x="38447" y="11654"/>
                  <a:pt x="38415" y="11686"/>
                </a:cubicBezTo>
                <a:cubicBezTo>
                  <a:pt x="38352" y="11718"/>
                  <a:pt x="38320" y="11749"/>
                  <a:pt x="38194" y="11749"/>
                </a:cubicBezTo>
                <a:cubicBezTo>
                  <a:pt x="38099" y="11749"/>
                  <a:pt x="38035" y="11781"/>
                  <a:pt x="38004" y="11813"/>
                </a:cubicBezTo>
                <a:cubicBezTo>
                  <a:pt x="37940" y="11844"/>
                  <a:pt x="37877" y="11876"/>
                  <a:pt x="37877" y="11971"/>
                </a:cubicBezTo>
                <a:cubicBezTo>
                  <a:pt x="37877" y="12034"/>
                  <a:pt x="37940" y="12098"/>
                  <a:pt x="37972" y="12129"/>
                </a:cubicBezTo>
                <a:cubicBezTo>
                  <a:pt x="38004" y="12161"/>
                  <a:pt x="38067" y="12161"/>
                  <a:pt x="38130" y="12193"/>
                </a:cubicBezTo>
                <a:cubicBezTo>
                  <a:pt x="38225" y="12193"/>
                  <a:pt x="38384" y="12256"/>
                  <a:pt x="38510" y="12351"/>
                </a:cubicBezTo>
                <a:cubicBezTo>
                  <a:pt x="38605" y="12414"/>
                  <a:pt x="38700" y="12509"/>
                  <a:pt x="38700" y="12541"/>
                </a:cubicBezTo>
                <a:cubicBezTo>
                  <a:pt x="38700" y="12573"/>
                  <a:pt x="38700" y="12604"/>
                  <a:pt x="38700" y="12668"/>
                </a:cubicBezTo>
                <a:cubicBezTo>
                  <a:pt x="38700" y="12826"/>
                  <a:pt x="38669" y="13016"/>
                  <a:pt x="38574" y="13175"/>
                </a:cubicBezTo>
                <a:cubicBezTo>
                  <a:pt x="38574" y="13175"/>
                  <a:pt x="38542" y="13206"/>
                  <a:pt x="38447" y="13206"/>
                </a:cubicBezTo>
                <a:cubicBezTo>
                  <a:pt x="38320" y="13206"/>
                  <a:pt x="38130" y="13175"/>
                  <a:pt x="38004" y="13175"/>
                </a:cubicBezTo>
                <a:cubicBezTo>
                  <a:pt x="37877" y="13175"/>
                  <a:pt x="37592" y="13111"/>
                  <a:pt x="37402" y="13111"/>
                </a:cubicBezTo>
                <a:cubicBezTo>
                  <a:pt x="37275" y="13111"/>
                  <a:pt x="37180" y="13143"/>
                  <a:pt x="37085" y="13175"/>
                </a:cubicBezTo>
                <a:cubicBezTo>
                  <a:pt x="36927" y="13270"/>
                  <a:pt x="36895" y="13491"/>
                  <a:pt x="36895" y="13681"/>
                </a:cubicBezTo>
                <a:cubicBezTo>
                  <a:pt x="36895" y="13840"/>
                  <a:pt x="36927" y="13998"/>
                  <a:pt x="36958" y="14093"/>
                </a:cubicBezTo>
                <a:cubicBezTo>
                  <a:pt x="36958" y="14156"/>
                  <a:pt x="36958" y="14188"/>
                  <a:pt x="36958" y="14220"/>
                </a:cubicBezTo>
                <a:cubicBezTo>
                  <a:pt x="36958" y="14315"/>
                  <a:pt x="36927" y="14346"/>
                  <a:pt x="36895" y="14410"/>
                </a:cubicBezTo>
                <a:cubicBezTo>
                  <a:pt x="36800" y="14473"/>
                  <a:pt x="36800" y="14568"/>
                  <a:pt x="36800" y="14695"/>
                </a:cubicBezTo>
                <a:cubicBezTo>
                  <a:pt x="36800" y="14790"/>
                  <a:pt x="36800" y="14885"/>
                  <a:pt x="36895" y="14948"/>
                </a:cubicBezTo>
                <a:cubicBezTo>
                  <a:pt x="36927" y="14980"/>
                  <a:pt x="36958" y="15043"/>
                  <a:pt x="36990" y="15138"/>
                </a:cubicBezTo>
                <a:cubicBezTo>
                  <a:pt x="37053" y="15201"/>
                  <a:pt x="37053" y="15265"/>
                  <a:pt x="37180" y="15328"/>
                </a:cubicBezTo>
                <a:lnTo>
                  <a:pt x="37243" y="15328"/>
                </a:lnTo>
                <a:cubicBezTo>
                  <a:pt x="37307" y="15328"/>
                  <a:pt x="37370" y="15296"/>
                  <a:pt x="37433" y="15296"/>
                </a:cubicBezTo>
                <a:cubicBezTo>
                  <a:pt x="37497" y="15296"/>
                  <a:pt x="37528" y="15328"/>
                  <a:pt x="37528" y="15328"/>
                </a:cubicBezTo>
                <a:cubicBezTo>
                  <a:pt x="37560" y="15360"/>
                  <a:pt x="37592" y="15455"/>
                  <a:pt x="37655" y="15518"/>
                </a:cubicBezTo>
                <a:cubicBezTo>
                  <a:pt x="37655" y="15550"/>
                  <a:pt x="37687" y="15613"/>
                  <a:pt x="37719" y="15645"/>
                </a:cubicBezTo>
                <a:cubicBezTo>
                  <a:pt x="37592" y="15740"/>
                  <a:pt x="37465" y="15835"/>
                  <a:pt x="37402" y="15930"/>
                </a:cubicBezTo>
                <a:cubicBezTo>
                  <a:pt x="37338" y="15961"/>
                  <a:pt x="37307" y="15993"/>
                  <a:pt x="37275" y="16025"/>
                </a:cubicBezTo>
                <a:cubicBezTo>
                  <a:pt x="37275" y="16025"/>
                  <a:pt x="37243" y="16025"/>
                  <a:pt x="37243" y="16056"/>
                </a:cubicBezTo>
                <a:cubicBezTo>
                  <a:pt x="37212" y="16056"/>
                  <a:pt x="37180" y="16056"/>
                  <a:pt x="37148" y="16088"/>
                </a:cubicBezTo>
                <a:cubicBezTo>
                  <a:pt x="37053" y="16183"/>
                  <a:pt x="36927" y="16373"/>
                  <a:pt x="36832" y="16658"/>
                </a:cubicBezTo>
                <a:cubicBezTo>
                  <a:pt x="36768" y="16848"/>
                  <a:pt x="36768" y="17038"/>
                  <a:pt x="36768" y="17165"/>
                </a:cubicBezTo>
                <a:cubicBezTo>
                  <a:pt x="36768" y="17291"/>
                  <a:pt x="36737" y="17355"/>
                  <a:pt x="36705" y="17386"/>
                </a:cubicBezTo>
                <a:cubicBezTo>
                  <a:pt x="36483" y="17513"/>
                  <a:pt x="36103" y="17766"/>
                  <a:pt x="35945" y="17988"/>
                </a:cubicBezTo>
                <a:cubicBezTo>
                  <a:pt x="35850" y="18115"/>
                  <a:pt x="35755" y="18337"/>
                  <a:pt x="35660" y="18558"/>
                </a:cubicBezTo>
                <a:cubicBezTo>
                  <a:pt x="35565" y="18812"/>
                  <a:pt x="35470" y="19065"/>
                  <a:pt x="35407" y="19192"/>
                </a:cubicBezTo>
                <a:cubicBezTo>
                  <a:pt x="35312" y="19318"/>
                  <a:pt x="35312" y="19445"/>
                  <a:pt x="35312" y="19540"/>
                </a:cubicBezTo>
                <a:cubicBezTo>
                  <a:pt x="35312" y="19762"/>
                  <a:pt x="35407" y="19983"/>
                  <a:pt x="35407" y="20078"/>
                </a:cubicBezTo>
                <a:cubicBezTo>
                  <a:pt x="35438" y="20205"/>
                  <a:pt x="35502" y="20363"/>
                  <a:pt x="35502" y="20522"/>
                </a:cubicBezTo>
                <a:cubicBezTo>
                  <a:pt x="35502" y="20648"/>
                  <a:pt x="35470" y="20775"/>
                  <a:pt x="35407" y="20902"/>
                </a:cubicBezTo>
                <a:cubicBezTo>
                  <a:pt x="35280" y="21060"/>
                  <a:pt x="35248" y="21218"/>
                  <a:pt x="35217" y="21282"/>
                </a:cubicBezTo>
                <a:cubicBezTo>
                  <a:pt x="35185" y="21345"/>
                  <a:pt x="35185" y="21377"/>
                  <a:pt x="35153" y="21377"/>
                </a:cubicBezTo>
                <a:cubicBezTo>
                  <a:pt x="35153" y="21377"/>
                  <a:pt x="35122" y="21377"/>
                  <a:pt x="35122" y="21408"/>
                </a:cubicBezTo>
                <a:cubicBezTo>
                  <a:pt x="35090" y="21440"/>
                  <a:pt x="35058" y="21472"/>
                  <a:pt x="35058" y="21503"/>
                </a:cubicBezTo>
                <a:cubicBezTo>
                  <a:pt x="35058" y="21567"/>
                  <a:pt x="35090" y="21598"/>
                  <a:pt x="35090" y="21598"/>
                </a:cubicBezTo>
                <a:cubicBezTo>
                  <a:pt x="35153" y="21662"/>
                  <a:pt x="35217" y="21757"/>
                  <a:pt x="35217" y="21852"/>
                </a:cubicBezTo>
                <a:cubicBezTo>
                  <a:pt x="35217" y="21883"/>
                  <a:pt x="35217" y="21883"/>
                  <a:pt x="35217" y="21915"/>
                </a:cubicBezTo>
                <a:cubicBezTo>
                  <a:pt x="35217" y="21978"/>
                  <a:pt x="35217" y="22105"/>
                  <a:pt x="35185" y="22200"/>
                </a:cubicBezTo>
                <a:cubicBezTo>
                  <a:pt x="35185" y="22358"/>
                  <a:pt x="35280" y="22517"/>
                  <a:pt x="35470" y="22644"/>
                </a:cubicBezTo>
                <a:cubicBezTo>
                  <a:pt x="35818" y="22865"/>
                  <a:pt x="35945" y="23024"/>
                  <a:pt x="36040" y="23277"/>
                </a:cubicBezTo>
                <a:cubicBezTo>
                  <a:pt x="36167" y="23625"/>
                  <a:pt x="36642" y="24100"/>
                  <a:pt x="36642" y="24100"/>
                </a:cubicBezTo>
                <a:cubicBezTo>
                  <a:pt x="36642" y="24100"/>
                  <a:pt x="36958" y="24480"/>
                  <a:pt x="37148" y="24670"/>
                </a:cubicBezTo>
                <a:cubicBezTo>
                  <a:pt x="37212" y="24734"/>
                  <a:pt x="37275" y="24765"/>
                  <a:pt x="37370" y="24797"/>
                </a:cubicBezTo>
                <a:cubicBezTo>
                  <a:pt x="37433" y="24797"/>
                  <a:pt x="37497" y="24734"/>
                  <a:pt x="37528" y="24670"/>
                </a:cubicBezTo>
                <a:cubicBezTo>
                  <a:pt x="37528" y="24639"/>
                  <a:pt x="37560" y="24575"/>
                  <a:pt x="37560" y="24512"/>
                </a:cubicBezTo>
                <a:cubicBezTo>
                  <a:pt x="37592" y="24480"/>
                  <a:pt x="37592" y="24449"/>
                  <a:pt x="37687" y="24417"/>
                </a:cubicBezTo>
                <a:cubicBezTo>
                  <a:pt x="37750" y="24417"/>
                  <a:pt x="37877" y="24385"/>
                  <a:pt x="38004" y="24385"/>
                </a:cubicBezTo>
                <a:cubicBezTo>
                  <a:pt x="38194" y="24385"/>
                  <a:pt x="38352" y="24449"/>
                  <a:pt x="38542" y="24449"/>
                </a:cubicBezTo>
                <a:cubicBezTo>
                  <a:pt x="38605" y="24449"/>
                  <a:pt x="38669" y="24449"/>
                  <a:pt x="38732" y="24417"/>
                </a:cubicBezTo>
                <a:cubicBezTo>
                  <a:pt x="39017" y="24354"/>
                  <a:pt x="39302" y="24132"/>
                  <a:pt x="39365" y="24100"/>
                </a:cubicBezTo>
                <a:cubicBezTo>
                  <a:pt x="39460" y="24037"/>
                  <a:pt x="39650" y="23910"/>
                  <a:pt x="39809" y="23910"/>
                </a:cubicBezTo>
                <a:cubicBezTo>
                  <a:pt x="39840" y="23910"/>
                  <a:pt x="39904" y="23942"/>
                  <a:pt x="39935" y="23974"/>
                </a:cubicBezTo>
                <a:cubicBezTo>
                  <a:pt x="40030" y="24037"/>
                  <a:pt x="40062" y="24132"/>
                  <a:pt x="40125" y="24227"/>
                </a:cubicBezTo>
                <a:cubicBezTo>
                  <a:pt x="40157" y="24354"/>
                  <a:pt x="40189" y="24449"/>
                  <a:pt x="40252" y="24575"/>
                </a:cubicBezTo>
                <a:cubicBezTo>
                  <a:pt x="40315" y="24670"/>
                  <a:pt x="40410" y="24702"/>
                  <a:pt x="40505" y="24702"/>
                </a:cubicBezTo>
                <a:cubicBezTo>
                  <a:pt x="40664" y="24702"/>
                  <a:pt x="40822" y="24607"/>
                  <a:pt x="40917" y="24480"/>
                </a:cubicBezTo>
                <a:lnTo>
                  <a:pt x="40980" y="24449"/>
                </a:lnTo>
                <a:cubicBezTo>
                  <a:pt x="41012" y="24480"/>
                  <a:pt x="41044" y="24512"/>
                  <a:pt x="41107" y="24544"/>
                </a:cubicBezTo>
                <a:cubicBezTo>
                  <a:pt x="41234" y="24639"/>
                  <a:pt x="41297" y="24702"/>
                  <a:pt x="41297" y="24765"/>
                </a:cubicBezTo>
                <a:cubicBezTo>
                  <a:pt x="41297" y="24765"/>
                  <a:pt x="41265" y="24829"/>
                  <a:pt x="41202" y="24892"/>
                </a:cubicBezTo>
                <a:cubicBezTo>
                  <a:pt x="41075" y="25050"/>
                  <a:pt x="41075" y="25209"/>
                  <a:pt x="41044" y="25367"/>
                </a:cubicBezTo>
                <a:cubicBezTo>
                  <a:pt x="41044" y="25525"/>
                  <a:pt x="41044" y="25684"/>
                  <a:pt x="41012" y="25842"/>
                </a:cubicBezTo>
                <a:cubicBezTo>
                  <a:pt x="40949" y="25969"/>
                  <a:pt x="40917" y="26064"/>
                  <a:pt x="40917" y="26159"/>
                </a:cubicBezTo>
                <a:cubicBezTo>
                  <a:pt x="40917" y="26222"/>
                  <a:pt x="40949" y="26317"/>
                  <a:pt x="40980" y="26349"/>
                </a:cubicBezTo>
                <a:cubicBezTo>
                  <a:pt x="41044" y="26412"/>
                  <a:pt x="41075" y="26444"/>
                  <a:pt x="41139" y="26475"/>
                </a:cubicBezTo>
                <a:cubicBezTo>
                  <a:pt x="41202" y="26539"/>
                  <a:pt x="41360" y="26792"/>
                  <a:pt x="41487" y="27045"/>
                </a:cubicBezTo>
                <a:cubicBezTo>
                  <a:pt x="41645" y="27299"/>
                  <a:pt x="41740" y="27584"/>
                  <a:pt x="41835" y="27679"/>
                </a:cubicBezTo>
                <a:cubicBezTo>
                  <a:pt x="41835" y="27679"/>
                  <a:pt x="41835" y="27774"/>
                  <a:pt x="41835" y="27869"/>
                </a:cubicBezTo>
                <a:cubicBezTo>
                  <a:pt x="41835" y="27964"/>
                  <a:pt x="41835" y="28059"/>
                  <a:pt x="41835" y="28186"/>
                </a:cubicBezTo>
                <a:cubicBezTo>
                  <a:pt x="41835" y="28344"/>
                  <a:pt x="41835" y="28471"/>
                  <a:pt x="41899" y="28597"/>
                </a:cubicBezTo>
                <a:cubicBezTo>
                  <a:pt x="41994" y="28819"/>
                  <a:pt x="42089" y="28977"/>
                  <a:pt x="42089" y="29041"/>
                </a:cubicBezTo>
                <a:cubicBezTo>
                  <a:pt x="42089" y="29072"/>
                  <a:pt x="42089" y="29072"/>
                  <a:pt x="42057" y="29104"/>
                </a:cubicBezTo>
                <a:cubicBezTo>
                  <a:pt x="41899" y="29262"/>
                  <a:pt x="41582" y="29547"/>
                  <a:pt x="41582" y="30086"/>
                </a:cubicBezTo>
                <a:cubicBezTo>
                  <a:pt x="41582" y="30117"/>
                  <a:pt x="41582" y="30181"/>
                  <a:pt x="41582" y="30212"/>
                </a:cubicBezTo>
                <a:cubicBezTo>
                  <a:pt x="41582" y="30656"/>
                  <a:pt x="41645" y="30941"/>
                  <a:pt x="41740" y="31131"/>
                </a:cubicBezTo>
                <a:cubicBezTo>
                  <a:pt x="41804" y="31289"/>
                  <a:pt x="41994" y="31764"/>
                  <a:pt x="42089" y="31922"/>
                </a:cubicBezTo>
                <a:cubicBezTo>
                  <a:pt x="42184" y="32081"/>
                  <a:pt x="42311" y="32493"/>
                  <a:pt x="42311" y="32746"/>
                </a:cubicBezTo>
                <a:cubicBezTo>
                  <a:pt x="42311" y="32778"/>
                  <a:pt x="42311" y="32809"/>
                  <a:pt x="42311" y="32873"/>
                </a:cubicBezTo>
                <a:cubicBezTo>
                  <a:pt x="42311" y="32968"/>
                  <a:pt x="42311" y="33063"/>
                  <a:pt x="42311" y="33158"/>
                </a:cubicBezTo>
                <a:cubicBezTo>
                  <a:pt x="42311" y="33284"/>
                  <a:pt x="42311" y="33411"/>
                  <a:pt x="42374" y="33538"/>
                </a:cubicBezTo>
                <a:cubicBezTo>
                  <a:pt x="42469" y="33633"/>
                  <a:pt x="42532" y="33886"/>
                  <a:pt x="42722" y="34108"/>
                </a:cubicBezTo>
                <a:cubicBezTo>
                  <a:pt x="42786" y="34171"/>
                  <a:pt x="42849" y="34298"/>
                  <a:pt x="42881" y="34424"/>
                </a:cubicBezTo>
                <a:cubicBezTo>
                  <a:pt x="42912" y="34551"/>
                  <a:pt x="42912" y="34646"/>
                  <a:pt x="42912" y="34646"/>
                </a:cubicBezTo>
                <a:cubicBezTo>
                  <a:pt x="42912" y="34646"/>
                  <a:pt x="42944" y="34709"/>
                  <a:pt x="42944" y="34773"/>
                </a:cubicBezTo>
                <a:cubicBezTo>
                  <a:pt x="42976" y="34836"/>
                  <a:pt x="42976" y="34931"/>
                  <a:pt x="43007" y="35058"/>
                </a:cubicBezTo>
                <a:cubicBezTo>
                  <a:pt x="43007" y="35216"/>
                  <a:pt x="43007" y="35311"/>
                  <a:pt x="43039" y="35438"/>
                </a:cubicBezTo>
                <a:cubicBezTo>
                  <a:pt x="43102" y="35533"/>
                  <a:pt x="43166" y="35628"/>
                  <a:pt x="43261" y="35723"/>
                </a:cubicBezTo>
                <a:cubicBezTo>
                  <a:pt x="43387" y="35786"/>
                  <a:pt x="43482" y="35818"/>
                  <a:pt x="43577" y="35818"/>
                </a:cubicBezTo>
                <a:cubicBezTo>
                  <a:pt x="43672" y="35818"/>
                  <a:pt x="43767" y="35786"/>
                  <a:pt x="43799" y="35723"/>
                </a:cubicBezTo>
                <a:cubicBezTo>
                  <a:pt x="43799" y="35723"/>
                  <a:pt x="43831" y="35691"/>
                  <a:pt x="43862" y="35691"/>
                </a:cubicBezTo>
                <a:cubicBezTo>
                  <a:pt x="43957" y="35628"/>
                  <a:pt x="44179" y="35628"/>
                  <a:pt x="44337" y="35628"/>
                </a:cubicBezTo>
                <a:lnTo>
                  <a:pt x="44591" y="35628"/>
                </a:lnTo>
                <a:cubicBezTo>
                  <a:pt x="44876" y="35628"/>
                  <a:pt x="45129" y="35438"/>
                  <a:pt x="45382" y="35248"/>
                </a:cubicBezTo>
                <a:cubicBezTo>
                  <a:pt x="45636" y="34994"/>
                  <a:pt x="46016" y="34424"/>
                  <a:pt x="46142" y="34266"/>
                </a:cubicBezTo>
                <a:cubicBezTo>
                  <a:pt x="46206" y="34171"/>
                  <a:pt x="46301" y="34076"/>
                  <a:pt x="46364" y="33949"/>
                </a:cubicBezTo>
                <a:cubicBezTo>
                  <a:pt x="46459" y="33823"/>
                  <a:pt x="46554" y="33696"/>
                  <a:pt x="46554" y="33538"/>
                </a:cubicBezTo>
                <a:cubicBezTo>
                  <a:pt x="46554" y="33506"/>
                  <a:pt x="46554" y="33506"/>
                  <a:pt x="46554" y="33474"/>
                </a:cubicBezTo>
                <a:cubicBezTo>
                  <a:pt x="46523" y="33379"/>
                  <a:pt x="46491" y="33253"/>
                  <a:pt x="46491" y="33189"/>
                </a:cubicBezTo>
                <a:cubicBezTo>
                  <a:pt x="46491" y="33158"/>
                  <a:pt x="46491" y="33126"/>
                  <a:pt x="46554" y="33094"/>
                </a:cubicBezTo>
                <a:cubicBezTo>
                  <a:pt x="46618" y="33063"/>
                  <a:pt x="46744" y="32999"/>
                  <a:pt x="46871" y="32904"/>
                </a:cubicBezTo>
                <a:cubicBezTo>
                  <a:pt x="46966" y="32809"/>
                  <a:pt x="47093" y="32746"/>
                  <a:pt x="47124" y="32588"/>
                </a:cubicBezTo>
                <a:cubicBezTo>
                  <a:pt x="47124" y="32588"/>
                  <a:pt x="47124" y="32556"/>
                  <a:pt x="47124" y="32556"/>
                </a:cubicBezTo>
                <a:cubicBezTo>
                  <a:pt x="47124" y="32334"/>
                  <a:pt x="46966" y="31796"/>
                  <a:pt x="46934" y="31669"/>
                </a:cubicBezTo>
                <a:cubicBezTo>
                  <a:pt x="46934" y="31606"/>
                  <a:pt x="47029" y="31384"/>
                  <a:pt x="47188" y="31194"/>
                </a:cubicBezTo>
                <a:cubicBezTo>
                  <a:pt x="47219" y="31099"/>
                  <a:pt x="47378" y="31004"/>
                  <a:pt x="47504" y="30909"/>
                </a:cubicBezTo>
                <a:cubicBezTo>
                  <a:pt x="47599" y="30877"/>
                  <a:pt x="47663" y="30846"/>
                  <a:pt x="47726" y="30814"/>
                </a:cubicBezTo>
                <a:cubicBezTo>
                  <a:pt x="47789" y="30751"/>
                  <a:pt x="47821" y="30751"/>
                  <a:pt x="47853" y="30687"/>
                </a:cubicBezTo>
                <a:cubicBezTo>
                  <a:pt x="47948" y="30561"/>
                  <a:pt x="48169" y="30149"/>
                  <a:pt x="48201" y="29801"/>
                </a:cubicBezTo>
                <a:cubicBezTo>
                  <a:pt x="48201" y="29769"/>
                  <a:pt x="48201" y="29706"/>
                  <a:pt x="48201" y="29642"/>
                </a:cubicBezTo>
                <a:cubicBezTo>
                  <a:pt x="48201" y="29452"/>
                  <a:pt x="48169" y="29231"/>
                  <a:pt x="48169" y="29104"/>
                </a:cubicBezTo>
                <a:cubicBezTo>
                  <a:pt x="48169" y="29041"/>
                  <a:pt x="48201" y="28977"/>
                  <a:pt x="48201" y="28977"/>
                </a:cubicBezTo>
                <a:cubicBezTo>
                  <a:pt x="48233" y="28914"/>
                  <a:pt x="48233" y="28851"/>
                  <a:pt x="48233" y="28787"/>
                </a:cubicBezTo>
                <a:cubicBezTo>
                  <a:pt x="48233" y="28629"/>
                  <a:pt x="48169" y="28471"/>
                  <a:pt x="48043" y="28344"/>
                </a:cubicBezTo>
                <a:cubicBezTo>
                  <a:pt x="47979" y="28281"/>
                  <a:pt x="47948" y="28122"/>
                  <a:pt x="47916" y="27932"/>
                </a:cubicBezTo>
                <a:cubicBezTo>
                  <a:pt x="47916" y="27837"/>
                  <a:pt x="47916" y="27742"/>
                  <a:pt x="47884" y="27679"/>
                </a:cubicBezTo>
                <a:cubicBezTo>
                  <a:pt x="47884" y="27616"/>
                  <a:pt x="47884" y="27552"/>
                  <a:pt x="47853" y="27489"/>
                </a:cubicBezTo>
                <a:cubicBezTo>
                  <a:pt x="47853" y="27489"/>
                  <a:pt x="47821" y="27426"/>
                  <a:pt x="47853" y="27362"/>
                </a:cubicBezTo>
                <a:cubicBezTo>
                  <a:pt x="47853" y="27267"/>
                  <a:pt x="47853" y="27172"/>
                  <a:pt x="47853" y="27077"/>
                </a:cubicBezTo>
                <a:cubicBezTo>
                  <a:pt x="47884" y="27045"/>
                  <a:pt x="47884" y="27014"/>
                  <a:pt x="47884" y="26982"/>
                </a:cubicBezTo>
                <a:lnTo>
                  <a:pt x="47916" y="26982"/>
                </a:lnTo>
                <a:cubicBezTo>
                  <a:pt x="47948" y="26950"/>
                  <a:pt x="48011" y="26887"/>
                  <a:pt x="48043" y="26855"/>
                </a:cubicBezTo>
                <a:cubicBezTo>
                  <a:pt x="48169" y="26665"/>
                  <a:pt x="48328" y="26349"/>
                  <a:pt x="48454" y="26190"/>
                </a:cubicBezTo>
                <a:cubicBezTo>
                  <a:pt x="48518" y="26095"/>
                  <a:pt x="48676" y="25874"/>
                  <a:pt x="48834" y="25652"/>
                </a:cubicBezTo>
                <a:cubicBezTo>
                  <a:pt x="48961" y="25462"/>
                  <a:pt x="49151" y="25272"/>
                  <a:pt x="49183" y="25272"/>
                </a:cubicBezTo>
                <a:cubicBezTo>
                  <a:pt x="49309" y="25240"/>
                  <a:pt x="49468" y="25114"/>
                  <a:pt x="49563" y="24987"/>
                </a:cubicBezTo>
                <a:cubicBezTo>
                  <a:pt x="49689" y="24860"/>
                  <a:pt x="49784" y="24702"/>
                  <a:pt x="49816" y="24544"/>
                </a:cubicBezTo>
                <a:cubicBezTo>
                  <a:pt x="49816" y="24480"/>
                  <a:pt x="49943" y="24195"/>
                  <a:pt x="50069" y="23974"/>
                </a:cubicBezTo>
                <a:cubicBezTo>
                  <a:pt x="50164" y="23847"/>
                  <a:pt x="50228" y="23720"/>
                  <a:pt x="50291" y="23594"/>
                </a:cubicBezTo>
                <a:cubicBezTo>
                  <a:pt x="50323" y="23499"/>
                  <a:pt x="50386" y="23404"/>
                  <a:pt x="50386" y="23340"/>
                </a:cubicBezTo>
                <a:cubicBezTo>
                  <a:pt x="50386" y="23277"/>
                  <a:pt x="50449" y="23119"/>
                  <a:pt x="50481" y="22960"/>
                </a:cubicBezTo>
                <a:cubicBezTo>
                  <a:pt x="50513" y="22802"/>
                  <a:pt x="50576" y="22612"/>
                  <a:pt x="50576" y="22485"/>
                </a:cubicBezTo>
                <a:cubicBezTo>
                  <a:pt x="50576" y="22422"/>
                  <a:pt x="50576" y="22358"/>
                  <a:pt x="50513" y="22295"/>
                </a:cubicBezTo>
                <a:cubicBezTo>
                  <a:pt x="50481" y="22232"/>
                  <a:pt x="50418" y="22232"/>
                  <a:pt x="50354" y="22232"/>
                </a:cubicBezTo>
                <a:cubicBezTo>
                  <a:pt x="50069" y="22232"/>
                  <a:pt x="49563" y="22485"/>
                  <a:pt x="49468" y="22549"/>
                </a:cubicBezTo>
                <a:cubicBezTo>
                  <a:pt x="49373" y="22612"/>
                  <a:pt x="49151" y="22739"/>
                  <a:pt x="48929" y="22739"/>
                </a:cubicBezTo>
                <a:lnTo>
                  <a:pt x="48866" y="22739"/>
                </a:lnTo>
                <a:cubicBezTo>
                  <a:pt x="48803" y="22739"/>
                  <a:pt x="48803" y="22739"/>
                  <a:pt x="48771" y="22707"/>
                </a:cubicBezTo>
                <a:cubicBezTo>
                  <a:pt x="48771" y="22707"/>
                  <a:pt x="48771" y="22675"/>
                  <a:pt x="48771" y="22612"/>
                </a:cubicBezTo>
                <a:cubicBezTo>
                  <a:pt x="48771" y="22549"/>
                  <a:pt x="48771" y="22485"/>
                  <a:pt x="48771" y="22390"/>
                </a:cubicBezTo>
                <a:lnTo>
                  <a:pt x="48771" y="22358"/>
                </a:lnTo>
                <a:cubicBezTo>
                  <a:pt x="48771" y="22295"/>
                  <a:pt x="48739" y="22232"/>
                  <a:pt x="48708" y="22168"/>
                </a:cubicBezTo>
                <a:lnTo>
                  <a:pt x="48708" y="22168"/>
                </a:lnTo>
                <a:cubicBezTo>
                  <a:pt x="48739" y="22200"/>
                  <a:pt x="48739" y="22200"/>
                  <a:pt x="48739" y="22200"/>
                </a:cubicBezTo>
                <a:cubicBezTo>
                  <a:pt x="48803" y="22232"/>
                  <a:pt x="48834" y="22232"/>
                  <a:pt x="48898" y="22232"/>
                </a:cubicBezTo>
                <a:cubicBezTo>
                  <a:pt x="48993" y="22232"/>
                  <a:pt x="49151" y="22200"/>
                  <a:pt x="49278" y="22137"/>
                </a:cubicBezTo>
                <a:cubicBezTo>
                  <a:pt x="49436" y="22105"/>
                  <a:pt x="49531" y="22042"/>
                  <a:pt x="49594" y="22010"/>
                </a:cubicBezTo>
                <a:cubicBezTo>
                  <a:pt x="49689" y="21947"/>
                  <a:pt x="50323" y="21535"/>
                  <a:pt x="50513" y="21535"/>
                </a:cubicBezTo>
                <a:cubicBezTo>
                  <a:pt x="50639" y="21503"/>
                  <a:pt x="50734" y="21440"/>
                  <a:pt x="50798" y="21377"/>
                </a:cubicBezTo>
                <a:cubicBezTo>
                  <a:pt x="50861" y="21313"/>
                  <a:pt x="50925" y="21282"/>
                  <a:pt x="51051" y="21250"/>
                </a:cubicBezTo>
                <a:cubicBezTo>
                  <a:pt x="51400" y="21155"/>
                  <a:pt x="51590" y="20870"/>
                  <a:pt x="51780" y="20680"/>
                </a:cubicBezTo>
                <a:cubicBezTo>
                  <a:pt x="52001" y="20458"/>
                  <a:pt x="52223" y="19983"/>
                  <a:pt x="52286" y="19793"/>
                </a:cubicBezTo>
                <a:cubicBezTo>
                  <a:pt x="52350" y="19698"/>
                  <a:pt x="52476" y="19603"/>
                  <a:pt x="52508" y="19382"/>
                </a:cubicBezTo>
                <a:cubicBezTo>
                  <a:pt x="52508" y="19318"/>
                  <a:pt x="52476" y="19255"/>
                  <a:pt x="52476" y="19223"/>
                </a:cubicBezTo>
                <a:cubicBezTo>
                  <a:pt x="52413" y="19097"/>
                  <a:pt x="52286" y="18970"/>
                  <a:pt x="52128" y="18875"/>
                </a:cubicBezTo>
                <a:cubicBezTo>
                  <a:pt x="52001" y="18748"/>
                  <a:pt x="51875" y="18685"/>
                  <a:pt x="51748" y="18653"/>
                </a:cubicBezTo>
                <a:cubicBezTo>
                  <a:pt x="51748" y="18653"/>
                  <a:pt x="51748" y="18653"/>
                  <a:pt x="51748" y="18622"/>
                </a:cubicBezTo>
                <a:cubicBezTo>
                  <a:pt x="51716" y="18622"/>
                  <a:pt x="51685" y="18558"/>
                  <a:pt x="51685" y="18495"/>
                </a:cubicBezTo>
                <a:cubicBezTo>
                  <a:pt x="51685" y="18463"/>
                  <a:pt x="51653" y="18432"/>
                  <a:pt x="51653" y="18400"/>
                </a:cubicBezTo>
                <a:cubicBezTo>
                  <a:pt x="51621" y="18368"/>
                  <a:pt x="51590" y="18305"/>
                  <a:pt x="51526" y="18305"/>
                </a:cubicBezTo>
                <a:cubicBezTo>
                  <a:pt x="51463" y="18305"/>
                  <a:pt x="51400" y="18337"/>
                  <a:pt x="51368" y="18368"/>
                </a:cubicBezTo>
                <a:cubicBezTo>
                  <a:pt x="51305" y="18463"/>
                  <a:pt x="51305" y="18558"/>
                  <a:pt x="51210" y="18622"/>
                </a:cubicBezTo>
                <a:cubicBezTo>
                  <a:pt x="51115" y="18685"/>
                  <a:pt x="51020" y="18780"/>
                  <a:pt x="50925" y="18843"/>
                </a:cubicBezTo>
                <a:cubicBezTo>
                  <a:pt x="50861" y="18875"/>
                  <a:pt x="50798" y="18938"/>
                  <a:pt x="50766" y="18938"/>
                </a:cubicBezTo>
                <a:lnTo>
                  <a:pt x="50766" y="18907"/>
                </a:lnTo>
                <a:cubicBezTo>
                  <a:pt x="50798" y="18812"/>
                  <a:pt x="50766" y="18685"/>
                  <a:pt x="50639" y="18558"/>
                </a:cubicBezTo>
                <a:cubicBezTo>
                  <a:pt x="50544" y="18463"/>
                  <a:pt x="50449" y="18400"/>
                  <a:pt x="50418" y="18337"/>
                </a:cubicBezTo>
                <a:cubicBezTo>
                  <a:pt x="50386" y="18273"/>
                  <a:pt x="50386" y="18273"/>
                  <a:pt x="50386" y="18210"/>
                </a:cubicBezTo>
                <a:cubicBezTo>
                  <a:pt x="50386" y="18115"/>
                  <a:pt x="50354" y="18052"/>
                  <a:pt x="50291" y="17988"/>
                </a:cubicBezTo>
                <a:cubicBezTo>
                  <a:pt x="50164" y="17798"/>
                  <a:pt x="49943" y="17576"/>
                  <a:pt x="49943" y="17450"/>
                </a:cubicBezTo>
                <a:cubicBezTo>
                  <a:pt x="49943" y="17386"/>
                  <a:pt x="49974" y="17291"/>
                  <a:pt x="50006" y="17228"/>
                </a:cubicBezTo>
                <a:cubicBezTo>
                  <a:pt x="50038" y="17196"/>
                  <a:pt x="50101" y="17165"/>
                  <a:pt x="50133" y="17133"/>
                </a:cubicBezTo>
                <a:cubicBezTo>
                  <a:pt x="50133" y="17133"/>
                  <a:pt x="50133" y="17165"/>
                  <a:pt x="50133" y="17165"/>
                </a:cubicBezTo>
                <a:cubicBezTo>
                  <a:pt x="50228" y="17355"/>
                  <a:pt x="50291" y="17735"/>
                  <a:pt x="50576" y="17893"/>
                </a:cubicBezTo>
                <a:cubicBezTo>
                  <a:pt x="50703" y="17988"/>
                  <a:pt x="50798" y="18083"/>
                  <a:pt x="50893" y="18147"/>
                </a:cubicBezTo>
                <a:cubicBezTo>
                  <a:pt x="51020" y="18242"/>
                  <a:pt x="51083" y="18305"/>
                  <a:pt x="51178" y="18337"/>
                </a:cubicBezTo>
                <a:cubicBezTo>
                  <a:pt x="51210" y="18368"/>
                  <a:pt x="51210" y="18368"/>
                  <a:pt x="51241" y="18368"/>
                </a:cubicBezTo>
                <a:cubicBezTo>
                  <a:pt x="51336" y="18337"/>
                  <a:pt x="51431" y="18273"/>
                  <a:pt x="51526" y="18242"/>
                </a:cubicBezTo>
                <a:cubicBezTo>
                  <a:pt x="51558" y="18210"/>
                  <a:pt x="51590" y="18178"/>
                  <a:pt x="51621" y="18147"/>
                </a:cubicBezTo>
                <a:lnTo>
                  <a:pt x="51653" y="18147"/>
                </a:lnTo>
                <a:cubicBezTo>
                  <a:pt x="51685" y="18178"/>
                  <a:pt x="51748" y="18273"/>
                  <a:pt x="51843" y="18368"/>
                </a:cubicBezTo>
                <a:cubicBezTo>
                  <a:pt x="51906" y="18495"/>
                  <a:pt x="52001" y="18622"/>
                  <a:pt x="52128" y="18685"/>
                </a:cubicBezTo>
                <a:cubicBezTo>
                  <a:pt x="52223" y="18748"/>
                  <a:pt x="52413" y="18748"/>
                  <a:pt x="52571" y="18780"/>
                </a:cubicBezTo>
                <a:lnTo>
                  <a:pt x="53363" y="18780"/>
                </a:lnTo>
                <a:cubicBezTo>
                  <a:pt x="53458" y="18748"/>
                  <a:pt x="53553" y="18717"/>
                  <a:pt x="53616" y="18622"/>
                </a:cubicBezTo>
                <a:cubicBezTo>
                  <a:pt x="53648" y="18558"/>
                  <a:pt x="53680" y="18527"/>
                  <a:pt x="53680" y="18527"/>
                </a:cubicBezTo>
                <a:lnTo>
                  <a:pt x="53743" y="18527"/>
                </a:lnTo>
                <a:cubicBezTo>
                  <a:pt x="53775" y="18558"/>
                  <a:pt x="53838" y="18653"/>
                  <a:pt x="53901" y="18748"/>
                </a:cubicBezTo>
                <a:cubicBezTo>
                  <a:pt x="53965" y="18843"/>
                  <a:pt x="54028" y="18938"/>
                  <a:pt x="54123" y="19002"/>
                </a:cubicBezTo>
                <a:cubicBezTo>
                  <a:pt x="54218" y="19033"/>
                  <a:pt x="54313" y="19033"/>
                  <a:pt x="54345" y="19065"/>
                </a:cubicBezTo>
                <a:cubicBezTo>
                  <a:pt x="54408" y="19097"/>
                  <a:pt x="54408" y="19097"/>
                  <a:pt x="54440" y="19192"/>
                </a:cubicBezTo>
                <a:lnTo>
                  <a:pt x="54440" y="19223"/>
                </a:lnTo>
                <a:cubicBezTo>
                  <a:pt x="54440" y="19255"/>
                  <a:pt x="54440" y="19287"/>
                  <a:pt x="54440" y="19287"/>
                </a:cubicBezTo>
                <a:cubicBezTo>
                  <a:pt x="54440" y="19445"/>
                  <a:pt x="54471" y="19603"/>
                  <a:pt x="54503" y="19698"/>
                </a:cubicBezTo>
                <a:cubicBezTo>
                  <a:pt x="54566" y="19825"/>
                  <a:pt x="54630" y="19920"/>
                  <a:pt x="54756" y="19952"/>
                </a:cubicBezTo>
                <a:lnTo>
                  <a:pt x="54788" y="19952"/>
                </a:lnTo>
                <a:cubicBezTo>
                  <a:pt x="54915" y="19920"/>
                  <a:pt x="55010" y="19825"/>
                  <a:pt x="55105" y="19730"/>
                </a:cubicBezTo>
                <a:lnTo>
                  <a:pt x="55105" y="19730"/>
                </a:lnTo>
                <a:cubicBezTo>
                  <a:pt x="55105" y="19920"/>
                  <a:pt x="55105" y="20173"/>
                  <a:pt x="55073" y="20300"/>
                </a:cubicBezTo>
                <a:lnTo>
                  <a:pt x="55073" y="20332"/>
                </a:lnTo>
                <a:cubicBezTo>
                  <a:pt x="55105" y="20617"/>
                  <a:pt x="55295" y="21345"/>
                  <a:pt x="55295" y="21345"/>
                </a:cubicBezTo>
                <a:cubicBezTo>
                  <a:pt x="55295" y="21377"/>
                  <a:pt x="55580" y="22105"/>
                  <a:pt x="55675" y="22295"/>
                </a:cubicBezTo>
                <a:cubicBezTo>
                  <a:pt x="55707" y="22390"/>
                  <a:pt x="55802" y="22549"/>
                  <a:pt x="55897" y="22739"/>
                </a:cubicBezTo>
                <a:cubicBezTo>
                  <a:pt x="55992" y="22897"/>
                  <a:pt x="56055" y="23087"/>
                  <a:pt x="56055" y="23150"/>
                </a:cubicBezTo>
                <a:cubicBezTo>
                  <a:pt x="56055" y="23245"/>
                  <a:pt x="56055" y="23404"/>
                  <a:pt x="56087" y="23530"/>
                </a:cubicBezTo>
                <a:cubicBezTo>
                  <a:pt x="56087" y="23594"/>
                  <a:pt x="56118" y="23657"/>
                  <a:pt x="56150" y="23689"/>
                </a:cubicBezTo>
                <a:cubicBezTo>
                  <a:pt x="56182" y="23752"/>
                  <a:pt x="56213" y="23815"/>
                  <a:pt x="56308" y="23815"/>
                </a:cubicBezTo>
                <a:cubicBezTo>
                  <a:pt x="56372" y="23784"/>
                  <a:pt x="56435" y="23752"/>
                  <a:pt x="56467" y="23689"/>
                </a:cubicBezTo>
                <a:cubicBezTo>
                  <a:pt x="56562" y="23562"/>
                  <a:pt x="56657" y="23277"/>
                  <a:pt x="56752" y="23119"/>
                </a:cubicBezTo>
                <a:cubicBezTo>
                  <a:pt x="56752" y="23087"/>
                  <a:pt x="56752" y="23055"/>
                  <a:pt x="56783" y="23055"/>
                </a:cubicBezTo>
                <a:cubicBezTo>
                  <a:pt x="56752" y="23087"/>
                  <a:pt x="56752" y="23150"/>
                  <a:pt x="56720" y="23214"/>
                </a:cubicBezTo>
                <a:cubicBezTo>
                  <a:pt x="56688" y="23309"/>
                  <a:pt x="56688" y="23467"/>
                  <a:pt x="56688" y="23594"/>
                </a:cubicBezTo>
                <a:cubicBezTo>
                  <a:pt x="56688" y="23689"/>
                  <a:pt x="56688" y="23815"/>
                  <a:pt x="56720" y="23879"/>
                </a:cubicBezTo>
                <a:cubicBezTo>
                  <a:pt x="56752" y="23974"/>
                  <a:pt x="56783" y="24069"/>
                  <a:pt x="56878" y="24100"/>
                </a:cubicBezTo>
                <a:cubicBezTo>
                  <a:pt x="56910" y="24132"/>
                  <a:pt x="56942" y="24132"/>
                  <a:pt x="56973" y="24132"/>
                </a:cubicBezTo>
                <a:cubicBezTo>
                  <a:pt x="57100" y="24132"/>
                  <a:pt x="57195" y="24037"/>
                  <a:pt x="57258" y="23942"/>
                </a:cubicBezTo>
                <a:cubicBezTo>
                  <a:pt x="57290" y="23815"/>
                  <a:pt x="57322" y="23720"/>
                  <a:pt x="57322" y="23594"/>
                </a:cubicBezTo>
                <a:cubicBezTo>
                  <a:pt x="57322" y="23562"/>
                  <a:pt x="57322" y="23499"/>
                  <a:pt x="57290" y="23435"/>
                </a:cubicBezTo>
                <a:cubicBezTo>
                  <a:pt x="57258" y="23435"/>
                  <a:pt x="57227" y="23309"/>
                  <a:pt x="57195" y="23182"/>
                </a:cubicBezTo>
                <a:cubicBezTo>
                  <a:pt x="57195" y="23119"/>
                  <a:pt x="57163" y="23055"/>
                  <a:pt x="57132" y="23024"/>
                </a:cubicBezTo>
                <a:cubicBezTo>
                  <a:pt x="57100" y="22960"/>
                  <a:pt x="57037" y="22897"/>
                  <a:pt x="56973" y="22897"/>
                </a:cubicBezTo>
                <a:cubicBezTo>
                  <a:pt x="56942" y="22897"/>
                  <a:pt x="56910" y="22897"/>
                  <a:pt x="56878" y="22929"/>
                </a:cubicBezTo>
                <a:cubicBezTo>
                  <a:pt x="56847" y="22960"/>
                  <a:pt x="56815" y="22992"/>
                  <a:pt x="56783" y="23024"/>
                </a:cubicBezTo>
                <a:cubicBezTo>
                  <a:pt x="56910" y="22770"/>
                  <a:pt x="56942" y="22485"/>
                  <a:pt x="56973" y="22263"/>
                </a:cubicBezTo>
                <a:cubicBezTo>
                  <a:pt x="57037" y="22010"/>
                  <a:pt x="57037" y="21567"/>
                  <a:pt x="57037" y="21377"/>
                </a:cubicBezTo>
                <a:cubicBezTo>
                  <a:pt x="57037" y="21282"/>
                  <a:pt x="57100" y="21155"/>
                  <a:pt x="57353" y="21028"/>
                </a:cubicBezTo>
                <a:cubicBezTo>
                  <a:pt x="57670" y="20838"/>
                  <a:pt x="57860" y="20427"/>
                  <a:pt x="58082" y="20237"/>
                </a:cubicBezTo>
                <a:cubicBezTo>
                  <a:pt x="58208" y="20110"/>
                  <a:pt x="58240" y="19952"/>
                  <a:pt x="58335" y="19857"/>
                </a:cubicBezTo>
                <a:cubicBezTo>
                  <a:pt x="58398" y="19730"/>
                  <a:pt x="58462" y="19698"/>
                  <a:pt x="58652" y="19667"/>
                </a:cubicBezTo>
                <a:lnTo>
                  <a:pt x="59063" y="19667"/>
                </a:lnTo>
                <a:cubicBezTo>
                  <a:pt x="59190" y="19635"/>
                  <a:pt x="59222" y="19540"/>
                  <a:pt x="59253" y="19508"/>
                </a:cubicBezTo>
                <a:cubicBezTo>
                  <a:pt x="59285" y="19445"/>
                  <a:pt x="59317" y="19413"/>
                  <a:pt x="59348" y="19413"/>
                </a:cubicBezTo>
                <a:cubicBezTo>
                  <a:pt x="59348" y="19413"/>
                  <a:pt x="59380" y="19445"/>
                  <a:pt x="59380" y="19477"/>
                </a:cubicBezTo>
                <a:cubicBezTo>
                  <a:pt x="59412" y="19635"/>
                  <a:pt x="59507" y="19793"/>
                  <a:pt x="59602" y="19952"/>
                </a:cubicBezTo>
                <a:cubicBezTo>
                  <a:pt x="59697" y="20110"/>
                  <a:pt x="59792" y="20237"/>
                  <a:pt x="59824" y="20268"/>
                </a:cubicBezTo>
                <a:cubicBezTo>
                  <a:pt x="59855" y="20332"/>
                  <a:pt x="59950" y="20553"/>
                  <a:pt x="59950" y="20807"/>
                </a:cubicBezTo>
                <a:cubicBezTo>
                  <a:pt x="59950" y="20807"/>
                  <a:pt x="59950" y="20838"/>
                  <a:pt x="59950" y="20870"/>
                </a:cubicBezTo>
                <a:cubicBezTo>
                  <a:pt x="59950" y="20902"/>
                  <a:pt x="59950" y="20965"/>
                  <a:pt x="59950" y="20997"/>
                </a:cubicBezTo>
                <a:cubicBezTo>
                  <a:pt x="59950" y="21155"/>
                  <a:pt x="59950" y="21282"/>
                  <a:pt x="59982" y="21377"/>
                </a:cubicBezTo>
                <a:cubicBezTo>
                  <a:pt x="60014" y="21408"/>
                  <a:pt x="60014" y="21472"/>
                  <a:pt x="60045" y="21503"/>
                </a:cubicBezTo>
                <a:cubicBezTo>
                  <a:pt x="60045" y="21535"/>
                  <a:pt x="60109" y="21598"/>
                  <a:pt x="60172" y="21598"/>
                </a:cubicBezTo>
                <a:cubicBezTo>
                  <a:pt x="60267" y="21598"/>
                  <a:pt x="60299" y="21535"/>
                  <a:pt x="60330" y="21503"/>
                </a:cubicBezTo>
                <a:cubicBezTo>
                  <a:pt x="60425" y="21377"/>
                  <a:pt x="60520" y="21218"/>
                  <a:pt x="60520" y="21155"/>
                </a:cubicBezTo>
                <a:cubicBezTo>
                  <a:pt x="60552" y="21123"/>
                  <a:pt x="60584" y="21123"/>
                  <a:pt x="60615" y="21092"/>
                </a:cubicBezTo>
                <a:cubicBezTo>
                  <a:pt x="60647" y="21060"/>
                  <a:pt x="60710" y="21028"/>
                  <a:pt x="60742" y="21028"/>
                </a:cubicBezTo>
                <a:cubicBezTo>
                  <a:pt x="60742" y="21028"/>
                  <a:pt x="60742" y="21060"/>
                  <a:pt x="60742" y="21092"/>
                </a:cubicBezTo>
                <a:cubicBezTo>
                  <a:pt x="60742" y="21155"/>
                  <a:pt x="60742" y="21218"/>
                  <a:pt x="60742" y="21282"/>
                </a:cubicBezTo>
                <a:cubicBezTo>
                  <a:pt x="60742" y="21630"/>
                  <a:pt x="60774" y="21947"/>
                  <a:pt x="60774" y="22137"/>
                </a:cubicBezTo>
                <a:cubicBezTo>
                  <a:pt x="60774" y="22295"/>
                  <a:pt x="60869" y="22485"/>
                  <a:pt x="60932" y="22644"/>
                </a:cubicBezTo>
                <a:cubicBezTo>
                  <a:pt x="60964" y="22675"/>
                  <a:pt x="60995" y="22739"/>
                  <a:pt x="61027" y="22770"/>
                </a:cubicBezTo>
                <a:lnTo>
                  <a:pt x="60995" y="22770"/>
                </a:lnTo>
                <a:cubicBezTo>
                  <a:pt x="60900" y="22770"/>
                  <a:pt x="60869" y="22865"/>
                  <a:pt x="60837" y="22929"/>
                </a:cubicBezTo>
                <a:cubicBezTo>
                  <a:pt x="60805" y="22992"/>
                  <a:pt x="60805" y="23087"/>
                  <a:pt x="60805" y="23150"/>
                </a:cubicBezTo>
                <a:cubicBezTo>
                  <a:pt x="60805" y="23245"/>
                  <a:pt x="60805" y="23372"/>
                  <a:pt x="60869" y="23435"/>
                </a:cubicBezTo>
                <a:cubicBezTo>
                  <a:pt x="60932" y="23530"/>
                  <a:pt x="60995" y="23562"/>
                  <a:pt x="61027" y="23594"/>
                </a:cubicBezTo>
                <a:cubicBezTo>
                  <a:pt x="61059" y="23625"/>
                  <a:pt x="61122" y="23689"/>
                  <a:pt x="61154" y="23879"/>
                </a:cubicBezTo>
                <a:cubicBezTo>
                  <a:pt x="61280" y="24354"/>
                  <a:pt x="61470" y="24797"/>
                  <a:pt x="61534" y="24955"/>
                </a:cubicBezTo>
                <a:cubicBezTo>
                  <a:pt x="61597" y="25082"/>
                  <a:pt x="61692" y="25177"/>
                  <a:pt x="61787" y="25272"/>
                </a:cubicBezTo>
                <a:cubicBezTo>
                  <a:pt x="61914" y="25367"/>
                  <a:pt x="62009" y="25462"/>
                  <a:pt x="62072" y="25525"/>
                </a:cubicBezTo>
                <a:cubicBezTo>
                  <a:pt x="62104" y="25557"/>
                  <a:pt x="62167" y="25589"/>
                  <a:pt x="62230" y="25589"/>
                </a:cubicBezTo>
                <a:cubicBezTo>
                  <a:pt x="62357" y="25589"/>
                  <a:pt x="62452" y="25462"/>
                  <a:pt x="62452" y="25335"/>
                </a:cubicBezTo>
                <a:cubicBezTo>
                  <a:pt x="62452" y="25272"/>
                  <a:pt x="62452" y="25240"/>
                  <a:pt x="62420" y="25209"/>
                </a:cubicBezTo>
                <a:cubicBezTo>
                  <a:pt x="62325" y="25050"/>
                  <a:pt x="62199" y="24829"/>
                  <a:pt x="62199" y="24702"/>
                </a:cubicBezTo>
                <a:cubicBezTo>
                  <a:pt x="62167" y="24512"/>
                  <a:pt x="62072" y="24227"/>
                  <a:pt x="61914" y="23942"/>
                </a:cubicBezTo>
                <a:cubicBezTo>
                  <a:pt x="61755" y="23625"/>
                  <a:pt x="61597" y="23562"/>
                  <a:pt x="61534" y="23372"/>
                </a:cubicBezTo>
                <a:cubicBezTo>
                  <a:pt x="61470" y="23245"/>
                  <a:pt x="61344" y="23087"/>
                  <a:pt x="61217" y="22960"/>
                </a:cubicBezTo>
                <a:cubicBezTo>
                  <a:pt x="61249" y="22960"/>
                  <a:pt x="61280" y="22929"/>
                  <a:pt x="61312" y="22897"/>
                </a:cubicBezTo>
                <a:cubicBezTo>
                  <a:pt x="61312" y="22865"/>
                  <a:pt x="61312" y="22834"/>
                  <a:pt x="61312" y="22834"/>
                </a:cubicBezTo>
                <a:cubicBezTo>
                  <a:pt x="61312" y="22802"/>
                  <a:pt x="61344" y="22644"/>
                  <a:pt x="61407" y="22485"/>
                </a:cubicBezTo>
                <a:cubicBezTo>
                  <a:pt x="61439" y="22358"/>
                  <a:pt x="61470" y="22200"/>
                  <a:pt x="61470" y="22073"/>
                </a:cubicBezTo>
                <a:cubicBezTo>
                  <a:pt x="61502" y="22105"/>
                  <a:pt x="61565" y="22168"/>
                  <a:pt x="61660" y="22232"/>
                </a:cubicBezTo>
                <a:cubicBezTo>
                  <a:pt x="61755" y="22327"/>
                  <a:pt x="61850" y="22485"/>
                  <a:pt x="61914" y="22612"/>
                </a:cubicBezTo>
                <a:cubicBezTo>
                  <a:pt x="62009" y="22739"/>
                  <a:pt x="62040" y="22834"/>
                  <a:pt x="62040" y="22834"/>
                </a:cubicBezTo>
                <a:lnTo>
                  <a:pt x="62072" y="22865"/>
                </a:lnTo>
                <a:cubicBezTo>
                  <a:pt x="62072" y="22865"/>
                  <a:pt x="62104" y="22960"/>
                  <a:pt x="62167" y="23024"/>
                </a:cubicBezTo>
                <a:cubicBezTo>
                  <a:pt x="62230" y="23119"/>
                  <a:pt x="62325" y="23214"/>
                  <a:pt x="62325" y="23245"/>
                </a:cubicBezTo>
                <a:cubicBezTo>
                  <a:pt x="62325" y="23340"/>
                  <a:pt x="62420" y="23372"/>
                  <a:pt x="62484" y="23372"/>
                </a:cubicBezTo>
                <a:cubicBezTo>
                  <a:pt x="62547" y="23372"/>
                  <a:pt x="62642" y="23340"/>
                  <a:pt x="62705" y="23277"/>
                </a:cubicBezTo>
                <a:cubicBezTo>
                  <a:pt x="62769" y="23214"/>
                  <a:pt x="62832" y="23150"/>
                  <a:pt x="62864" y="23055"/>
                </a:cubicBezTo>
                <a:cubicBezTo>
                  <a:pt x="62927" y="22929"/>
                  <a:pt x="62927" y="22897"/>
                  <a:pt x="63054" y="22865"/>
                </a:cubicBezTo>
                <a:cubicBezTo>
                  <a:pt x="63117" y="22834"/>
                  <a:pt x="63212" y="22834"/>
                  <a:pt x="63307" y="22770"/>
                </a:cubicBezTo>
                <a:cubicBezTo>
                  <a:pt x="63402" y="22739"/>
                  <a:pt x="63465" y="22612"/>
                  <a:pt x="63497" y="22453"/>
                </a:cubicBezTo>
                <a:cubicBezTo>
                  <a:pt x="63529" y="22327"/>
                  <a:pt x="63624" y="22105"/>
                  <a:pt x="63624" y="21883"/>
                </a:cubicBezTo>
                <a:cubicBezTo>
                  <a:pt x="63624" y="21757"/>
                  <a:pt x="63592" y="21598"/>
                  <a:pt x="63497" y="21440"/>
                </a:cubicBezTo>
                <a:cubicBezTo>
                  <a:pt x="63275" y="21060"/>
                  <a:pt x="63149" y="20838"/>
                  <a:pt x="62959" y="20648"/>
                </a:cubicBezTo>
                <a:cubicBezTo>
                  <a:pt x="62895" y="20585"/>
                  <a:pt x="62832" y="20427"/>
                  <a:pt x="62769" y="20300"/>
                </a:cubicBezTo>
                <a:cubicBezTo>
                  <a:pt x="62737" y="20237"/>
                  <a:pt x="62737" y="20173"/>
                  <a:pt x="62705" y="20142"/>
                </a:cubicBezTo>
                <a:cubicBezTo>
                  <a:pt x="62800" y="20015"/>
                  <a:pt x="63054" y="19730"/>
                  <a:pt x="63149" y="19635"/>
                </a:cubicBezTo>
                <a:cubicBezTo>
                  <a:pt x="63180" y="19603"/>
                  <a:pt x="63180" y="19603"/>
                  <a:pt x="63212" y="19603"/>
                </a:cubicBezTo>
                <a:cubicBezTo>
                  <a:pt x="63212" y="19597"/>
                  <a:pt x="63214" y="19595"/>
                  <a:pt x="63218" y="19595"/>
                </a:cubicBezTo>
                <a:cubicBezTo>
                  <a:pt x="63233" y="19595"/>
                  <a:pt x="63275" y="19647"/>
                  <a:pt x="63275" y="19698"/>
                </a:cubicBezTo>
                <a:cubicBezTo>
                  <a:pt x="63275" y="19730"/>
                  <a:pt x="63244" y="19793"/>
                  <a:pt x="63212" y="19920"/>
                </a:cubicBezTo>
                <a:cubicBezTo>
                  <a:pt x="63149" y="20015"/>
                  <a:pt x="63085" y="20142"/>
                  <a:pt x="63085" y="20332"/>
                </a:cubicBezTo>
                <a:cubicBezTo>
                  <a:pt x="63054" y="20363"/>
                  <a:pt x="63054" y="20395"/>
                  <a:pt x="63054" y="20427"/>
                </a:cubicBezTo>
                <a:cubicBezTo>
                  <a:pt x="63054" y="20680"/>
                  <a:pt x="63212" y="20870"/>
                  <a:pt x="63402" y="20870"/>
                </a:cubicBezTo>
                <a:cubicBezTo>
                  <a:pt x="63434" y="20870"/>
                  <a:pt x="63529" y="20838"/>
                  <a:pt x="63560" y="20775"/>
                </a:cubicBezTo>
                <a:cubicBezTo>
                  <a:pt x="63592" y="20712"/>
                  <a:pt x="63655" y="20617"/>
                  <a:pt x="63719" y="20522"/>
                </a:cubicBezTo>
                <a:cubicBezTo>
                  <a:pt x="63750" y="20458"/>
                  <a:pt x="63782" y="20427"/>
                  <a:pt x="63782" y="20363"/>
                </a:cubicBezTo>
                <a:cubicBezTo>
                  <a:pt x="63814" y="20332"/>
                  <a:pt x="63845" y="20300"/>
                  <a:pt x="63845" y="20237"/>
                </a:cubicBezTo>
                <a:cubicBezTo>
                  <a:pt x="63845" y="20173"/>
                  <a:pt x="63814" y="20142"/>
                  <a:pt x="63782" y="20110"/>
                </a:cubicBezTo>
                <a:cubicBezTo>
                  <a:pt x="63719" y="20047"/>
                  <a:pt x="63687" y="20078"/>
                  <a:pt x="63687" y="19920"/>
                </a:cubicBezTo>
                <a:lnTo>
                  <a:pt x="63687" y="19888"/>
                </a:lnTo>
                <a:cubicBezTo>
                  <a:pt x="63687" y="19825"/>
                  <a:pt x="63719" y="19730"/>
                  <a:pt x="63750" y="19698"/>
                </a:cubicBezTo>
                <a:cubicBezTo>
                  <a:pt x="63782" y="19635"/>
                  <a:pt x="63845" y="19635"/>
                  <a:pt x="63877" y="19635"/>
                </a:cubicBezTo>
                <a:cubicBezTo>
                  <a:pt x="63909" y="19667"/>
                  <a:pt x="63941" y="19667"/>
                  <a:pt x="64004" y="19667"/>
                </a:cubicBezTo>
                <a:cubicBezTo>
                  <a:pt x="64226" y="19635"/>
                  <a:pt x="64701" y="19508"/>
                  <a:pt x="64954" y="19318"/>
                </a:cubicBezTo>
                <a:cubicBezTo>
                  <a:pt x="65271" y="19097"/>
                  <a:pt x="65429" y="18685"/>
                  <a:pt x="65587" y="18527"/>
                </a:cubicBezTo>
                <a:cubicBezTo>
                  <a:pt x="65682" y="18463"/>
                  <a:pt x="65841" y="18273"/>
                  <a:pt x="66031" y="18083"/>
                </a:cubicBezTo>
                <a:cubicBezTo>
                  <a:pt x="66189" y="17893"/>
                  <a:pt x="66316" y="17703"/>
                  <a:pt x="66347" y="17481"/>
                </a:cubicBezTo>
                <a:cubicBezTo>
                  <a:pt x="66347" y="17481"/>
                  <a:pt x="66347" y="17450"/>
                  <a:pt x="66347" y="17450"/>
                </a:cubicBezTo>
                <a:cubicBezTo>
                  <a:pt x="66284" y="17196"/>
                  <a:pt x="66347" y="16816"/>
                  <a:pt x="66189" y="16436"/>
                </a:cubicBezTo>
                <a:cubicBezTo>
                  <a:pt x="66062" y="16120"/>
                  <a:pt x="65872" y="15898"/>
                  <a:pt x="65809" y="15771"/>
                </a:cubicBezTo>
                <a:cubicBezTo>
                  <a:pt x="65841" y="15740"/>
                  <a:pt x="65872" y="15708"/>
                  <a:pt x="65967" y="15676"/>
                </a:cubicBezTo>
                <a:cubicBezTo>
                  <a:pt x="66062" y="15645"/>
                  <a:pt x="66189" y="15581"/>
                  <a:pt x="66284" y="15486"/>
                </a:cubicBezTo>
                <a:cubicBezTo>
                  <a:pt x="66347" y="15391"/>
                  <a:pt x="66379" y="15296"/>
                  <a:pt x="66379" y="15201"/>
                </a:cubicBezTo>
                <a:cubicBezTo>
                  <a:pt x="66379" y="15043"/>
                  <a:pt x="66252" y="14916"/>
                  <a:pt x="66126" y="14916"/>
                </a:cubicBezTo>
                <a:lnTo>
                  <a:pt x="66094" y="14916"/>
                </a:lnTo>
                <a:cubicBezTo>
                  <a:pt x="65999" y="14948"/>
                  <a:pt x="65809" y="14980"/>
                  <a:pt x="65714" y="14980"/>
                </a:cubicBezTo>
                <a:cubicBezTo>
                  <a:pt x="65682" y="14980"/>
                  <a:pt x="65587" y="14885"/>
                  <a:pt x="65429" y="14726"/>
                </a:cubicBezTo>
                <a:cubicBezTo>
                  <a:pt x="65429" y="14695"/>
                  <a:pt x="65429" y="14695"/>
                  <a:pt x="65429" y="14663"/>
                </a:cubicBezTo>
                <a:cubicBezTo>
                  <a:pt x="65429" y="14663"/>
                  <a:pt x="65429" y="14631"/>
                  <a:pt x="65461" y="14600"/>
                </a:cubicBezTo>
                <a:cubicBezTo>
                  <a:pt x="65461" y="14600"/>
                  <a:pt x="65461" y="14568"/>
                  <a:pt x="65492" y="14568"/>
                </a:cubicBezTo>
                <a:lnTo>
                  <a:pt x="65524" y="14568"/>
                </a:lnTo>
                <a:cubicBezTo>
                  <a:pt x="65651" y="14568"/>
                  <a:pt x="65714" y="14473"/>
                  <a:pt x="65809" y="14410"/>
                </a:cubicBezTo>
                <a:cubicBezTo>
                  <a:pt x="65872" y="14315"/>
                  <a:pt x="65967" y="14251"/>
                  <a:pt x="66031" y="14188"/>
                </a:cubicBezTo>
                <a:lnTo>
                  <a:pt x="66031" y="14188"/>
                </a:lnTo>
                <a:cubicBezTo>
                  <a:pt x="65999" y="14251"/>
                  <a:pt x="65999" y="14346"/>
                  <a:pt x="65967" y="14441"/>
                </a:cubicBezTo>
                <a:cubicBezTo>
                  <a:pt x="65967" y="14473"/>
                  <a:pt x="65999" y="14536"/>
                  <a:pt x="65999" y="14568"/>
                </a:cubicBezTo>
                <a:cubicBezTo>
                  <a:pt x="66031" y="14631"/>
                  <a:pt x="66062" y="14663"/>
                  <a:pt x="66126" y="14695"/>
                </a:cubicBezTo>
                <a:lnTo>
                  <a:pt x="66157" y="14695"/>
                </a:lnTo>
                <a:cubicBezTo>
                  <a:pt x="66316" y="14695"/>
                  <a:pt x="66411" y="14568"/>
                  <a:pt x="66537" y="14505"/>
                </a:cubicBezTo>
                <a:cubicBezTo>
                  <a:pt x="66569" y="14441"/>
                  <a:pt x="66632" y="14410"/>
                  <a:pt x="66664" y="14378"/>
                </a:cubicBezTo>
                <a:lnTo>
                  <a:pt x="66696" y="14378"/>
                </a:lnTo>
                <a:cubicBezTo>
                  <a:pt x="66696" y="14441"/>
                  <a:pt x="66727" y="14536"/>
                  <a:pt x="66727" y="14600"/>
                </a:cubicBezTo>
                <a:cubicBezTo>
                  <a:pt x="66727" y="14631"/>
                  <a:pt x="66727" y="14663"/>
                  <a:pt x="66727" y="14695"/>
                </a:cubicBezTo>
                <a:cubicBezTo>
                  <a:pt x="66696" y="14758"/>
                  <a:pt x="66664" y="14885"/>
                  <a:pt x="66664" y="14948"/>
                </a:cubicBezTo>
                <a:cubicBezTo>
                  <a:pt x="66664" y="15011"/>
                  <a:pt x="66664" y="15043"/>
                  <a:pt x="66696" y="15106"/>
                </a:cubicBezTo>
                <a:cubicBezTo>
                  <a:pt x="66696" y="15138"/>
                  <a:pt x="66727" y="15201"/>
                  <a:pt x="66822" y="15201"/>
                </a:cubicBezTo>
                <a:lnTo>
                  <a:pt x="66854" y="15201"/>
                </a:lnTo>
                <a:cubicBezTo>
                  <a:pt x="66917" y="15170"/>
                  <a:pt x="66981" y="15106"/>
                  <a:pt x="67012" y="15075"/>
                </a:cubicBezTo>
                <a:cubicBezTo>
                  <a:pt x="67012" y="15075"/>
                  <a:pt x="67044" y="15043"/>
                  <a:pt x="67044" y="15043"/>
                </a:cubicBezTo>
                <a:cubicBezTo>
                  <a:pt x="67107" y="15106"/>
                  <a:pt x="67139" y="15170"/>
                  <a:pt x="67139" y="15265"/>
                </a:cubicBezTo>
                <a:cubicBezTo>
                  <a:pt x="67139" y="15296"/>
                  <a:pt x="67139" y="15328"/>
                  <a:pt x="67139" y="15360"/>
                </a:cubicBezTo>
                <a:cubicBezTo>
                  <a:pt x="67076" y="15518"/>
                  <a:pt x="66981" y="15613"/>
                  <a:pt x="66949" y="15771"/>
                </a:cubicBezTo>
                <a:cubicBezTo>
                  <a:pt x="66949" y="15898"/>
                  <a:pt x="67012" y="15961"/>
                  <a:pt x="67107" y="16025"/>
                </a:cubicBezTo>
                <a:cubicBezTo>
                  <a:pt x="67202" y="16088"/>
                  <a:pt x="67266" y="16120"/>
                  <a:pt x="67329" y="16120"/>
                </a:cubicBezTo>
                <a:cubicBezTo>
                  <a:pt x="67519" y="16120"/>
                  <a:pt x="67582" y="15993"/>
                  <a:pt x="67677" y="15930"/>
                </a:cubicBezTo>
                <a:cubicBezTo>
                  <a:pt x="67867" y="15803"/>
                  <a:pt x="67931" y="15455"/>
                  <a:pt x="67962" y="15201"/>
                </a:cubicBezTo>
                <a:cubicBezTo>
                  <a:pt x="67962" y="15106"/>
                  <a:pt x="67931" y="15043"/>
                  <a:pt x="67899" y="14980"/>
                </a:cubicBezTo>
                <a:cubicBezTo>
                  <a:pt x="67867" y="14885"/>
                  <a:pt x="67772" y="14758"/>
                  <a:pt x="67709" y="14631"/>
                </a:cubicBezTo>
                <a:cubicBezTo>
                  <a:pt x="67677" y="14536"/>
                  <a:pt x="67614" y="14473"/>
                  <a:pt x="67614" y="14410"/>
                </a:cubicBezTo>
                <a:cubicBezTo>
                  <a:pt x="67646" y="14410"/>
                  <a:pt x="67709" y="14378"/>
                  <a:pt x="67804" y="14315"/>
                </a:cubicBezTo>
                <a:cubicBezTo>
                  <a:pt x="67867" y="14283"/>
                  <a:pt x="67962" y="14220"/>
                  <a:pt x="67962" y="14093"/>
                </a:cubicBezTo>
                <a:cubicBezTo>
                  <a:pt x="67962" y="13935"/>
                  <a:pt x="68089" y="13808"/>
                  <a:pt x="68184" y="13776"/>
                </a:cubicBezTo>
                <a:cubicBezTo>
                  <a:pt x="68279" y="13713"/>
                  <a:pt x="68343" y="13618"/>
                  <a:pt x="68406" y="13555"/>
                </a:cubicBezTo>
                <a:cubicBezTo>
                  <a:pt x="68406" y="13523"/>
                  <a:pt x="68438" y="13491"/>
                  <a:pt x="68469" y="13491"/>
                </a:cubicBezTo>
                <a:cubicBezTo>
                  <a:pt x="68501" y="13523"/>
                  <a:pt x="68533" y="13555"/>
                  <a:pt x="68596" y="13555"/>
                </a:cubicBezTo>
                <a:cubicBezTo>
                  <a:pt x="68659" y="13586"/>
                  <a:pt x="68754" y="13618"/>
                  <a:pt x="68818" y="13618"/>
                </a:cubicBezTo>
                <a:cubicBezTo>
                  <a:pt x="68913" y="13618"/>
                  <a:pt x="69008" y="13586"/>
                  <a:pt x="69071" y="13523"/>
                </a:cubicBezTo>
                <a:cubicBezTo>
                  <a:pt x="69134" y="13396"/>
                  <a:pt x="69641" y="12826"/>
                  <a:pt x="69926" y="12573"/>
                </a:cubicBezTo>
                <a:cubicBezTo>
                  <a:pt x="70274" y="12256"/>
                  <a:pt x="70369" y="11876"/>
                  <a:pt x="70464" y="11528"/>
                </a:cubicBezTo>
                <a:cubicBezTo>
                  <a:pt x="70496" y="11433"/>
                  <a:pt x="70496" y="11338"/>
                  <a:pt x="70528" y="11274"/>
                </a:cubicBezTo>
                <a:cubicBezTo>
                  <a:pt x="70528" y="11306"/>
                  <a:pt x="70528" y="11338"/>
                  <a:pt x="70528" y="11369"/>
                </a:cubicBezTo>
                <a:cubicBezTo>
                  <a:pt x="70528" y="11401"/>
                  <a:pt x="70528" y="11464"/>
                  <a:pt x="70528" y="11528"/>
                </a:cubicBezTo>
                <a:cubicBezTo>
                  <a:pt x="70528" y="11591"/>
                  <a:pt x="70528" y="11686"/>
                  <a:pt x="70528" y="11781"/>
                </a:cubicBezTo>
                <a:cubicBezTo>
                  <a:pt x="70528" y="11939"/>
                  <a:pt x="70528" y="12066"/>
                  <a:pt x="70528" y="12193"/>
                </a:cubicBezTo>
                <a:cubicBezTo>
                  <a:pt x="70528" y="12256"/>
                  <a:pt x="70528" y="12319"/>
                  <a:pt x="70559" y="12351"/>
                </a:cubicBezTo>
                <a:cubicBezTo>
                  <a:pt x="70559" y="12414"/>
                  <a:pt x="70559" y="12446"/>
                  <a:pt x="70591" y="12478"/>
                </a:cubicBezTo>
                <a:cubicBezTo>
                  <a:pt x="70591" y="12541"/>
                  <a:pt x="70654" y="12573"/>
                  <a:pt x="70686" y="12636"/>
                </a:cubicBezTo>
                <a:cubicBezTo>
                  <a:pt x="70749" y="12699"/>
                  <a:pt x="70813" y="12731"/>
                  <a:pt x="70908" y="12731"/>
                </a:cubicBezTo>
                <a:lnTo>
                  <a:pt x="71003" y="12731"/>
                </a:lnTo>
                <a:cubicBezTo>
                  <a:pt x="71098" y="12668"/>
                  <a:pt x="71066" y="12573"/>
                  <a:pt x="71066" y="12509"/>
                </a:cubicBezTo>
                <a:cubicBezTo>
                  <a:pt x="71066" y="12414"/>
                  <a:pt x="71066" y="12288"/>
                  <a:pt x="71034" y="12193"/>
                </a:cubicBezTo>
                <a:cubicBezTo>
                  <a:pt x="71034" y="12098"/>
                  <a:pt x="71003" y="12003"/>
                  <a:pt x="71003" y="12003"/>
                </a:cubicBezTo>
                <a:cubicBezTo>
                  <a:pt x="71003" y="12003"/>
                  <a:pt x="71003" y="11971"/>
                  <a:pt x="71034" y="11971"/>
                </a:cubicBezTo>
                <a:cubicBezTo>
                  <a:pt x="71034" y="11908"/>
                  <a:pt x="71129" y="11844"/>
                  <a:pt x="71161" y="11844"/>
                </a:cubicBezTo>
                <a:cubicBezTo>
                  <a:pt x="71193" y="11813"/>
                  <a:pt x="71224" y="11749"/>
                  <a:pt x="71224" y="11718"/>
                </a:cubicBezTo>
                <a:cubicBezTo>
                  <a:pt x="71256" y="11686"/>
                  <a:pt x="71256" y="11654"/>
                  <a:pt x="71256" y="11623"/>
                </a:cubicBezTo>
                <a:cubicBezTo>
                  <a:pt x="71256" y="11464"/>
                  <a:pt x="71193" y="11211"/>
                  <a:pt x="71098" y="11084"/>
                </a:cubicBezTo>
                <a:cubicBezTo>
                  <a:pt x="71066" y="10989"/>
                  <a:pt x="71034" y="10926"/>
                  <a:pt x="71003" y="10894"/>
                </a:cubicBezTo>
                <a:lnTo>
                  <a:pt x="70971" y="10894"/>
                </a:lnTo>
                <a:cubicBezTo>
                  <a:pt x="71003" y="10863"/>
                  <a:pt x="71034" y="10831"/>
                  <a:pt x="71034" y="10799"/>
                </a:cubicBezTo>
                <a:cubicBezTo>
                  <a:pt x="71066" y="10736"/>
                  <a:pt x="71098" y="10673"/>
                  <a:pt x="71098" y="10609"/>
                </a:cubicBezTo>
                <a:cubicBezTo>
                  <a:pt x="71098" y="10578"/>
                  <a:pt x="71098" y="10514"/>
                  <a:pt x="71066" y="10483"/>
                </a:cubicBezTo>
                <a:cubicBezTo>
                  <a:pt x="71066" y="10483"/>
                  <a:pt x="71034" y="10451"/>
                  <a:pt x="71034" y="10419"/>
                </a:cubicBezTo>
                <a:cubicBezTo>
                  <a:pt x="71034" y="10365"/>
                  <a:pt x="70987" y="10286"/>
                  <a:pt x="70913" y="10286"/>
                </a:cubicBezTo>
                <a:cubicBezTo>
                  <a:pt x="70901" y="10286"/>
                  <a:pt x="70889" y="10288"/>
                  <a:pt x="70876" y="10293"/>
                </a:cubicBezTo>
                <a:lnTo>
                  <a:pt x="70813" y="10293"/>
                </a:lnTo>
                <a:cubicBezTo>
                  <a:pt x="70813" y="10293"/>
                  <a:pt x="70718" y="10293"/>
                  <a:pt x="70623" y="10324"/>
                </a:cubicBezTo>
                <a:cubicBezTo>
                  <a:pt x="70591" y="10324"/>
                  <a:pt x="70559" y="10324"/>
                  <a:pt x="70528" y="10356"/>
                </a:cubicBezTo>
                <a:cubicBezTo>
                  <a:pt x="70464" y="10229"/>
                  <a:pt x="70338" y="10134"/>
                  <a:pt x="70211" y="10134"/>
                </a:cubicBezTo>
                <a:lnTo>
                  <a:pt x="70179" y="10134"/>
                </a:lnTo>
                <a:cubicBezTo>
                  <a:pt x="69958" y="10166"/>
                  <a:pt x="69863" y="10293"/>
                  <a:pt x="69768" y="10293"/>
                </a:cubicBezTo>
                <a:cubicBezTo>
                  <a:pt x="69768" y="10293"/>
                  <a:pt x="69768" y="10261"/>
                  <a:pt x="69768" y="10261"/>
                </a:cubicBezTo>
                <a:cubicBezTo>
                  <a:pt x="69768" y="10198"/>
                  <a:pt x="69768" y="10166"/>
                  <a:pt x="69768" y="10103"/>
                </a:cubicBezTo>
                <a:cubicBezTo>
                  <a:pt x="69768" y="10103"/>
                  <a:pt x="69768" y="10071"/>
                  <a:pt x="69768" y="10039"/>
                </a:cubicBezTo>
                <a:cubicBezTo>
                  <a:pt x="69736" y="10008"/>
                  <a:pt x="69704" y="9944"/>
                  <a:pt x="69641" y="9944"/>
                </a:cubicBezTo>
                <a:cubicBezTo>
                  <a:pt x="69578" y="9944"/>
                  <a:pt x="69546" y="9976"/>
                  <a:pt x="69514" y="10008"/>
                </a:cubicBezTo>
                <a:cubicBezTo>
                  <a:pt x="69483" y="10039"/>
                  <a:pt x="69451" y="10071"/>
                  <a:pt x="69419" y="10103"/>
                </a:cubicBezTo>
                <a:cubicBezTo>
                  <a:pt x="69388" y="10103"/>
                  <a:pt x="69388" y="10134"/>
                  <a:pt x="69388" y="10134"/>
                </a:cubicBezTo>
                <a:lnTo>
                  <a:pt x="69388" y="10134"/>
                </a:lnTo>
                <a:cubicBezTo>
                  <a:pt x="69388" y="10134"/>
                  <a:pt x="69388" y="10102"/>
                  <a:pt x="69419" y="10071"/>
                </a:cubicBezTo>
                <a:cubicBezTo>
                  <a:pt x="69483" y="9976"/>
                  <a:pt x="69704" y="9849"/>
                  <a:pt x="69894" y="9786"/>
                </a:cubicBezTo>
                <a:cubicBezTo>
                  <a:pt x="70053" y="9691"/>
                  <a:pt x="70243" y="9501"/>
                  <a:pt x="70433" y="9311"/>
                </a:cubicBezTo>
                <a:cubicBezTo>
                  <a:pt x="70496" y="9216"/>
                  <a:pt x="70591" y="9121"/>
                  <a:pt x="70654" y="9026"/>
                </a:cubicBezTo>
                <a:cubicBezTo>
                  <a:pt x="70749" y="8963"/>
                  <a:pt x="70813" y="8931"/>
                  <a:pt x="70813" y="8931"/>
                </a:cubicBezTo>
                <a:lnTo>
                  <a:pt x="70876" y="8931"/>
                </a:lnTo>
                <a:cubicBezTo>
                  <a:pt x="71066" y="8931"/>
                  <a:pt x="71383" y="8963"/>
                  <a:pt x="71668" y="8963"/>
                </a:cubicBezTo>
                <a:lnTo>
                  <a:pt x="71858" y="8963"/>
                </a:lnTo>
                <a:cubicBezTo>
                  <a:pt x="72206" y="8931"/>
                  <a:pt x="72396" y="8804"/>
                  <a:pt x="72459" y="8804"/>
                </a:cubicBezTo>
                <a:lnTo>
                  <a:pt x="72491" y="8804"/>
                </a:lnTo>
                <a:cubicBezTo>
                  <a:pt x="72618" y="8931"/>
                  <a:pt x="72871" y="9089"/>
                  <a:pt x="73093" y="9089"/>
                </a:cubicBezTo>
                <a:lnTo>
                  <a:pt x="73125" y="9089"/>
                </a:lnTo>
                <a:cubicBezTo>
                  <a:pt x="73220" y="9058"/>
                  <a:pt x="73251" y="9058"/>
                  <a:pt x="73315" y="9026"/>
                </a:cubicBezTo>
                <a:cubicBezTo>
                  <a:pt x="73378" y="8994"/>
                  <a:pt x="73410" y="8931"/>
                  <a:pt x="73536" y="8804"/>
                </a:cubicBezTo>
                <a:cubicBezTo>
                  <a:pt x="73790" y="8583"/>
                  <a:pt x="74043" y="8456"/>
                  <a:pt x="74201" y="8234"/>
                </a:cubicBezTo>
                <a:cubicBezTo>
                  <a:pt x="74265" y="8139"/>
                  <a:pt x="74455" y="8044"/>
                  <a:pt x="74518" y="8044"/>
                </a:cubicBezTo>
                <a:lnTo>
                  <a:pt x="74550" y="8044"/>
                </a:lnTo>
                <a:cubicBezTo>
                  <a:pt x="74550" y="8076"/>
                  <a:pt x="74550" y="8107"/>
                  <a:pt x="74550" y="8139"/>
                </a:cubicBezTo>
                <a:lnTo>
                  <a:pt x="74550" y="8202"/>
                </a:lnTo>
                <a:cubicBezTo>
                  <a:pt x="74550" y="8266"/>
                  <a:pt x="74550" y="8329"/>
                  <a:pt x="74581" y="8393"/>
                </a:cubicBezTo>
                <a:cubicBezTo>
                  <a:pt x="74581" y="8488"/>
                  <a:pt x="74676" y="8519"/>
                  <a:pt x="74740" y="8519"/>
                </a:cubicBezTo>
                <a:lnTo>
                  <a:pt x="74803" y="8519"/>
                </a:lnTo>
                <a:cubicBezTo>
                  <a:pt x="74708" y="8583"/>
                  <a:pt x="74676" y="8614"/>
                  <a:pt x="74645" y="8646"/>
                </a:cubicBezTo>
                <a:cubicBezTo>
                  <a:pt x="74550" y="8709"/>
                  <a:pt x="74391" y="8773"/>
                  <a:pt x="74233" y="8836"/>
                </a:cubicBezTo>
                <a:cubicBezTo>
                  <a:pt x="74075" y="8931"/>
                  <a:pt x="73885" y="9026"/>
                  <a:pt x="73790" y="9216"/>
                </a:cubicBezTo>
                <a:cubicBezTo>
                  <a:pt x="73600" y="9469"/>
                  <a:pt x="73473" y="9596"/>
                  <a:pt x="73473" y="9913"/>
                </a:cubicBezTo>
                <a:lnTo>
                  <a:pt x="73473" y="9976"/>
                </a:lnTo>
                <a:cubicBezTo>
                  <a:pt x="73505" y="10293"/>
                  <a:pt x="73726" y="10609"/>
                  <a:pt x="73695" y="10799"/>
                </a:cubicBezTo>
                <a:cubicBezTo>
                  <a:pt x="73695" y="10863"/>
                  <a:pt x="73695" y="10894"/>
                  <a:pt x="73663" y="10926"/>
                </a:cubicBezTo>
                <a:cubicBezTo>
                  <a:pt x="73505" y="11243"/>
                  <a:pt x="73473" y="11686"/>
                  <a:pt x="73473" y="11686"/>
                </a:cubicBezTo>
                <a:cubicBezTo>
                  <a:pt x="73441" y="11718"/>
                  <a:pt x="73473" y="11781"/>
                  <a:pt x="73536" y="11781"/>
                </a:cubicBezTo>
                <a:cubicBezTo>
                  <a:pt x="73546" y="11790"/>
                  <a:pt x="73557" y="11794"/>
                  <a:pt x="73570" y="11794"/>
                </a:cubicBezTo>
                <a:cubicBezTo>
                  <a:pt x="73600" y="11794"/>
                  <a:pt x="73631" y="11772"/>
                  <a:pt x="73631" y="11749"/>
                </a:cubicBezTo>
                <a:cubicBezTo>
                  <a:pt x="73631" y="11749"/>
                  <a:pt x="73695" y="11654"/>
                  <a:pt x="73790" y="11528"/>
                </a:cubicBezTo>
                <a:cubicBezTo>
                  <a:pt x="73885" y="11369"/>
                  <a:pt x="74011" y="11211"/>
                  <a:pt x="74170" y="11084"/>
                </a:cubicBezTo>
                <a:cubicBezTo>
                  <a:pt x="74518" y="10799"/>
                  <a:pt x="74708" y="10419"/>
                  <a:pt x="74803" y="10293"/>
                </a:cubicBezTo>
                <a:cubicBezTo>
                  <a:pt x="74835" y="10261"/>
                  <a:pt x="74930" y="10229"/>
                  <a:pt x="75025" y="10166"/>
                </a:cubicBezTo>
                <a:cubicBezTo>
                  <a:pt x="75088" y="10134"/>
                  <a:pt x="75151" y="10134"/>
                  <a:pt x="75183" y="10071"/>
                </a:cubicBezTo>
                <a:cubicBezTo>
                  <a:pt x="75246" y="10039"/>
                  <a:pt x="75278" y="9976"/>
                  <a:pt x="75278" y="9913"/>
                </a:cubicBezTo>
                <a:cubicBezTo>
                  <a:pt x="75278" y="9754"/>
                  <a:pt x="75373" y="9564"/>
                  <a:pt x="75436" y="9343"/>
                </a:cubicBezTo>
                <a:cubicBezTo>
                  <a:pt x="75436" y="9311"/>
                  <a:pt x="75436" y="9279"/>
                  <a:pt x="75436" y="9248"/>
                </a:cubicBezTo>
                <a:cubicBezTo>
                  <a:pt x="75436" y="9184"/>
                  <a:pt x="75405" y="9121"/>
                  <a:pt x="75405" y="9089"/>
                </a:cubicBezTo>
                <a:cubicBezTo>
                  <a:pt x="75373" y="9105"/>
                  <a:pt x="75357" y="9113"/>
                  <a:pt x="75349" y="9113"/>
                </a:cubicBezTo>
                <a:cubicBezTo>
                  <a:pt x="75341" y="9113"/>
                  <a:pt x="75341" y="9105"/>
                  <a:pt x="75341" y="9089"/>
                </a:cubicBezTo>
                <a:cubicBezTo>
                  <a:pt x="75341" y="9089"/>
                  <a:pt x="75341" y="9058"/>
                  <a:pt x="75373" y="9026"/>
                </a:cubicBezTo>
                <a:cubicBezTo>
                  <a:pt x="75436" y="8868"/>
                  <a:pt x="75468" y="8773"/>
                  <a:pt x="75531" y="8741"/>
                </a:cubicBezTo>
                <a:cubicBezTo>
                  <a:pt x="75563" y="8678"/>
                  <a:pt x="75690" y="8646"/>
                  <a:pt x="75943" y="8646"/>
                </a:cubicBezTo>
                <a:cubicBezTo>
                  <a:pt x="76418" y="8646"/>
                  <a:pt x="76355" y="8646"/>
                  <a:pt x="76576" y="8678"/>
                </a:cubicBezTo>
                <a:cubicBezTo>
                  <a:pt x="76640" y="8678"/>
                  <a:pt x="76703" y="8646"/>
                  <a:pt x="76798" y="8646"/>
                </a:cubicBezTo>
                <a:cubicBezTo>
                  <a:pt x="77051" y="8646"/>
                  <a:pt x="77210" y="8551"/>
                  <a:pt x="77368" y="8456"/>
                </a:cubicBezTo>
                <a:cubicBezTo>
                  <a:pt x="77527" y="8361"/>
                  <a:pt x="77685" y="8266"/>
                  <a:pt x="77875" y="8202"/>
                </a:cubicBezTo>
                <a:cubicBezTo>
                  <a:pt x="78192" y="8076"/>
                  <a:pt x="78477" y="8012"/>
                  <a:pt x="78635" y="8012"/>
                </a:cubicBezTo>
                <a:lnTo>
                  <a:pt x="78698" y="8012"/>
                </a:lnTo>
                <a:cubicBezTo>
                  <a:pt x="78762" y="8044"/>
                  <a:pt x="78825" y="8044"/>
                  <a:pt x="78888" y="8044"/>
                </a:cubicBezTo>
                <a:cubicBezTo>
                  <a:pt x="78920" y="8044"/>
                  <a:pt x="78952" y="8044"/>
                  <a:pt x="79015" y="8012"/>
                </a:cubicBezTo>
                <a:cubicBezTo>
                  <a:pt x="79047" y="7981"/>
                  <a:pt x="79110" y="7917"/>
                  <a:pt x="79110" y="7854"/>
                </a:cubicBezTo>
                <a:cubicBezTo>
                  <a:pt x="79110" y="7791"/>
                  <a:pt x="79078" y="7759"/>
                  <a:pt x="79015" y="7696"/>
                </a:cubicBezTo>
                <a:cubicBezTo>
                  <a:pt x="78983" y="7632"/>
                  <a:pt x="78888" y="7537"/>
                  <a:pt x="78825" y="7474"/>
                </a:cubicBezTo>
                <a:cubicBezTo>
                  <a:pt x="78793" y="7442"/>
                  <a:pt x="78762" y="7411"/>
                  <a:pt x="78762" y="7379"/>
                </a:cubicBezTo>
                <a:cubicBezTo>
                  <a:pt x="78793" y="7379"/>
                  <a:pt x="78857" y="7347"/>
                  <a:pt x="78920" y="7316"/>
                </a:cubicBezTo>
                <a:cubicBezTo>
                  <a:pt x="79015" y="7284"/>
                  <a:pt x="79078" y="7189"/>
                  <a:pt x="79110" y="7062"/>
                </a:cubicBezTo>
                <a:cubicBezTo>
                  <a:pt x="79110" y="7031"/>
                  <a:pt x="79142" y="6999"/>
                  <a:pt x="79142" y="6967"/>
                </a:cubicBezTo>
                <a:cubicBezTo>
                  <a:pt x="79110" y="6777"/>
                  <a:pt x="79015" y="6587"/>
                  <a:pt x="79015" y="6461"/>
                </a:cubicBezTo>
                <a:cubicBezTo>
                  <a:pt x="79015" y="6429"/>
                  <a:pt x="79015" y="6397"/>
                  <a:pt x="79047" y="6366"/>
                </a:cubicBezTo>
                <a:cubicBezTo>
                  <a:pt x="79078" y="6302"/>
                  <a:pt x="79110" y="6239"/>
                  <a:pt x="79110" y="6176"/>
                </a:cubicBezTo>
                <a:cubicBezTo>
                  <a:pt x="79110" y="6049"/>
                  <a:pt x="79047" y="5954"/>
                  <a:pt x="78952" y="5891"/>
                </a:cubicBezTo>
                <a:cubicBezTo>
                  <a:pt x="78888" y="5796"/>
                  <a:pt x="78793" y="5732"/>
                  <a:pt x="78698" y="5732"/>
                </a:cubicBezTo>
                <a:cubicBezTo>
                  <a:pt x="78635" y="5701"/>
                  <a:pt x="78540" y="5701"/>
                  <a:pt x="78477" y="5701"/>
                </a:cubicBezTo>
                <a:lnTo>
                  <a:pt x="77938" y="5701"/>
                </a:lnTo>
                <a:cubicBezTo>
                  <a:pt x="77780" y="5701"/>
                  <a:pt x="77653" y="5701"/>
                  <a:pt x="77653" y="5669"/>
                </a:cubicBezTo>
                <a:cubicBezTo>
                  <a:pt x="77527" y="5606"/>
                  <a:pt x="77337" y="5511"/>
                  <a:pt x="77178" y="5511"/>
                </a:cubicBezTo>
                <a:cubicBezTo>
                  <a:pt x="77147" y="5511"/>
                  <a:pt x="77083" y="5511"/>
                  <a:pt x="77051" y="5542"/>
                </a:cubicBezTo>
                <a:cubicBezTo>
                  <a:pt x="76988" y="5606"/>
                  <a:pt x="76925" y="5732"/>
                  <a:pt x="76893" y="5827"/>
                </a:cubicBezTo>
                <a:cubicBezTo>
                  <a:pt x="76861" y="5891"/>
                  <a:pt x="76830" y="5954"/>
                  <a:pt x="76798" y="5986"/>
                </a:cubicBezTo>
                <a:cubicBezTo>
                  <a:pt x="76798" y="5954"/>
                  <a:pt x="76766" y="5954"/>
                  <a:pt x="76703" y="5859"/>
                </a:cubicBezTo>
                <a:cubicBezTo>
                  <a:pt x="76640" y="5732"/>
                  <a:pt x="76481" y="5669"/>
                  <a:pt x="76323" y="5637"/>
                </a:cubicBezTo>
                <a:cubicBezTo>
                  <a:pt x="76165" y="5606"/>
                  <a:pt x="75975" y="5606"/>
                  <a:pt x="75848" y="5606"/>
                </a:cubicBezTo>
                <a:lnTo>
                  <a:pt x="75690" y="5606"/>
                </a:lnTo>
                <a:cubicBezTo>
                  <a:pt x="75500" y="5606"/>
                  <a:pt x="75278" y="5669"/>
                  <a:pt x="75088" y="5701"/>
                </a:cubicBezTo>
                <a:cubicBezTo>
                  <a:pt x="74961" y="5701"/>
                  <a:pt x="74898" y="5732"/>
                  <a:pt x="74835" y="5732"/>
                </a:cubicBezTo>
                <a:cubicBezTo>
                  <a:pt x="74803" y="5732"/>
                  <a:pt x="74771" y="5732"/>
                  <a:pt x="74708" y="5637"/>
                </a:cubicBezTo>
                <a:cubicBezTo>
                  <a:pt x="74518" y="5447"/>
                  <a:pt x="74296" y="5384"/>
                  <a:pt x="74265" y="5321"/>
                </a:cubicBezTo>
                <a:cubicBezTo>
                  <a:pt x="74201" y="5289"/>
                  <a:pt x="74138" y="5257"/>
                  <a:pt x="74075" y="5257"/>
                </a:cubicBezTo>
                <a:cubicBezTo>
                  <a:pt x="74011" y="5257"/>
                  <a:pt x="73916" y="5226"/>
                  <a:pt x="73853" y="5226"/>
                </a:cubicBezTo>
                <a:cubicBezTo>
                  <a:pt x="73695" y="5226"/>
                  <a:pt x="73536" y="5257"/>
                  <a:pt x="73378" y="5289"/>
                </a:cubicBezTo>
                <a:cubicBezTo>
                  <a:pt x="73125" y="5321"/>
                  <a:pt x="72840" y="5321"/>
                  <a:pt x="72776" y="5321"/>
                </a:cubicBezTo>
                <a:cubicBezTo>
                  <a:pt x="72745" y="5321"/>
                  <a:pt x="72713" y="5289"/>
                  <a:pt x="72681" y="5289"/>
                </a:cubicBezTo>
                <a:cubicBezTo>
                  <a:pt x="72618" y="5226"/>
                  <a:pt x="72523" y="5194"/>
                  <a:pt x="72428" y="5099"/>
                </a:cubicBezTo>
                <a:cubicBezTo>
                  <a:pt x="72301" y="5004"/>
                  <a:pt x="72174" y="4941"/>
                  <a:pt x="72079" y="4877"/>
                </a:cubicBezTo>
                <a:cubicBezTo>
                  <a:pt x="71984" y="4814"/>
                  <a:pt x="71921" y="4782"/>
                  <a:pt x="71826" y="4782"/>
                </a:cubicBezTo>
                <a:cubicBezTo>
                  <a:pt x="71763" y="4782"/>
                  <a:pt x="71509" y="4846"/>
                  <a:pt x="71288" y="4846"/>
                </a:cubicBezTo>
                <a:cubicBezTo>
                  <a:pt x="71193" y="4846"/>
                  <a:pt x="71098" y="4814"/>
                  <a:pt x="71098" y="4814"/>
                </a:cubicBezTo>
                <a:cubicBezTo>
                  <a:pt x="70971" y="4687"/>
                  <a:pt x="70844" y="4624"/>
                  <a:pt x="70749" y="4592"/>
                </a:cubicBezTo>
                <a:cubicBezTo>
                  <a:pt x="70813" y="4561"/>
                  <a:pt x="70908" y="4529"/>
                  <a:pt x="71034" y="4497"/>
                </a:cubicBezTo>
                <a:cubicBezTo>
                  <a:pt x="71161" y="4466"/>
                  <a:pt x="71319" y="4402"/>
                  <a:pt x="71319" y="4402"/>
                </a:cubicBezTo>
                <a:cubicBezTo>
                  <a:pt x="71319" y="4402"/>
                  <a:pt x="71351" y="4371"/>
                  <a:pt x="71383" y="4339"/>
                </a:cubicBezTo>
                <a:cubicBezTo>
                  <a:pt x="71383" y="4307"/>
                  <a:pt x="71383" y="4276"/>
                  <a:pt x="71351" y="4244"/>
                </a:cubicBezTo>
                <a:cubicBezTo>
                  <a:pt x="71351" y="4244"/>
                  <a:pt x="71319" y="4181"/>
                  <a:pt x="71256" y="4086"/>
                </a:cubicBezTo>
                <a:cubicBezTo>
                  <a:pt x="71193" y="4022"/>
                  <a:pt x="71066" y="3927"/>
                  <a:pt x="70939" y="3927"/>
                </a:cubicBezTo>
                <a:cubicBezTo>
                  <a:pt x="70876" y="3927"/>
                  <a:pt x="70718" y="3896"/>
                  <a:pt x="70623" y="3864"/>
                </a:cubicBezTo>
                <a:cubicBezTo>
                  <a:pt x="70496" y="3832"/>
                  <a:pt x="70401" y="3801"/>
                  <a:pt x="70306" y="3801"/>
                </a:cubicBezTo>
                <a:cubicBezTo>
                  <a:pt x="70274" y="3801"/>
                  <a:pt x="70243" y="3832"/>
                  <a:pt x="70211" y="3832"/>
                </a:cubicBezTo>
                <a:cubicBezTo>
                  <a:pt x="70179" y="3864"/>
                  <a:pt x="70179" y="3896"/>
                  <a:pt x="70179" y="3896"/>
                </a:cubicBezTo>
                <a:lnTo>
                  <a:pt x="70148" y="3896"/>
                </a:lnTo>
                <a:cubicBezTo>
                  <a:pt x="70021" y="3864"/>
                  <a:pt x="69894" y="3801"/>
                  <a:pt x="69736" y="3801"/>
                </a:cubicBezTo>
                <a:cubicBezTo>
                  <a:pt x="69673" y="3801"/>
                  <a:pt x="69609" y="3801"/>
                  <a:pt x="69546" y="3864"/>
                </a:cubicBezTo>
                <a:cubicBezTo>
                  <a:pt x="69514" y="3896"/>
                  <a:pt x="69483" y="3927"/>
                  <a:pt x="69419" y="3959"/>
                </a:cubicBezTo>
                <a:cubicBezTo>
                  <a:pt x="69388" y="4022"/>
                  <a:pt x="69324" y="4054"/>
                  <a:pt x="69293" y="4181"/>
                </a:cubicBezTo>
                <a:cubicBezTo>
                  <a:pt x="69293" y="4244"/>
                  <a:pt x="69324" y="4276"/>
                  <a:pt x="69356" y="4307"/>
                </a:cubicBezTo>
                <a:cubicBezTo>
                  <a:pt x="69388" y="4339"/>
                  <a:pt x="69451" y="4371"/>
                  <a:pt x="69483" y="4371"/>
                </a:cubicBezTo>
                <a:cubicBezTo>
                  <a:pt x="69641" y="4434"/>
                  <a:pt x="69799" y="4434"/>
                  <a:pt x="69926" y="4434"/>
                </a:cubicBezTo>
                <a:cubicBezTo>
                  <a:pt x="70021" y="4434"/>
                  <a:pt x="70053" y="4466"/>
                  <a:pt x="70053" y="4466"/>
                </a:cubicBezTo>
                <a:cubicBezTo>
                  <a:pt x="70084" y="4529"/>
                  <a:pt x="70084" y="4529"/>
                  <a:pt x="70084" y="4561"/>
                </a:cubicBezTo>
                <a:cubicBezTo>
                  <a:pt x="70084" y="4592"/>
                  <a:pt x="70053" y="4624"/>
                  <a:pt x="70053" y="4751"/>
                </a:cubicBezTo>
                <a:cubicBezTo>
                  <a:pt x="70053" y="4751"/>
                  <a:pt x="70021" y="4846"/>
                  <a:pt x="69989" y="4909"/>
                </a:cubicBezTo>
                <a:cubicBezTo>
                  <a:pt x="69958" y="5004"/>
                  <a:pt x="69863" y="5067"/>
                  <a:pt x="69863" y="5067"/>
                </a:cubicBezTo>
                <a:cubicBezTo>
                  <a:pt x="69831" y="5067"/>
                  <a:pt x="69768" y="5036"/>
                  <a:pt x="69704" y="5036"/>
                </a:cubicBezTo>
                <a:cubicBezTo>
                  <a:pt x="69641" y="5036"/>
                  <a:pt x="69546" y="5067"/>
                  <a:pt x="69451" y="5099"/>
                </a:cubicBezTo>
                <a:cubicBezTo>
                  <a:pt x="69419" y="5162"/>
                  <a:pt x="69261" y="5162"/>
                  <a:pt x="69103" y="5162"/>
                </a:cubicBezTo>
                <a:lnTo>
                  <a:pt x="68849" y="5162"/>
                </a:lnTo>
                <a:cubicBezTo>
                  <a:pt x="68818" y="5162"/>
                  <a:pt x="68818" y="5162"/>
                  <a:pt x="68786" y="5194"/>
                </a:cubicBezTo>
                <a:cubicBezTo>
                  <a:pt x="68754" y="5162"/>
                  <a:pt x="68754" y="5162"/>
                  <a:pt x="68723" y="5131"/>
                </a:cubicBezTo>
                <a:cubicBezTo>
                  <a:pt x="68691" y="5099"/>
                  <a:pt x="68659" y="5036"/>
                  <a:pt x="68564" y="5036"/>
                </a:cubicBezTo>
                <a:cubicBezTo>
                  <a:pt x="68533" y="5036"/>
                  <a:pt x="68501" y="5036"/>
                  <a:pt x="68501" y="5067"/>
                </a:cubicBezTo>
                <a:cubicBezTo>
                  <a:pt x="68406" y="5099"/>
                  <a:pt x="68343" y="5162"/>
                  <a:pt x="68247" y="5257"/>
                </a:cubicBezTo>
                <a:cubicBezTo>
                  <a:pt x="68184" y="5321"/>
                  <a:pt x="68089" y="5384"/>
                  <a:pt x="68089" y="5384"/>
                </a:cubicBezTo>
                <a:cubicBezTo>
                  <a:pt x="67994" y="5384"/>
                  <a:pt x="67836" y="5226"/>
                  <a:pt x="67867" y="5099"/>
                </a:cubicBezTo>
                <a:cubicBezTo>
                  <a:pt x="67867" y="5004"/>
                  <a:pt x="67836" y="4877"/>
                  <a:pt x="67804" y="4782"/>
                </a:cubicBezTo>
                <a:cubicBezTo>
                  <a:pt x="67804" y="4687"/>
                  <a:pt x="67772" y="4592"/>
                  <a:pt x="67709" y="4529"/>
                </a:cubicBezTo>
                <a:cubicBezTo>
                  <a:pt x="67677" y="4497"/>
                  <a:pt x="67646" y="4497"/>
                  <a:pt x="67614" y="4497"/>
                </a:cubicBezTo>
                <a:cubicBezTo>
                  <a:pt x="67487" y="4466"/>
                  <a:pt x="67329" y="4466"/>
                  <a:pt x="67202" y="4466"/>
                </a:cubicBezTo>
                <a:lnTo>
                  <a:pt x="67012" y="4466"/>
                </a:lnTo>
                <a:cubicBezTo>
                  <a:pt x="66949" y="4466"/>
                  <a:pt x="66791" y="4497"/>
                  <a:pt x="66632" y="4529"/>
                </a:cubicBezTo>
                <a:cubicBezTo>
                  <a:pt x="66569" y="4529"/>
                  <a:pt x="66474" y="4561"/>
                  <a:pt x="66411" y="4561"/>
                </a:cubicBezTo>
                <a:cubicBezTo>
                  <a:pt x="66347" y="4592"/>
                  <a:pt x="66316" y="4624"/>
                  <a:pt x="66252" y="4656"/>
                </a:cubicBezTo>
                <a:cubicBezTo>
                  <a:pt x="66221" y="4719"/>
                  <a:pt x="65999" y="4814"/>
                  <a:pt x="65904" y="4814"/>
                </a:cubicBezTo>
                <a:cubicBezTo>
                  <a:pt x="65872" y="4814"/>
                  <a:pt x="65841" y="4782"/>
                  <a:pt x="65746" y="4719"/>
                </a:cubicBezTo>
                <a:cubicBezTo>
                  <a:pt x="65682" y="4687"/>
                  <a:pt x="65556" y="4624"/>
                  <a:pt x="65397" y="4592"/>
                </a:cubicBezTo>
                <a:cubicBezTo>
                  <a:pt x="65176" y="4561"/>
                  <a:pt x="64796" y="4529"/>
                  <a:pt x="64574" y="4529"/>
                </a:cubicBezTo>
                <a:lnTo>
                  <a:pt x="64289" y="4529"/>
                </a:lnTo>
                <a:cubicBezTo>
                  <a:pt x="64321" y="4497"/>
                  <a:pt x="64384" y="4434"/>
                  <a:pt x="64416" y="4371"/>
                </a:cubicBezTo>
                <a:cubicBezTo>
                  <a:pt x="64479" y="4276"/>
                  <a:pt x="64542" y="4181"/>
                  <a:pt x="64542" y="4054"/>
                </a:cubicBezTo>
                <a:cubicBezTo>
                  <a:pt x="64542" y="3991"/>
                  <a:pt x="64511" y="3896"/>
                  <a:pt x="64447" y="3864"/>
                </a:cubicBezTo>
                <a:cubicBezTo>
                  <a:pt x="64226" y="3674"/>
                  <a:pt x="63845" y="3706"/>
                  <a:pt x="63687" y="3674"/>
                </a:cubicBezTo>
                <a:cubicBezTo>
                  <a:pt x="63560" y="3642"/>
                  <a:pt x="63434" y="3611"/>
                  <a:pt x="63275" y="3611"/>
                </a:cubicBezTo>
                <a:cubicBezTo>
                  <a:pt x="63212" y="3611"/>
                  <a:pt x="63149" y="3611"/>
                  <a:pt x="63054" y="3642"/>
                </a:cubicBezTo>
                <a:cubicBezTo>
                  <a:pt x="62927" y="3674"/>
                  <a:pt x="62864" y="3706"/>
                  <a:pt x="62800" y="3737"/>
                </a:cubicBezTo>
                <a:cubicBezTo>
                  <a:pt x="62769" y="3706"/>
                  <a:pt x="62769" y="3706"/>
                  <a:pt x="62769" y="3706"/>
                </a:cubicBezTo>
                <a:cubicBezTo>
                  <a:pt x="62737" y="3674"/>
                  <a:pt x="62737" y="3674"/>
                  <a:pt x="62737" y="3674"/>
                </a:cubicBezTo>
                <a:cubicBezTo>
                  <a:pt x="62705" y="3642"/>
                  <a:pt x="62674" y="3642"/>
                  <a:pt x="62579" y="3579"/>
                </a:cubicBezTo>
                <a:cubicBezTo>
                  <a:pt x="62325" y="3452"/>
                  <a:pt x="62135" y="3389"/>
                  <a:pt x="62009" y="3389"/>
                </a:cubicBezTo>
                <a:close/>
                <a:moveTo>
                  <a:pt x="68374" y="25684"/>
                </a:moveTo>
                <a:cubicBezTo>
                  <a:pt x="68279" y="25684"/>
                  <a:pt x="68184" y="25747"/>
                  <a:pt x="68089" y="25874"/>
                </a:cubicBezTo>
                <a:cubicBezTo>
                  <a:pt x="68057" y="25905"/>
                  <a:pt x="68026" y="25937"/>
                  <a:pt x="68026" y="25969"/>
                </a:cubicBezTo>
                <a:cubicBezTo>
                  <a:pt x="67994" y="26000"/>
                  <a:pt x="67962" y="26032"/>
                  <a:pt x="67962" y="26095"/>
                </a:cubicBezTo>
                <a:cubicBezTo>
                  <a:pt x="67962" y="26127"/>
                  <a:pt x="67994" y="26190"/>
                  <a:pt x="67994" y="26190"/>
                </a:cubicBezTo>
                <a:cubicBezTo>
                  <a:pt x="68057" y="26254"/>
                  <a:pt x="68121" y="26254"/>
                  <a:pt x="68279" y="26285"/>
                </a:cubicBezTo>
                <a:cubicBezTo>
                  <a:pt x="68374" y="26317"/>
                  <a:pt x="68469" y="26349"/>
                  <a:pt x="68501" y="26349"/>
                </a:cubicBezTo>
                <a:cubicBezTo>
                  <a:pt x="68501" y="26380"/>
                  <a:pt x="68501" y="26380"/>
                  <a:pt x="68501" y="26412"/>
                </a:cubicBezTo>
                <a:cubicBezTo>
                  <a:pt x="68406" y="26539"/>
                  <a:pt x="68311" y="26697"/>
                  <a:pt x="68311" y="26855"/>
                </a:cubicBezTo>
                <a:cubicBezTo>
                  <a:pt x="68311" y="26919"/>
                  <a:pt x="68343" y="27014"/>
                  <a:pt x="68438" y="27014"/>
                </a:cubicBezTo>
                <a:cubicBezTo>
                  <a:pt x="68469" y="27045"/>
                  <a:pt x="68469" y="27045"/>
                  <a:pt x="68501" y="27045"/>
                </a:cubicBezTo>
                <a:cubicBezTo>
                  <a:pt x="68596" y="27045"/>
                  <a:pt x="68754" y="26982"/>
                  <a:pt x="68849" y="26982"/>
                </a:cubicBezTo>
                <a:cubicBezTo>
                  <a:pt x="68849" y="27014"/>
                  <a:pt x="68849" y="27045"/>
                  <a:pt x="68881" y="27077"/>
                </a:cubicBezTo>
                <a:cubicBezTo>
                  <a:pt x="68913" y="27109"/>
                  <a:pt x="68944" y="27140"/>
                  <a:pt x="69008" y="27172"/>
                </a:cubicBezTo>
                <a:cubicBezTo>
                  <a:pt x="69039" y="27172"/>
                  <a:pt x="69134" y="27204"/>
                  <a:pt x="69229" y="27204"/>
                </a:cubicBezTo>
                <a:cubicBezTo>
                  <a:pt x="69578" y="27299"/>
                  <a:pt x="69609" y="27394"/>
                  <a:pt x="69704" y="27521"/>
                </a:cubicBezTo>
                <a:cubicBezTo>
                  <a:pt x="69736" y="27552"/>
                  <a:pt x="69768" y="27616"/>
                  <a:pt x="69799" y="27679"/>
                </a:cubicBezTo>
                <a:cubicBezTo>
                  <a:pt x="69831" y="27711"/>
                  <a:pt x="69831" y="27742"/>
                  <a:pt x="69863" y="27774"/>
                </a:cubicBezTo>
                <a:cubicBezTo>
                  <a:pt x="69799" y="27774"/>
                  <a:pt x="69736" y="27837"/>
                  <a:pt x="69704" y="27869"/>
                </a:cubicBezTo>
                <a:cubicBezTo>
                  <a:pt x="69641" y="27932"/>
                  <a:pt x="69578" y="27996"/>
                  <a:pt x="69578" y="28091"/>
                </a:cubicBezTo>
                <a:cubicBezTo>
                  <a:pt x="69578" y="28154"/>
                  <a:pt x="69641" y="28217"/>
                  <a:pt x="69704" y="28249"/>
                </a:cubicBezTo>
                <a:lnTo>
                  <a:pt x="69768" y="28249"/>
                </a:lnTo>
                <a:cubicBezTo>
                  <a:pt x="69863" y="28249"/>
                  <a:pt x="70021" y="28217"/>
                  <a:pt x="70116" y="28217"/>
                </a:cubicBezTo>
                <a:cubicBezTo>
                  <a:pt x="70116" y="28281"/>
                  <a:pt x="70179" y="28376"/>
                  <a:pt x="70243" y="28471"/>
                </a:cubicBezTo>
                <a:cubicBezTo>
                  <a:pt x="70306" y="28597"/>
                  <a:pt x="70369" y="28724"/>
                  <a:pt x="70528" y="28756"/>
                </a:cubicBezTo>
                <a:cubicBezTo>
                  <a:pt x="70496" y="28787"/>
                  <a:pt x="70496" y="28787"/>
                  <a:pt x="70496" y="28851"/>
                </a:cubicBezTo>
                <a:cubicBezTo>
                  <a:pt x="70433" y="28977"/>
                  <a:pt x="70369" y="29262"/>
                  <a:pt x="70369" y="29484"/>
                </a:cubicBezTo>
                <a:cubicBezTo>
                  <a:pt x="70369" y="29611"/>
                  <a:pt x="70401" y="29737"/>
                  <a:pt x="70433" y="29801"/>
                </a:cubicBezTo>
                <a:cubicBezTo>
                  <a:pt x="70464" y="29832"/>
                  <a:pt x="70464" y="29896"/>
                  <a:pt x="70464" y="29959"/>
                </a:cubicBezTo>
                <a:cubicBezTo>
                  <a:pt x="70464" y="30149"/>
                  <a:pt x="70338" y="30434"/>
                  <a:pt x="70274" y="30656"/>
                </a:cubicBezTo>
                <a:cubicBezTo>
                  <a:pt x="70274" y="30687"/>
                  <a:pt x="70274" y="30687"/>
                  <a:pt x="70274" y="30719"/>
                </a:cubicBezTo>
                <a:cubicBezTo>
                  <a:pt x="70243" y="30719"/>
                  <a:pt x="70243" y="30687"/>
                  <a:pt x="70211" y="30687"/>
                </a:cubicBezTo>
                <a:cubicBezTo>
                  <a:pt x="70148" y="30624"/>
                  <a:pt x="70021" y="30497"/>
                  <a:pt x="69926" y="30402"/>
                </a:cubicBezTo>
                <a:cubicBezTo>
                  <a:pt x="69736" y="30244"/>
                  <a:pt x="69451" y="30149"/>
                  <a:pt x="69356" y="30022"/>
                </a:cubicBezTo>
                <a:cubicBezTo>
                  <a:pt x="69356" y="30022"/>
                  <a:pt x="69356" y="30022"/>
                  <a:pt x="69356" y="29991"/>
                </a:cubicBezTo>
                <a:cubicBezTo>
                  <a:pt x="69356" y="29927"/>
                  <a:pt x="69388" y="29832"/>
                  <a:pt x="69419" y="29706"/>
                </a:cubicBezTo>
                <a:cubicBezTo>
                  <a:pt x="69483" y="29611"/>
                  <a:pt x="69514" y="29484"/>
                  <a:pt x="69514" y="29357"/>
                </a:cubicBezTo>
                <a:cubicBezTo>
                  <a:pt x="69514" y="29326"/>
                  <a:pt x="69514" y="29262"/>
                  <a:pt x="69483" y="29231"/>
                </a:cubicBezTo>
                <a:cubicBezTo>
                  <a:pt x="69419" y="29104"/>
                  <a:pt x="69293" y="29104"/>
                  <a:pt x="69166" y="29104"/>
                </a:cubicBezTo>
                <a:cubicBezTo>
                  <a:pt x="69071" y="29104"/>
                  <a:pt x="68976" y="29104"/>
                  <a:pt x="68881" y="29136"/>
                </a:cubicBezTo>
                <a:lnTo>
                  <a:pt x="68786" y="29136"/>
                </a:lnTo>
                <a:cubicBezTo>
                  <a:pt x="68786" y="29136"/>
                  <a:pt x="68786" y="29167"/>
                  <a:pt x="68754" y="29167"/>
                </a:cubicBezTo>
                <a:cubicBezTo>
                  <a:pt x="68754" y="29136"/>
                  <a:pt x="68723" y="29104"/>
                  <a:pt x="68691" y="29041"/>
                </a:cubicBezTo>
                <a:cubicBezTo>
                  <a:pt x="68628" y="29009"/>
                  <a:pt x="68564" y="28914"/>
                  <a:pt x="68469" y="28914"/>
                </a:cubicBezTo>
                <a:cubicBezTo>
                  <a:pt x="68374" y="28914"/>
                  <a:pt x="68343" y="28977"/>
                  <a:pt x="68311" y="29009"/>
                </a:cubicBezTo>
                <a:cubicBezTo>
                  <a:pt x="68311" y="29072"/>
                  <a:pt x="68279" y="29136"/>
                  <a:pt x="68279" y="29199"/>
                </a:cubicBezTo>
                <a:cubicBezTo>
                  <a:pt x="68247" y="29167"/>
                  <a:pt x="68216" y="29104"/>
                  <a:pt x="68152" y="29041"/>
                </a:cubicBezTo>
                <a:cubicBezTo>
                  <a:pt x="68152" y="29041"/>
                  <a:pt x="68121" y="29009"/>
                  <a:pt x="68121" y="29009"/>
                </a:cubicBezTo>
                <a:cubicBezTo>
                  <a:pt x="68089" y="28977"/>
                  <a:pt x="68089" y="28946"/>
                  <a:pt x="68026" y="28946"/>
                </a:cubicBezTo>
                <a:cubicBezTo>
                  <a:pt x="67962" y="28946"/>
                  <a:pt x="67931" y="29009"/>
                  <a:pt x="67931" y="29041"/>
                </a:cubicBezTo>
                <a:cubicBezTo>
                  <a:pt x="67931" y="29072"/>
                  <a:pt x="67931" y="29072"/>
                  <a:pt x="67931" y="29104"/>
                </a:cubicBezTo>
                <a:cubicBezTo>
                  <a:pt x="67931" y="29136"/>
                  <a:pt x="67931" y="29167"/>
                  <a:pt x="67931" y="29199"/>
                </a:cubicBezTo>
                <a:cubicBezTo>
                  <a:pt x="67931" y="29294"/>
                  <a:pt x="67899" y="29357"/>
                  <a:pt x="67867" y="29421"/>
                </a:cubicBezTo>
                <a:cubicBezTo>
                  <a:pt x="67772" y="29516"/>
                  <a:pt x="67741" y="29579"/>
                  <a:pt x="67709" y="29642"/>
                </a:cubicBezTo>
                <a:cubicBezTo>
                  <a:pt x="67709" y="29706"/>
                  <a:pt x="67709" y="29737"/>
                  <a:pt x="67646" y="29832"/>
                </a:cubicBezTo>
                <a:cubicBezTo>
                  <a:pt x="67646" y="29896"/>
                  <a:pt x="67614" y="29896"/>
                  <a:pt x="67614" y="29896"/>
                </a:cubicBezTo>
                <a:lnTo>
                  <a:pt x="67614" y="29927"/>
                </a:lnTo>
                <a:cubicBezTo>
                  <a:pt x="67614" y="29927"/>
                  <a:pt x="67487" y="29864"/>
                  <a:pt x="67424" y="29706"/>
                </a:cubicBezTo>
                <a:cubicBezTo>
                  <a:pt x="67329" y="29611"/>
                  <a:pt x="67266" y="29547"/>
                  <a:pt x="67171" y="29547"/>
                </a:cubicBezTo>
                <a:cubicBezTo>
                  <a:pt x="67012" y="29547"/>
                  <a:pt x="66949" y="29674"/>
                  <a:pt x="66917" y="29674"/>
                </a:cubicBezTo>
                <a:cubicBezTo>
                  <a:pt x="66791" y="29769"/>
                  <a:pt x="66759" y="29896"/>
                  <a:pt x="66696" y="30022"/>
                </a:cubicBezTo>
                <a:cubicBezTo>
                  <a:pt x="66664" y="30149"/>
                  <a:pt x="66632" y="30276"/>
                  <a:pt x="66601" y="30307"/>
                </a:cubicBezTo>
                <a:cubicBezTo>
                  <a:pt x="66601" y="30339"/>
                  <a:pt x="66474" y="30371"/>
                  <a:pt x="66379" y="30434"/>
                </a:cubicBezTo>
                <a:cubicBezTo>
                  <a:pt x="66252" y="30497"/>
                  <a:pt x="66157" y="30529"/>
                  <a:pt x="66062" y="30624"/>
                </a:cubicBezTo>
                <a:cubicBezTo>
                  <a:pt x="65999" y="30719"/>
                  <a:pt x="65967" y="30877"/>
                  <a:pt x="65936" y="31004"/>
                </a:cubicBezTo>
                <a:cubicBezTo>
                  <a:pt x="65936" y="31099"/>
                  <a:pt x="65904" y="31194"/>
                  <a:pt x="65904" y="31257"/>
                </a:cubicBezTo>
                <a:cubicBezTo>
                  <a:pt x="65872" y="31257"/>
                  <a:pt x="65809" y="31289"/>
                  <a:pt x="65714" y="31289"/>
                </a:cubicBezTo>
                <a:cubicBezTo>
                  <a:pt x="65619" y="31289"/>
                  <a:pt x="65492" y="31321"/>
                  <a:pt x="65429" y="31384"/>
                </a:cubicBezTo>
                <a:cubicBezTo>
                  <a:pt x="65397" y="31416"/>
                  <a:pt x="65334" y="31447"/>
                  <a:pt x="65271" y="31447"/>
                </a:cubicBezTo>
                <a:cubicBezTo>
                  <a:pt x="65207" y="31447"/>
                  <a:pt x="65112" y="31416"/>
                  <a:pt x="65017" y="31416"/>
                </a:cubicBezTo>
                <a:cubicBezTo>
                  <a:pt x="64922" y="31416"/>
                  <a:pt x="64891" y="31447"/>
                  <a:pt x="64827" y="31511"/>
                </a:cubicBezTo>
                <a:cubicBezTo>
                  <a:pt x="64606" y="31637"/>
                  <a:pt x="64321" y="31922"/>
                  <a:pt x="64226" y="32017"/>
                </a:cubicBezTo>
                <a:cubicBezTo>
                  <a:pt x="64099" y="32144"/>
                  <a:pt x="64067" y="32334"/>
                  <a:pt x="64067" y="32524"/>
                </a:cubicBezTo>
                <a:cubicBezTo>
                  <a:pt x="64067" y="32651"/>
                  <a:pt x="64067" y="32746"/>
                  <a:pt x="64131" y="32841"/>
                </a:cubicBezTo>
                <a:cubicBezTo>
                  <a:pt x="64162" y="32936"/>
                  <a:pt x="64257" y="33094"/>
                  <a:pt x="64257" y="33158"/>
                </a:cubicBezTo>
                <a:cubicBezTo>
                  <a:pt x="64194" y="33253"/>
                  <a:pt x="64162" y="33348"/>
                  <a:pt x="64162" y="33474"/>
                </a:cubicBezTo>
                <a:cubicBezTo>
                  <a:pt x="64162" y="33633"/>
                  <a:pt x="64194" y="33823"/>
                  <a:pt x="64352" y="33981"/>
                </a:cubicBezTo>
                <a:cubicBezTo>
                  <a:pt x="64479" y="34171"/>
                  <a:pt x="64479" y="34234"/>
                  <a:pt x="64479" y="34298"/>
                </a:cubicBezTo>
                <a:lnTo>
                  <a:pt x="64479" y="34361"/>
                </a:lnTo>
                <a:cubicBezTo>
                  <a:pt x="64479" y="34393"/>
                  <a:pt x="64479" y="34424"/>
                  <a:pt x="64479" y="34456"/>
                </a:cubicBezTo>
                <a:cubicBezTo>
                  <a:pt x="64511" y="34551"/>
                  <a:pt x="64542" y="34614"/>
                  <a:pt x="64606" y="34678"/>
                </a:cubicBezTo>
                <a:cubicBezTo>
                  <a:pt x="64637" y="34741"/>
                  <a:pt x="64701" y="34804"/>
                  <a:pt x="64764" y="34931"/>
                </a:cubicBezTo>
                <a:cubicBezTo>
                  <a:pt x="64796" y="34963"/>
                  <a:pt x="64796" y="34963"/>
                  <a:pt x="64796" y="34963"/>
                </a:cubicBezTo>
                <a:cubicBezTo>
                  <a:pt x="64796" y="34994"/>
                  <a:pt x="64732" y="35089"/>
                  <a:pt x="64669" y="35153"/>
                </a:cubicBezTo>
                <a:cubicBezTo>
                  <a:pt x="64574" y="35248"/>
                  <a:pt x="64479" y="35311"/>
                  <a:pt x="64447" y="35406"/>
                </a:cubicBezTo>
                <a:cubicBezTo>
                  <a:pt x="64416" y="35438"/>
                  <a:pt x="64416" y="35469"/>
                  <a:pt x="64416" y="35501"/>
                </a:cubicBezTo>
                <a:cubicBezTo>
                  <a:pt x="64447" y="35723"/>
                  <a:pt x="64606" y="35881"/>
                  <a:pt x="64701" y="36008"/>
                </a:cubicBezTo>
                <a:cubicBezTo>
                  <a:pt x="64796" y="36103"/>
                  <a:pt x="64891" y="36103"/>
                  <a:pt x="64986" y="36103"/>
                </a:cubicBezTo>
                <a:cubicBezTo>
                  <a:pt x="65112" y="36103"/>
                  <a:pt x="65271" y="36071"/>
                  <a:pt x="65397" y="36008"/>
                </a:cubicBezTo>
                <a:cubicBezTo>
                  <a:pt x="65492" y="35976"/>
                  <a:pt x="65587" y="35881"/>
                  <a:pt x="65651" y="35849"/>
                </a:cubicBezTo>
                <a:cubicBezTo>
                  <a:pt x="65746" y="35786"/>
                  <a:pt x="65809" y="35723"/>
                  <a:pt x="65841" y="35723"/>
                </a:cubicBezTo>
                <a:cubicBezTo>
                  <a:pt x="65872" y="35723"/>
                  <a:pt x="66031" y="35691"/>
                  <a:pt x="66189" y="35691"/>
                </a:cubicBezTo>
                <a:lnTo>
                  <a:pt x="66474" y="35691"/>
                </a:lnTo>
                <a:cubicBezTo>
                  <a:pt x="66506" y="35659"/>
                  <a:pt x="66537" y="35659"/>
                  <a:pt x="66537" y="35628"/>
                </a:cubicBezTo>
                <a:cubicBezTo>
                  <a:pt x="66537" y="35628"/>
                  <a:pt x="66727" y="35248"/>
                  <a:pt x="66854" y="35089"/>
                </a:cubicBezTo>
                <a:cubicBezTo>
                  <a:pt x="66886" y="35058"/>
                  <a:pt x="66917" y="35026"/>
                  <a:pt x="67012" y="35026"/>
                </a:cubicBezTo>
                <a:cubicBezTo>
                  <a:pt x="67076" y="35026"/>
                  <a:pt x="67139" y="35058"/>
                  <a:pt x="67202" y="35058"/>
                </a:cubicBezTo>
                <a:cubicBezTo>
                  <a:pt x="67266" y="35089"/>
                  <a:pt x="67297" y="35089"/>
                  <a:pt x="67297" y="35089"/>
                </a:cubicBezTo>
                <a:cubicBezTo>
                  <a:pt x="67308" y="35100"/>
                  <a:pt x="67319" y="35103"/>
                  <a:pt x="67329" y="35103"/>
                </a:cubicBezTo>
                <a:cubicBezTo>
                  <a:pt x="67350" y="35103"/>
                  <a:pt x="67371" y="35089"/>
                  <a:pt x="67392" y="35089"/>
                </a:cubicBezTo>
                <a:cubicBezTo>
                  <a:pt x="67392" y="35089"/>
                  <a:pt x="67392" y="35089"/>
                  <a:pt x="67424" y="35058"/>
                </a:cubicBezTo>
                <a:cubicBezTo>
                  <a:pt x="67487" y="35026"/>
                  <a:pt x="67646" y="34931"/>
                  <a:pt x="67962" y="34836"/>
                </a:cubicBezTo>
                <a:cubicBezTo>
                  <a:pt x="68057" y="34804"/>
                  <a:pt x="68121" y="34804"/>
                  <a:pt x="68152" y="34804"/>
                </a:cubicBezTo>
                <a:lnTo>
                  <a:pt x="68184" y="34804"/>
                </a:lnTo>
                <a:cubicBezTo>
                  <a:pt x="68184" y="34836"/>
                  <a:pt x="68216" y="34963"/>
                  <a:pt x="68343" y="35026"/>
                </a:cubicBezTo>
                <a:cubicBezTo>
                  <a:pt x="68533" y="35089"/>
                  <a:pt x="68754" y="35153"/>
                  <a:pt x="68849" y="35248"/>
                </a:cubicBezTo>
                <a:cubicBezTo>
                  <a:pt x="68849" y="35248"/>
                  <a:pt x="68849" y="35279"/>
                  <a:pt x="68881" y="35311"/>
                </a:cubicBezTo>
                <a:cubicBezTo>
                  <a:pt x="68881" y="35438"/>
                  <a:pt x="68818" y="35564"/>
                  <a:pt x="68786" y="35691"/>
                </a:cubicBezTo>
                <a:cubicBezTo>
                  <a:pt x="68786" y="35691"/>
                  <a:pt x="68786" y="35691"/>
                  <a:pt x="68786" y="35723"/>
                </a:cubicBezTo>
                <a:cubicBezTo>
                  <a:pt x="68786" y="35786"/>
                  <a:pt x="68849" y="35849"/>
                  <a:pt x="68881" y="35849"/>
                </a:cubicBezTo>
                <a:cubicBezTo>
                  <a:pt x="68913" y="35881"/>
                  <a:pt x="68944" y="35881"/>
                  <a:pt x="69008" y="35881"/>
                </a:cubicBezTo>
                <a:cubicBezTo>
                  <a:pt x="69071" y="35881"/>
                  <a:pt x="69134" y="35849"/>
                  <a:pt x="69198" y="35849"/>
                </a:cubicBezTo>
                <a:cubicBezTo>
                  <a:pt x="69229" y="35818"/>
                  <a:pt x="69324" y="35786"/>
                  <a:pt x="69324" y="35659"/>
                </a:cubicBezTo>
                <a:cubicBezTo>
                  <a:pt x="69324" y="35596"/>
                  <a:pt x="69388" y="35533"/>
                  <a:pt x="69546" y="35406"/>
                </a:cubicBezTo>
                <a:lnTo>
                  <a:pt x="69546" y="35406"/>
                </a:lnTo>
                <a:cubicBezTo>
                  <a:pt x="69514" y="35438"/>
                  <a:pt x="69514" y="35501"/>
                  <a:pt x="69514" y="35533"/>
                </a:cubicBezTo>
                <a:cubicBezTo>
                  <a:pt x="69514" y="35596"/>
                  <a:pt x="69546" y="35659"/>
                  <a:pt x="69546" y="35754"/>
                </a:cubicBezTo>
                <a:cubicBezTo>
                  <a:pt x="69578" y="35786"/>
                  <a:pt x="69578" y="35786"/>
                  <a:pt x="69609" y="35818"/>
                </a:cubicBezTo>
                <a:cubicBezTo>
                  <a:pt x="69609" y="35849"/>
                  <a:pt x="69641" y="35881"/>
                  <a:pt x="69704" y="35881"/>
                </a:cubicBezTo>
                <a:cubicBezTo>
                  <a:pt x="69736" y="35849"/>
                  <a:pt x="69768" y="35849"/>
                  <a:pt x="69799" y="35818"/>
                </a:cubicBezTo>
                <a:cubicBezTo>
                  <a:pt x="69799" y="35849"/>
                  <a:pt x="69831" y="35881"/>
                  <a:pt x="69831" y="35913"/>
                </a:cubicBezTo>
                <a:cubicBezTo>
                  <a:pt x="69831" y="35976"/>
                  <a:pt x="69894" y="36008"/>
                  <a:pt x="69926" y="36008"/>
                </a:cubicBezTo>
                <a:cubicBezTo>
                  <a:pt x="69958" y="36039"/>
                  <a:pt x="69989" y="36071"/>
                  <a:pt x="70021" y="36103"/>
                </a:cubicBezTo>
                <a:cubicBezTo>
                  <a:pt x="70053" y="36134"/>
                  <a:pt x="70084" y="36166"/>
                  <a:pt x="70084" y="36229"/>
                </a:cubicBezTo>
                <a:cubicBezTo>
                  <a:pt x="70084" y="36324"/>
                  <a:pt x="70084" y="36451"/>
                  <a:pt x="70084" y="36514"/>
                </a:cubicBezTo>
                <a:cubicBezTo>
                  <a:pt x="70084" y="36578"/>
                  <a:pt x="70116" y="36673"/>
                  <a:pt x="70179" y="36736"/>
                </a:cubicBezTo>
                <a:cubicBezTo>
                  <a:pt x="70243" y="36768"/>
                  <a:pt x="70274" y="36768"/>
                  <a:pt x="70306" y="36768"/>
                </a:cubicBezTo>
                <a:cubicBezTo>
                  <a:pt x="70433" y="36800"/>
                  <a:pt x="70559" y="36831"/>
                  <a:pt x="70623" y="36990"/>
                </a:cubicBezTo>
                <a:cubicBezTo>
                  <a:pt x="70686" y="37085"/>
                  <a:pt x="70749" y="37180"/>
                  <a:pt x="70844" y="37180"/>
                </a:cubicBezTo>
                <a:cubicBezTo>
                  <a:pt x="70939" y="37180"/>
                  <a:pt x="71003" y="37116"/>
                  <a:pt x="71034" y="37053"/>
                </a:cubicBezTo>
                <a:cubicBezTo>
                  <a:pt x="71066" y="36990"/>
                  <a:pt x="71098" y="36926"/>
                  <a:pt x="71098" y="36895"/>
                </a:cubicBezTo>
                <a:cubicBezTo>
                  <a:pt x="71161" y="36895"/>
                  <a:pt x="71319" y="37021"/>
                  <a:pt x="71351" y="37053"/>
                </a:cubicBezTo>
                <a:cubicBezTo>
                  <a:pt x="71383" y="37085"/>
                  <a:pt x="71446" y="37116"/>
                  <a:pt x="71478" y="37116"/>
                </a:cubicBezTo>
                <a:cubicBezTo>
                  <a:pt x="71604" y="37116"/>
                  <a:pt x="71636" y="37053"/>
                  <a:pt x="71731" y="36958"/>
                </a:cubicBezTo>
                <a:cubicBezTo>
                  <a:pt x="71826" y="36895"/>
                  <a:pt x="71921" y="36831"/>
                  <a:pt x="72048" y="36800"/>
                </a:cubicBezTo>
                <a:cubicBezTo>
                  <a:pt x="72174" y="36768"/>
                  <a:pt x="72238" y="36736"/>
                  <a:pt x="72301" y="36704"/>
                </a:cubicBezTo>
                <a:cubicBezTo>
                  <a:pt x="72364" y="36641"/>
                  <a:pt x="72364" y="36609"/>
                  <a:pt x="72396" y="36546"/>
                </a:cubicBezTo>
                <a:cubicBezTo>
                  <a:pt x="72491" y="36356"/>
                  <a:pt x="72554" y="35976"/>
                  <a:pt x="72713" y="35723"/>
                </a:cubicBezTo>
                <a:cubicBezTo>
                  <a:pt x="72871" y="35406"/>
                  <a:pt x="73125" y="34899"/>
                  <a:pt x="73125" y="34456"/>
                </a:cubicBezTo>
                <a:cubicBezTo>
                  <a:pt x="73125" y="34076"/>
                  <a:pt x="73125" y="33189"/>
                  <a:pt x="72871" y="32714"/>
                </a:cubicBezTo>
                <a:cubicBezTo>
                  <a:pt x="72776" y="32493"/>
                  <a:pt x="72649" y="32303"/>
                  <a:pt x="72523" y="32113"/>
                </a:cubicBezTo>
                <a:cubicBezTo>
                  <a:pt x="72396" y="31954"/>
                  <a:pt x="72301" y="31796"/>
                  <a:pt x="72333" y="31732"/>
                </a:cubicBezTo>
                <a:lnTo>
                  <a:pt x="72333" y="31701"/>
                </a:lnTo>
                <a:cubicBezTo>
                  <a:pt x="72333" y="31637"/>
                  <a:pt x="72269" y="31542"/>
                  <a:pt x="72238" y="31511"/>
                </a:cubicBezTo>
                <a:cubicBezTo>
                  <a:pt x="72079" y="31384"/>
                  <a:pt x="71889" y="31352"/>
                  <a:pt x="71794" y="31257"/>
                </a:cubicBezTo>
                <a:cubicBezTo>
                  <a:pt x="71731" y="31226"/>
                  <a:pt x="71699" y="31067"/>
                  <a:pt x="71636" y="30877"/>
                </a:cubicBezTo>
                <a:cubicBezTo>
                  <a:pt x="71604" y="30687"/>
                  <a:pt x="71573" y="30497"/>
                  <a:pt x="71541" y="30339"/>
                </a:cubicBezTo>
                <a:cubicBezTo>
                  <a:pt x="71414" y="30022"/>
                  <a:pt x="71224" y="29801"/>
                  <a:pt x="71034" y="29547"/>
                </a:cubicBezTo>
                <a:cubicBezTo>
                  <a:pt x="70971" y="29452"/>
                  <a:pt x="70908" y="29231"/>
                  <a:pt x="70844" y="29072"/>
                </a:cubicBezTo>
                <a:cubicBezTo>
                  <a:pt x="70813" y="28977"/>
                  <a:pt x="70813" y="28914"/>
                  <a:pt x="70781" y="28851"/>
                </a:cubicBezTo>
                <a:cubicBezTo>
                  <a:pt x="70781" y="28819"/>
                  <a:pt x="70749" y="28787"/>
                  <a:pt x="70749" y="28756"/>
                </a:cubicBezTo>
                <a:cubicBezTo>
                  <a:pt x="70749" y="28756"/>
                  <a:pt x="70718" y="28724"/>
                  <a:pt x="70718" y="28724"/>
                </a:cubicBezTo>
                <a:cubicBezTo>
                  <a:pt x="70813" y="28661"/>
                  <a:pt x="70844" y="28534"/>
                  <a:pt x="70908" y="28439"/>
                </a:cubicBezTo>
                <a:cubicBezTo>
                  <a:pt x="70971" y="28312"/>
                  <a:pt x="71034" y="28154"/>
                  <a:pt x="71066" y="28122"/>
                </a:cubicBezTo>
                <a:cubicBezTo>
                  <a:pt x="71066" y="28122"/>
                  <a:pt x="71193" y="28059"/>
                  <a:pt x="71288" y="28059"/>
                </a:cubicBezTo>
                <a:cubicBezTo>
                  <a:pt x="71319" y="28059"/>
                  <a:pt x="71351" y="28059"/>
                  <a:pt x="71383" y="28091"/>
                </a:cubicBezTo>
                <a:cubicBezTo>
                  <a:pt x="71383" y="28091"/>
                  <a:pt x="71383" y="28091"/>
                  <a:pt x="71414" y="28122"/>
                </a:cubicBezTo>
                <a:cubicBezTo>
                  <a:pt x="71446" y="28344"/>
                  <a:pt x="71573" y="28597"/>
                  <a:pt x="71826" y="28756"/>
                </a:cubicBezTo>
                <a:cubicBezTo>
                  <a:pt x="71984" y="28882"/>
                  <a:pt x="72174" y="28977"/>
                  <a:pt x="72333" y="29009"/>
                </a:cubicBezTo>
                <a:cubicBezTo>
                  <a:pt x="72364" y="29009"/>
                  <a:pt x="72459" y="28946"/>
                  <a:pt x="72491" y="28851"/>
                </a:cubicBezTo>
                <a:cubicBezTo>
                  <a:pt x="72491" y="28851"/>
                  <a:pt x="72491" y="28819"/>
                  <a:pt x="72491" y="28819"/>
                </a:cubicBezTo>
                <a:cubicBezTo>
                  <a:pt x="72491" y="28724"/>
                  <a:pt x="72459" y="28566"/>
                  <a:pt x="72396" y="28439"/>
                </a:cubicBezTo>
                <a:cubicBezTo>
                  <a:pt x="72333" y="28281"/>
                  <a:pt x="72269" y="28154"/>
                  <a:pt x="72143" y="28091"/>
                </a:cubicBezTo>
                <a:cubicBezTo>
                  <a:pt x="72111" y="28059"/>
                  <a:pt x="72016" y="27964"/>
                  <a:pt x="71921" y="27837"/>
                </a:cubicBezTo>
                <a:cubicBezTo>
                  <a:pt x="71858" y="27711"/>
                  <a:pt x="71794" y="27552"/>
                  <a:pt x="71794" y="27521"/>
                </a:cubicBezTo>
                <a:cubicBezTo>
                  <a:pt x="71794" y="27394"/>
                  <a:pt x="71699" y="27299"/>
                  <a:pt x="71636" y="27267"/>
                </a:cubicBezTo>
                <a:cubicBezTo>
                  <a:pt x="71541" y="27204"/>
                  <a:pt x="71478" y="27172"/>
                  <a:pt x="71414" y="27109"/>
                </a:cubicBezTo>
                <a:cubicBezTo>
                  <a:pt x="71351" y="27045"/>
                  <a:pt x="71224" y="26634"/>
                  <a:pt x="70876" y="26539"/>
                </a:cubicBezTo>
                <a:cubicBezTo>
                  <a:pt x="70623" y="26475"/>
                  <a:pt x="70591" y="26380"/>
                  <a:pt x="70243" y="26190"/>
                </a:cubicBezTo>
                <a:cubicBezTo>
                  <a:pt x="70053" y="26064"/>
                  <a:pt x="69768" y="26000"/>
                  <a:pt x="69514" y="26000"/>
                </a:cubicBezTo>
                <a:cubicBezTo>
                  <a:pt x="69419" y="26000"/>
                  <a:pt x="69356" y="26000"/>
                  <a:pt x="69293" y="26032"/>
                </a:cubicBezTo>
                <a:cubicBezTo>
                  <a:pt x="69261" y="26032"/>
                  <a:pt x="69229" y="26032"/>
                  <a:pt x="69198" y="26064"/>
                </a:cubicBezTo>
                <a:cubicBezTo>
                  <a:pt x="69166" y="26064"/>
                  <a:pt x="69166" y="26064"/>
                  <a:pt x="69166" y="26095"/>
                </a:cubicBezTo>
                <a:cubicBezTo>
                  <a:pt x="69134" y="26064"/>
                  <a:pt x="69071" y="26032"/>
                  <a:pt x="69008" y="26000"/>
                </a:cubicBezTo>
                <a:cubicBezTo>
                  <a:pt x="68881" y="25937"/>
                  <a:pt x="68786" y="25937"/>
                  <a:pt x="68691" y="25937"/>
                </a:cubicBezTo>
                <a:cubicBezTo>
                  <a:pt x="68659" y="25937"/>
                  <a:pt x="68659" y="25937"/>
                  <a:pt x="68628" y="25905"/>
                </a:cubicBezTo>
                <a:cubicBezTo>
                  <a:pt x="68596" y="25779"/>
                  <a:pt x="68501" y="25684"/>
                  <a:pt x="68374" y="25684"/>
                </a:cubicBezTo>
                <a:close/>
                <a:moveTo>
                  <a:pt x="71984" y="37306"/>
                </a:moveTo>
                <a:cubicBezTo>
                  <a:pt x="71858" y="37306"/>
                  <a:pt x="71794" y="37401"/>
                  <a:pt x="71699" y="37465"/>
                </a:cubicBezTo>
                <a:cubicBezTo>
                  <a:pt x="71636" y="37496"/>
                  <a:pt x="71604" y="37528"/>
                  <a:pt x="71573" y="37528"/>
                </a:cubicBezTo>
                <a:cubicBezTo>
                  <a:pt x="71573" y="37560"/>
                  <a:pt x="71541" y="37560"/>
                  <a:pt x="71541" y="37560"/>
                </a:cubicBezTo>
                <a:cubicBezTo>
                  <a:pt x="71446" y="37528"/>
                  <a:pt x="71256" y="37465"/>
                  <a:pt x="71256" y="37465"/>
                </a:cubicBezTo>
                <a:cubicBezTo>
                  <a:pt x="71240" y="37449"/>
                  <a:pt x="71216" y="37441"/>
                  <a:pt x="71193" y="37441"/>
                </a:cubicBezTo>
                <a:cubicBezTo>
                  <a:pt x="71169" y="37441"/>
                  <a:pt x="71145" y="37449"/>
                  <a:pt x="71129" y="37465"/>
                </a:cubicBezTo>
                <a:cubicBezTo>
                  <a:pt x="71098" y="37528"/>
                  <a:pt x="71066" y="37623"/>
                  <a:pt x="71066" y="37686"/>
                </a:cubicBezTo>
                <a:cubicBezTo>
                  <a:pt x="71066" y="37813"/>
                  <a:pt x="71161" y="37876"/>
                  <a:pt x="71193" y="37908"/>
                </a:cubicBezTo>
                <a:cubicBezTo>
                  <a:pt x="71256" y="37971"/>
                  <a:pt x="71288" y="38003"/>
                  <a:pt x="71288" y="38035"/>
                </a:cubicBezTo>
                <a:lnTo>
                  <a:pt x="71288" y="38066"/>
                </a:lnTo>
                <a:cubicBezTo>
                  <a:pt x="71256" y="38098"/>
                  <a:pt x="71256" y="38098"/>
                  <a:pt x="71256" y="38130"/>
                </a:cubicBezTo>
                <a:cubicBezTo>
                  <a:pt x="71256" y="38225"/>
                  <a:pt x="71288" y="38288"/>
                  <a:pt x="71351" y="38320"/>
                </a:cubicBezTo>
                <a:cubicBezTo>
                  <a:pt x="71414" y="38351"/>
                  <a:pt x="71478" y="38351"/>
                  <a:pt x="71509" y="38351"/>
                </a:cubicBezTo>
                <a:cubicBezTo>
                  <a:pt x="71636" y="38351"/>
                  <a:pt x="71731" y="38320"/>
                  <a:pt x="71794" y="38288"/>
                </a:cubicBezTo>
                <a:cubicBezTo>
                  <a:pt x="71858" y="38256"/>
                  <a:pt x="71889" y="38225"/>
                  <a:pt x="71921" y="38161"/>
                </a:cubicBezTo>
                <a:cubicBezTo>
                  <a:pt x="72016" y="37971"/>
                  <a:pt x="72143" y="37686"/>
                  <a:pt x="72143" y="37496"/>
                </a:cubicBezTo>
                <a:cubicBezTo>
                  <a:pt x="72143" y="37465"/>
                  <a:pt x="72143" y="37433"/>
                  <a:pt x="72111" y="37433"/>
                </a:cubicBezTo>
                <a:cubicBezTo>
                  <a:pt x="72111" y="37370"/>
                  <a:pt x="72048" y="37306"/>
                  <a:pt x="71984" y="37306"/>
                </a:cubicBezTo>
                <a:close/>
                <a:moveTo>
                  <a:pt x="77748" y="35659"/>
                </a:moveTo>
                <a:cubicBezTo>
                  <a:pt x="77685" y="35659"/>
                  <a:pt x="77653" y="35691"/>
                  <a:pt x="77622" y="35723"/>
                </a:cubicBezTo>
                <a:cubicBezTo>
                  <a:pt x="77527" y="35754"/>
                  <a:pt x="77527" y="35849"/>
                  <a:pt x="77527" y="35913"/>
                </a:cubicBezTo>
                <a:cubicBezTo>
                  <a:pt x="77527" y="36039"/>
                  <a:pt x="77590" y="36198"/>
                  <a:pt x="77653" y="36293"/>
                </a:cubicBezTo>
                <a:cubicBezTo>
                  <a:pt x="77685" y="36293"/>
                  <a:pt x="77717" y="36388"/>
                  <a:pt x="77717" y="36451"/>
                </a:cubicBezTo>
                <a:cubicBezTo>
                  <a:pt x="77717" y="36546"/>
                  <a:pt x="77748" y="36641"/>
                  <a:pt x="77748" y="36673"/>
                </a:cubicBezTo>
                <a:lnTo>
                  <a:pt x="77748" y="36736"/>
                </a:lnTo>
                <a:cubicBezTo>
                  <a:pt x="77717" y="36736"/>
                  <a:pt x="77685" y="36768"/>
                  <a:pt x="77622" y="36831"/>
                </a:cubicBezTo>
                <a:cubicBezTo>
                  <a:pt x="77590" y="36863"/>
                  <a:pt x="77527" y="36895"/>
                  <a:pt x="77495" y="37021"/>
                </a:cubicBezTo>
                <a:cubicBezTo>
                  <a:pt x="77495" y="37085"/>
                  <a:pt x="77527" y="37148"/>
                  <a:pt x="77590" y="37180"/>
                </a:cubicBezTo>
                <a:cubicBezTo>
                  <a:pt x="77685" y="37275"/>
                  <a:pt x="77812" y="37275"/>
                  <a:pt x="77907" y="37275"/>
                </a:cubicBezTo>
                <a:lnTo>
                  <a:pt x="77938" y="37275"/>
                </a:lnTo>
                <a:cubicBezTo>
                  <a:pt x="77907" y="37338"/>
                  <a:pt x="77843" y="37433"/>
                  <a:pt x="77843" y="37528"/>
                </a:cubicBezTo>
                <a:cubicBezTo>
                  <a:pt x="77812" y="37496"/>
                  <a:pt x="77780" y="37465"/>
                  <a:pt x="77748" y="37433"/>
                </a:cubicBezTo>
                <a:cubicBezTo>
                  <a:pt x="77717" y="37370"/>
                  <a:pt x="77685" y="37338"/>
                  <a:pt x="77653" y="37306"/>
                </a:cubicBezTo>
                <a:cubicBezTo>
                  <a:pt x="77622" y="37275"/>
                  <a:pt x="77590" y="37243"/>
                  <a:pt x="77527" y="37243"/>
                </a:cubicBezTo>
                <a:cubicBezTo>
                  <a:pt x="77495" y="37243"/>
                  <a:pt x="77400" y="37306"/>
                  <a:pt x="77400" y="37338"/>
                </a:cubicBezTo>
                <a:cubicBezTo>
                  <a:pt x="77400" y="37338"/>
                  <a:pt x="77400" y="37370"/>
                  <a:pt x="77337" y="37401"/>
                </a:cubicBezTo>
                <a:cubicBezTo>
                  <a:pt x="77273" y="37433"/>
                  <a:pt x="77210" y="37465"/>
                  <a:pt x="77147" y="37560"/>
                </a:cubicBezTo>
                <a:cubicBezTo>
                  <a:pt x="77051" y="37623"/>
                  <a:pt x="77051" y="37718"/>
                  <a:pt x="77020" y="37750"/>
                </a:cubicBezTo>
                <a:cubicBezTo>
                  <a:pt x="77020" y="37781"/>
                  <a:pt x="76988" y="37845"/>
                  <a:pt x="76830" y="37940"/>
                </a:cubicBezTo>
                <a:cubicBezTo>
                  <a:pt x="76513" y="38193"/>
                  <a:pt x="76101" y="38446"/>
                  <a:pt x="76006" y="38731"/>
                </a:cubicBezTo>
                <a:cubicBezTo>
                  <a:pt x="75975" y="38795"/>
                  <a:pt x="75975" y="38826"/>
                  <a:pt x="75975" y="38890"/>
                </a:cubicBezTo>
                <a:cubicBezTo>
                  <a:pt x="75975" y="38985"/>
                  <a:pt x="76038" y="39080"/>
                  <a:pt x="76133" y="39143"/>
                </a:cubicBezTo>
                <a:cubicBezTo>
                  <a:pt x="76228" y="39206"/>
                  <a:pt x="76323" y="39238"/>
                  <a:pt x="76481" y="39238"/>
                </a:cubicBezTo>
                <a:cubicBezTo>
                  <a:pt x="76576" y="39238"/>
                  <a:pt x="76640" y="39270"/>
                  <a:pt x="76703" y="39270"/>
                </a:cubicBezTo>
                <a:cubicBezTo>
                  <a:pt x="76766" y="39270"/>
                  <a:pt x="76830" y="39238"/>
                  <a:pt x="76861" y="39206"/>
                </a:cubicBezTo>
                <a:cubicBezTo>
                  <a:pt x="76893" y="39143"/>
                  <a:pt x="76925" y="39111"/>
                  <a:pt x="76988" y="39016"/>
                </a:cubicBezTo>
                <a:cubicBezTo>
                  <a:pt x="77178" y="38731"/>
                  <a:pt x="77368" y="38573"/>
                  <a:pt x="77622" y="38320"/>
                </a:cubicBezTo>
                <a:cubicBezTo>
                  <a:pt x="77843" y="38098"/>
                  <a:pt x="77875" y="37781"/>
                  <a:pt x="77875" y="37686"/>
                </a:cubicBezTo>
                <a:cubicBezTo>
                  <a:pt x="77907" y="37718"/>
                  <a:pt x="77938" y="37718"/>
                  <a:pt x="78002" y="37750"/>
                </a:cubicBezTo>
                <a:lnTo>
                  <a:pt x="78065" y="37750"/>
                </a:lnTo>
                <a:cubicBezTo>
                  <a:pt x="78192" y="37750"/>
                  <a:pt x="78255" y="37655"/>
                  <a:pt x="78287" y="37591"/>
                </a:cubicBezTo>
                <a:cubicBezTo>
                  <a:pt x="78350" y="37496"/>
                  <a:pt x="78382" y="37401"/>
                  <a:pt x="78413" y="37338"/>
                </a:cubicBezTo>
                <a:cubicBezTo>
                  <a:pt x="78477" y="37180"/>
                  <a:pt x="78540" y="37053"/>
                  <a:pt x="78635" y="36990"/>
                </a:cubicBezTo>
                <a:cubicBezTo>
                  <a:pt x="78698" y="36926"/>
                  <a:pt x="78730" y="36831"/>
                  <a:pt x="78730" y="36768"/>
                </a:cubicBezTo>
                <a:cubicBezTo>
                  <a:pt x="78730" y="36704"/>
                  <a:pt x="78698" y="36641"/>
                  <a:pt x="78667" y="36578"/>
                </a:cubicBezTo>
                <a:cubicBezTo>
                  <a:pt x="78635" y="36514"/>
                  <a:pt x="78603" y="36451"/>
                  <a:pt x="78508" y="36451"/>
                </a:cubicBezTo>
                <a:cubicBezTo>
                  <a:pt x="78445" y="36451"/>
                  <a:pt x="78413" y="36483"/>
                  <a:pt x="78382" y="36483"/>
                </a:cubicBezTo>
                <a:cubicBezTo>
                  <a:pt x="78382" y="36514"/>
                  <a:pt x="78382" y="36514"/>
                  <a:pt x="78350" y="36514"/>
                </a:cubicBezTo>
                <a:cubicBezTo>
                  <a:pt x="78350" y="36514"/>
                  <a:pt x="78318" y="36514"/>
                  <a:pt x="78287" y="36483"/>
                </a:cubicBezTo>
                <a:cubicBezTo>
                  <a:pt x="78192" y="36419"/>
                  <a:pt x="78160" y="36388"/>
                  <a:pt x="78160" y="36388"/>
                </a:cubicBezTo>
                <a:cubicBezTo>
                  <a:pt x="78160" y="36356"/>
                  <a:pt x="78128" y="36324"/>
                  <a:pt x="78065" y="36198"/>
                </a:cubicBezTo>
                <a:cubicBezTo>
                  <a:pt x="78033" y="36103"/>
                  <a:pt x="78002" y="36008"/>
                  <a:pt x="77970" y="35881"/>
                </a:cubicBezTo>
                <a:cubicBezTo>
                  <a:pt x="77938" y="35849"/>
                  <a:pt x="77907" y="35786"/>
                  <a:pt x="77875" y="35754"/>
                </a:cubicBezTo>
                <a:cubicBezTo>
                  <a:pt x="77843" y="35723"/>
                  <a:pt x="77812" y="35659"/>
                  <a:pt x="77748" y="35659"/>
                </a:cubicBezTo>
                <a:close/>
                <a:moveTo>
                  <a:pt x="14505" y="3040"/>
                </a:moveTo>
                <a:cubicBezTo>
                  <a:pt x="14283" y="3072"/>
                  <a:pt x="14093" y="3262"/>
                  <a:pt x="13903" y="3325"/>
                </a:cubicBezTo>
                <a:cubicBezTo>
                  <a:pt x="13808" y="3389"/>
                  <a:pt x="13745" y="3484"/>
                  <a:pt x="13745" y="3579"/>
                </a:cubicBezTo>
                <a:cubicBezTo>
                  <a:pt x="13745" y="3674"/>
                  <a:pt x="13777" y="3737"/>
                  <a:pt x="13872" y="3769"/>
                </a:cubicBezTo>
                <a:lnTo>
                  <a:pt x="13650" y="3769"/>
                </a:lnTo>
                <a:cubicBezTo>
                  <a:pt x="13555" y="3737"/>
                  <a:pt x="13492" y="3737"/>
                  <a:pt x="13428" y="3706"/>
                </a:cubicBezTo>
                <a:lnTo>
                  <a:pt x="13397" y="3706"/>
                </a:lnTo>
                <a:cubicBezTo>
                  <a:pt x="13365" y="3579"/>
                  <a:pt x="13207" y="3420"/>
                  <a:pt x="12985" y="3420"/>
                </a:cubicBezTo>
                <a:lnTo>
                  <a:pt x="12890" y="3420"/>
                </a:lnTo>
                <a:cubicBezTo>
                  <a:pt x="12732" y="3452"/>
                  <a:pt x="12542" y="3515"/>
                  <a:pt x="12383" y="3579"/>
                </a:cubicBezTo>
                <a:cubicBezTo>
                  <a:pt x="12288" y="3611"/>
                  <a:pt x="12225" y="3611"/>
                  <a:pt x="12162" y="3642"/>
                </a:cubicBezTo>
                <a:cubicBezTo>
                  <a:pt x="12130" y="3642"/>
                  <a:pt x="12098" y="3674"/>
                  <a:pt x="12098" y="3674"/>
                </a:cubicBezTo>
                <a:lnTo>
                  <a:pt x="12067" y="3674"/>
                </a:lnTo>
                <a:cubicBezTo>
                  <a:pt x="12067" y="3674"/>
                  <a:pt x="12035" y="3674"/>
                  <a:pt x="12003" y="3706"/>
                </a:cubicBezTo>
                <a:cubicBezTo>
                  <a:pt x="11972" y="3737"/>
                  <a:pt x="11940" y="3769"/>
                  <a:pt x="11972" y="3801"/>
                </a:cubicBezTo>
                <a:cubicBezTo>
                  <a:pt x="11972" y="3832"/>
                  <a:pt x="11972" y="3864"/>
                  <a:pt x="11972" y="3864"/>
                </a:cubicBezTo>
                <a:cubicBezTo>
                  <a:pt x="11940" y="3864"/>
                  <a:pt x="11877" y="3864"/>
                  <a:pt x="11845" y="3896"/>
                </a:cubicBezTo>
                <a:cubicBezTo>
                  <a:pt x="11782" y="3927"/>
                  <a:pt x="11718" y="3991"/>
                  <a:pt x="11718" y="4086"/>
                </a:cubicBezTo>
                <a:cubicBezTo>
                  <a:pt x="11687" y="4086"/>
                  <a:pt x="11687" y="4117"/>
                  <a:pt x="11687" y="4117"/>
                </a:cubicBezTo>
                <a:cubicBezTo>
                  <a:pt x="11687" y="4181"/>
                  <a:pt x="11718" y="4244"/>
                  <a:pt x="11750" y="4244"/>
                </a:cubicBezTo>
                <a:cubicBezTo>
                  <a:pt x="11877" y="4307"/>
                  <a:pt x="11940" y="4307"/>
                  <a:pt x="12067" y="4307"/>
                </a:cubicBezTo>
                <a:lnTo>
                  <a:pt x="12383" y="4307"/>
                </a:lnTo>
                <a:cubicBezTo>
                  <a:pt x="12478" y="4276"/>
                  <a:pt x="12542" y="4276"/>
                  <a:pt x="12637" y="4244"/>
                </a:cubicBezTo>
                <a:cubicBezTo>
                  <a:pt x="12637" y="4212"/>
                  <a:pt x="12827" y="4181"/>
                  <a:pt x="12922" y="4181"/>
                </a:cubicBezTo>
                <a:cubicBezTo>
                  <a:pt x="12922" y="4212"/>
                  <a:pt x="12922" y="4276"/>
                  <a:pt x="12953" y="4307"/>
                </a:cubicBezTo>
                <a:lnTo>
                  <a:pt x="12890" y="4307"/>
                </a:lnTo>
                <a:cubicBezTo>
                  <a:pt x="12763" y="4307"/>
                  <a:pt x="12668" y="4371"/>
                  <a:pt x="12637" y="4402"/>
                </a:cubicBezTo>
                <a:cubicBezTo>
                  <a:pt x="12573" y="4434"/>
                  <a:pt x="12542" y="4434"/>
                  <a:pt x="12478" y="4434"/>
                </a:cubicBezTo>
                <a:lnTo>
                  <a:pt x="12415" y="4434"/>
                </a:lnTo>
                <a:cubicBezTo>
                  <a:pt x="12352" y="4402"/>
                  <a:pt x="12288" y="4402"/>
                  <a:pt x="12225" y="4402"/>
                </a:cubicBezTo>
                <a:cubicBezTo>
                  <a:pt x="12098" y="4402"/>
                  <a:pt x="12035" y="4434"/>
                  <a:pt x="11908" y="4434"/>
                </a:cubicBezTo>
                <a:lnTo>
                  <a:pt x="11813" y="4434"/>
                </a:lnTo>
                <a:cubicBezTo>
                  <a:pt x="11718" y="4434"/>
                  <a:pt x="11655" y="4402"/>
                  <a:pt x="11560" y="4402"/>
                </a:cubicBezTo>
                <a:cubicBezTo>
                  <a:pt x="11497" y="4402"/>
                  <a:pt x="11465" y="4434"/>
                  <a:pt x="11402" y="4466"/>
                </a:cubicBezTo>
                <a:cubicBezTo>
                  <a:pt x="11338" y="4497"/>
                  <a:pt x="11307" y="4561"/>
                  <a:pt x="11275" y="4624"/>
                </a:cubicBezTo>
                <a:cubicBezTo>
                  <a:pt x="11243" y="4719"/>
                  <a:pt x="11243" y="4814"/>
                  <a:pt x="11212" y="4909"/>
                </a:cubicBezTo>
                <a:cubicBezTo>
                  <a:pt x="11180" y="4941"/>
                  <a:pt x="11148" y="4972"/>
                  <a:pt x="11148" y="5004"/>
                </a:cubicBezTo>
                <a:cubicBezTo>
                  <a:pt x="11085" y="5004"/>
                  <a:pt x="11053" y="5036"/>
                  <a:pt x="11021" y="5067"/>
                </a:cubicBezTo>
                <a:cubicBezTo>
                  <a:pt x="10958" y="5099"/>
                  <a:pt x="10926" y="5131"/>
                  <a:pt x="10926" y="5226"/>
                </a:cubicBezTo>
                <a:cubicBezTo>
                  <a:pt x="10926" y="5289"/>
                  <a:pt x="10990" y="5352"/>
                  <a:pt x="11021" y="5384"/>
                </a:cubicBezTo>
                <a:cubicBezTo>
                  <a:pt x="11085" y="5384"/>
                  <a:pt x="11148" y="5416"/>
                  <a:pt x="11243" y="5416"/>
                </a:cubicBezTo>
                <a:cubicBezTo>
                  <a:pt x="11402" y="5447"/>
                  <a:pt x="11402" y="5447"/>
                  <a:pt x="11433" y="5479"/>
                </a:cubicBezTo>
                <a:cubicBezTo>
                  <a:pt x="11433" y="5511"/>
                  <a:pt x="11465" y="5542"/>
                  <a:pt x="11497" y="5574"/>
                </a:cubicBezTo>
                <a:cubicBezTo>
                  <a:pt x="11560" y="5637"/>
                  <a:pt x="11592" y="5637"/>
                  <a:pt x="11687" y="5637"/>
                </a:cubicBezTo>
                <a:lnTo>
                  <a:pt x="11718" y="5637"/>
                </a:lnTo>
                <a:cubicBezTo>
                  <a:pt x="11877" y="5637"/>
                  <a:pt x="12035" y="5606"/>
                  <a:pt x="12162" y="5574"/>
                </a:cubicBezTo>
                <a:cubicBezTo>
                  <a:pt x="12320" y="5574"/>
                  <a:pt x="12447" y="5511"/>
                  <a:pt x="12510" y="5352"/>
                </a:cubicBezTo>
                <a:cubicBezTo>
                  <a:pt x="12510" y="5321"/>
                  <a:pt x="12510" y="5321"/>
                  <a:pt x="12510" y="5289"/>
                </a:cubicBezTo>
                <a:cubicBezTo>
                  <a:pt x="12605" y="5447"/>
                  <a:pt x="12827" y="5764"/>
                  <a:pt x="12827" y="5764"/>
                </a:cubicBezTo>
                <a:cubicBezTo>
                  <a:pt x="12827" y="5764"/>
                  <a:pt x="12953" y="5922"/>
                  <a:pt x="13048" y="5986"/>
                </a:cubicBezTo>
                <a:cubicBezTo>
                  <a:pt x="13048" y="6017"/>
                  <a:pt x="13048" y="6017"/>
                  <a:pt x="13017" y="6017"/>
                </a:cubicBezTo>
                <a:cubicBezTo>
                  <a:pt x="13017" y="6017"/>
                  <a:pt x="13017" y="6017"/>
                  <a:pt x="12985" y="5986"/>
                </a:cubicBezTo>
                <a:cubicBezTo>
                  <a:pt x="12890" y="5922"/>
                  <a:pt x="12763" y="5891"/>
                  <a:pt x="12668" y="5859"/>
                </a:cubicBezTo>
                <a:cubicBezTo>
                  <a:pt x="12573" y="5859"/>
                  <a:pt x="12478" y="5827"/>
                  <a:pt x="12447" y="5796"/>
                </a:cubicBezTo>
                <a:cubicBezTo>
                  <a:pt x="12383" y="5732"/>
                  <a:pt x="12288" y="5701"/>
                  <a:pt x="12162" y="5669"/>
                </a:cubicBezTo>
                <a:lnTo>
                  <a:pt x="11592" y="5669"/>
                </a:lnTo>
                <a:cubicBezTo>
                  <a:pt x="11528" y="5669"/>
                  <a:pt x="11465" y="5669"/>
                  <a:pt x="11402" y="5637"/>
                </a:cubicBezTo>
                <a:cubicBezTo>
                  <a:pt x="11338" y="5606"/>
                  <a:pt x="11275" y="5606"/>
                  <a:pt x="11212" y="5606"/>
                </a:cubicBezTo>
                <a:cubicBezTo>
                  <a:pt x="11148" y="5606"/>
                  <a:pt x="11116" y="5606"/>
                  <a:pt x="11053" y="5637"/>
                </a:cubicBezTo>
                <a:cubicBezTo>
                  <a:pt x="11021" y="5669"/>
                  <a:pt x="10958" y="5732"/>
                  <a:pt x="10926" y="5764"/>
                </a:cubicBezTo>
                <a:cubicBezTo>
                  <a:pt x="10895" y="5701"/>
                  <a:pt x="10831" y="5637"/>
                  <a:pt x="10831" y="5606"/>
                </a:cubicBezTo>
                <a:cubicBezTo>
                  <a:pt x="10800" y="5542"/>
                  <a:pt x="10736" y="5511"/>
                  <a:pt x="10705" y="5511"/>
                </a:cubicBezTo>
                <a:cubicBezTo>
                  <a:pt x="10610" y="5542"/>
                  <a:pt x="10578" y="5574"/>
                  <a:pt x="10546" y="5606"/>
                </a:cubicBezTo>
                <a:cubicBezTo>
                  <a:pt x="10515" y="5637"/>
                  <a:pt x="10515" y="5669"/>
                  <a:pt x="10483" y="5669"/>
                </a:cubicBezTo>
                <a:cubicBezTo>
                  <a:pt x="10420" y="5637"/>
                  <a:pt x="10293" y="5542"/>
                  <a:pt x="10103" y="5542"/>
                </a:cubicBezTo>
                <a:cubicBezTo>
                  <a:pt x="10040" y="5542"/>
                  <a:pt x="10008" y="5542"/>
                  <a:pt x="9945" y="5574"/>
                </a:cubicBezTo>
                <a:cubicBezTo>
                  <a:pt x="9818" y="5637"/>
                  <a:pt x="9786" y="5669"/>
                  <a:pt x="9723" y="5701"/>
                </a:cubicBezTo>
                <a:cubicBezTo>
                  <a:pt x="9691" y="5732"/>
                  <a:pt x="9691" y="5732"/>
                  <a:pt x="9596" y="5732"/>
                </a:cubicBezTo>
                <a:lnTo>
                  <a:pt x="9501" y="5732"/>
                </a:lnTo>
                <a:cubicBezTo>
                  <a:pt x="9248" y="5732"/>
                  <a:pt x="9185" y="5669"/>
                  <a:pt x="9026" y="5669"/>
                </a:cubicBezTo>
                <a:lnTo>
                  <a:pt x="8963" y="5669"/>
                </a:lnTo>
                <a:lnTo>
                  <a:pt x="8868" y="5701"/>
                </a:lnTo>
                <a:cubicBezTo>
                  <a:pt x="8805" y="5701"/>
                  <a:pt x="8773" y="5764"/>
                  <a:pt x="8773" y="5796"/>
                </a:cubicBezTo>
                <a:cubicBezTo>
                  <a:pt x="8773" y="5796"/>
                  <a:pt x="8805" y="5859"/>
                  <a:pt x="8710" y="5891"/>
                </a:cubicBezTo>
                <a:cubicBezTo>
                  <a:pt x="8678" y="5954"/>
                  <a:pt x="8615" y="5986"/>
                  <a:pt x="8583" y="5986"/>
                </a:cubicBezTo>
                <a:cubicBezTo>
                  <a:pt x="8583" y="6017"/>
                  <a:pt x="8551" y="6017"/>
                  <a:pt x="8551" y="6017"/>
                </a:cubicBezTo>
                <a:lnTo>
                  <a:pt x="8520" y="6017"/>
                </a:lnTo>
                <a:cubicBezTo>
                  <a:pt x="8425" y="5859"/>
                  <a:pt x="8330" y="5796"/>
                  <a:pt x="8266" y="5796"/>
                </a:cubicBezTo>
                <a:cubicBezTo>
                  <a:pt x="8266" y="5796"/>
                  <a:pt x="8235" y="5764"/>
                  <a:pt x="8203" y="5732"/>
                </a:cubicBezTo>
                <a:cubicBezTo>
                  <a:pt x="8140" y="5732"/>
                  <a:pt x="8076" y="5701"/>
                  <a:pt x="7981" y="5701"/>
                </a:cubicBezTo>
                <a:cubicBezTo>
                  <a:pt x="7918" y="5701"/>
                  <a:pt x="7855" y="5701"/>
                  <a:pt x="7791" y="5732"/>
                </a:cubicBezTo>
                <a:lnTo>
                  <a:pt x="7696" y="5732"/>
                </a:lnTo>
                <a:cubicBezTo>
                  <a:pt x="7601" y="5732"/>
                  <a:pt x="7475" y="5701"/>
                  <a:pt x="7380" y="5669"/>
                </a:cubicBezTo>
                <a:cubicBezTo>
                  <a:pt x="7285" y="5669"/>
                  <a:pt x="7190" y="5637"/>
                  <a:pt x="7126" y="5637"/>
                </a:cubicBezTo>
                <a:cubicBezTo>
                  <a:pt x="7063" y="5637"/>
                  <a:pt x="6366" y="5574"/>
                  <a:pt x="6271" y="5542"/>
                </a:cubicBezTo>
                <a:cubicBezTo>
                  <a:pt x="6144" y="5511"/>
                  <a:pt x="5986" y="5479"/>
                  <a:pt x="5796" y="5479"/>
                </a:cubicBezTo>
                <a:cubicBezTo>
                  <a:pt x="5701" y="5479"/>
                  <a:pt x="5574" y="5479"/>
                  <a:pt x="5511" y="5511"/>
                </a:cubicBezTo>
                <a:cubicBezTo>
                  <a:pt x="5416" y="5542"/>
                  <a:pt x="5131" y="5542"/>
                  <a:pt x="5036" y="5542"/>
                </a:cubicBezTo>
                <a:cubicBezTo>
                  <a:pt x="5004" y="5511"/>
                  <a:pt x="4973" y="5479"/>
                  <a:pt x="4909" y="5416"/>
                </a:cubicBezTo>
                <a:cubicBezTo>
                  <a:pt x="4878" y="5384"/>
                  <a:pt x="4846" y="5352"/>
                  <a:pt x="4783" y="5352"/>
                </a:cubicBezTo>
                <a:cubicBezTo>
                  <a:pt x="4751" y="5321"/>
                  <a:pt x="4751" y="5289"/>
                  <a:pt x="4656" y="5289"/>
                </a:cubicBezTo>
                <a:cubicBezTo>
                  <a:pt x="4624" y="5289"/>
                  <a:pt x="4593" y="5321"/>
                  <a:pt x="4529" y="5321"/>
                </a:cubicBezTo>
                <a:cubicBezTo>
                  <a:pt x="4498" y="5321"/>
                  <a:pt x="4466" y="5352"/>
                  <a:pt x="4434" y="5352"/>
                </a:cubicBezTo>
                <a:cubicBezTo>
                  <a:pt x="4403" y="5352"/>
                  <a:pt x="4403" y="5352"/>
                  <a:pt x="4371" y="5321"/>
                </a:cubicBezTo>
                <a:cubicBezTo>
                  <a:pt x="4276" y="5194"/>
                  <a:pt x="4086" y="5099"/>
                  <a:pt x="4086" y="5099"/>
                </a:cubicBezTo>
                <a:lnTo>
                  <a:pt x="3991" y="5099"/>
                </a:lnTo>
                <a:cubicBezTo>
                  <a:pt x="3991" y="5131"/>
                  <a:pt x="3959" y="5131"/>
                  <a:pt x="3959" y="5162"/>
                </a:cubicBezTo>
                <a:cubicBezTo>
                  <a:pt x="3959" y="5162"/>
                  <a:pt x="3928" y="5226"/>
                  <a:pt x="3896" y="5289"/>
                </a:cubicBezTo>
                <a:cubicBezTo>
                  <a:pt x="3864" y="5352"/>
                  <a:pt x="3833" y="5416"/>
                  <a:pt x="3801" y="5416"/>
                </a:cubicBezTo>
                <a:cubicBezTo>
                  <a:pt x="3706" y="5479"/>
                  <a:pt x="3484" y="5542"/>
                  <a:pt x="3421" y="5542"/>
                </a:cubicBezTo>
                <a:cubicBezTo>
                  <a:pt x="3389" y="5511"/>
                  <a:pt x="3358" y="5511"/>
                  <a:pt x="3358" y="5511"/>
                </a:cubicBezTo>
                <a:cubicBezTo>
                  <a:pt x="3231" y="5511"/>
                  <a:pt x="3136" y="5574"/>
                  <a:pt x="3009" y="5606"/>
                </a:cubicBezTo>
                <a:cubicBezTo>
                  <a:pt x="2883" y="5669"/>
                  <a:pt x="2788" y="5732"/>
                  <a:pt x="2788" y="5732"/>
                </a:cubicBezTo>
                <a:lnTo>
                  <a:pt x="2756" y="5732"/>
                </a:lnTo>
                <a:cubicBezTo>
                  <a:pt x="2756" y="5732"/>
                  <a:pt x="2693" y="5796"/>
                  <a:pt x="2598" y="5891"/>
                </a:cubicBezTo>
                <a:cubicBezTo>
                  <a:pt x="2566" y="5922"/>
                  <a:pt x="2534" y="5954"/>
                  <a:pt x="2503" y="5986"/>
                </a:cubicBezTo>
                <a:lnTo>
                  <a:pt x="2471" y="5986"/>
                </a:lnTo>
                <a:cubicBezTo>
                  <a:pt x="2407" y="5986"/>
                  <a:pt x="2312" y="5954"/>
                  <a:pt x="2217" y="5954"/>
                </a:cubicBezTo>
                <a:cubicBezTo>
                  <a:pt x="2186" y="5954"/>
                  <a:pt x="2154" y="5986"/>
                  <a:pt x="2122" y="5986"/>
                </a:cubicBezTo>
                <a:cubicBezTo>
                  <a:pt x="2091" y="5986"/>
                  <a:pt x="1996" y="6017"/>
                  <a:pt x="1996" y="6112"/>
                </a:cubicBezTo>
                <a:cubicBezTo>
                  <a:pt x="1996" y="6144"/>
                  <a:pt x="2027" y="6144"/>
                  <a:pt x="2027" y="6176"/>
                </a:cubicBezTo>
                <a:cubicBezTo>
                  <a:pt x="2027" y="6176"/>
                  <a:pt x="2027" y="6271"/>
                  <a:pt x="2091" y="6366"/>
                </a:cubicBezTo>
                <a:cubicBezTo>
                  <a:pt x="2122" y="6461"/>
                  <a:pt x="2249" y="6524"/>
                  <a:pt x="2407" y="6524"/>
                </a:cubicBezTo>
                <a:cubicBezTo>
                  <a:pt x="2566" y="6524"/>
                  <a:pt x="2598" y="6556"/>
                  <a:pt x="2661" y="6587"/>
                </a:cubicBezTo>
                <a:cubicBezTo>
                  <a:pt x="2693" y="6619"/>
                  <a:pt x="2724" y="6682"/>
                  <a:pt x="2819" y="6714"/>
                </a:cubicBezTo>
                <a:lnTo>
                  <a:pt x="2946" y="6714"/>
                </a:lnTo>
                <a:cubicBezTo>
                  <a:pt x="2978" y="6746"/>
                  <a:pt x="3009" y="6746"/>
                  <a:pt x="3073" y="6809"/>
                </a:cubicBezTo>
                <a:cubicBezTo>
                  <a:pt x="3104" y="6841"/>
                  <a:pt x="3104" y="6872"/>
                  <a:pt x="3136" y="6904"/>
                </a:cubicBezTo>
                <a:lnTo>
                  <a:pt x="3104" y="6904"/>
                </a:lnTo>
                <a:cubicBezTo>
                  <a:pt x="2946" y="6872"/>
                  <a:pt x="2788" y="6841"/>
                  <a:pt x="2693" y="6746"/>
                </a:cubicBezTo>
                <a:lnTo>
                  <a:pt x="2598" y="6619"/>
                </a:lnTo>
                <a:cubicBezTo>
                  <a:pt x="2566" y="6587"/>
                  <a:pt x="2503" y="6587"/>
                  <a:pt x="2471" y="6587"/>
                </a:cubicBezTo>
                <a:lnTo>
                  <a:pt x="2281" y="6714"/>
                </a:lnTo>
                <a:cubicBezTo>
                  <a:pt x="1996" y="6746"/>
                  <a:pt x="1679" y="6904"/>
                  <a:pt x="1647" y="6904"/>
                </a:cubicBezTo>
                <a:cubicBezTo>
                  <a:pt x="1616" y="6936"/>
                  <a:pt x="1584" y="6999"/>
                  <a:pt x="1616" y="7062"/>
                </a:cubicBezTo>
                <a:cubicBezTo>
                  <a:pt x="1616" y="7062"/>
                  <a:pt x="1711" y="7284"/>
                  <a:pt x="1901" y="7442"/>
                </a:cubicBezTo>
                <a:cubicBezTo>
                  <a:pt x="2122" y="7632"/>
                  <a:pt x="2503" y="7632"/>
                  <a:pt x="2534" y="7632"/>
                </a:cubicBezTo>
                <a:cubicBezTo>
                  <a:pt x="2471" y="7664"/>
                  <a:pt x="2376" y="7696"/>
                  <a:pt x="2312" y="7759"/>
                </a:cubicBezTo>
                <a:cubicBezTo>
                  <a:pt x="2249" y="7822"/>
                  <a:pt x="2186" y="7886"/>
                  <a:pt x="2122" y="7917"/>
                </a:cubicBezTo>
                <a:cubicBezTo>
                  <a:pt x="2091" y="7981"/>
                  <a:pt x="2027" y="8044"/>
                  <a:pt x="2027" y="8139"/>
                </a:cubicBezTo>
                <a:cubicBezTo>
                  <a:pt x="2027" y="8202"/>
                  <a:pt x="2027" y="8234"/>
                  <a:pt x="2059" y="8266"/>
                </a:cubicBezTo>
                <a:cubicBezTo>
                  <a:pt x="2091" y="8361"/>
                  <a:pt x="2122" y="8424"/>
                  <a:pt x="2186" y="8519"/>
                </a:cubicBezTo>
                <a:cubicBezTo>
                  <a:pt x="2154" y="8488"/>
                  <a:pt x="2154" y="8488"/>
                  <a:pt x="2122" y="8488"/>
                </a:cubicBezTo>
                <a:lnTo>
                  <a:pt x="2091" y="8488"/>
                </a:lnTo>
                <a:cubicBezTo>
                  <a:pt x="2027" y="8488"/>
                  <a:pt x="1996" y="8488"/>
                  <a:pt x="1964" y="8519"/>
                </a:cubicBezTo>
                <a:cubicBezTo>
                  <a:pt x="1932" y="8519"/>
                  <a:pt x="1901" y="8551"/>
                  <a:pt x="1806" y="8583"/>
                </a:cubicBezTo>
                <a:cubicBezTo>
                  <a:pt x="1774" y="8583"/>
                  <a:pt x="1742" y="8646"/>
                  <a:pt x="1742" y="8709"/>
                </a:cubicBezTo>
                <a:cubicBezTo>
                  <a:pt x="1742" y="8773"/>
                  <a:pt x="1774" y="8804"/>
                  <a:pt x="1774" y="8836"/>
                </a:cubicBezTo>
                <a:cubicBezTo>
                  <a:pt x="1837" y="8868"/>
                  <a:pt x="1869" y="8899"/>
                  <a:pt x="1901" y="8931"/>
                </a:cubicBezTo>
                <a:cubicBezTo>
                  <a:pt x="1964" y="8963"/>
                  <a:pt x="1996" y="8963"/>
                  <a:pt x="2059" y="8963"/>
                </a:cubicBezTo>
                <a:cubicBezTo>
                  <a:pt x="2154" y="8963"/>
                  <a:pt x="2186" y="8899"/>
                  <a:pt x="2217" y="8868"/>
                </a:cubicBezTo>
                <a:cubicBezTo>
                  <a:pt x="2249" y="8804"/>
                  <a:pt x="2281" y="8741"/>
                  <a:pt x="2281" y="8678"/>
                </a:cubicBezTo>
                <a:cubicBezTo>
                  <a:pt x="2281" y="8646"/>
                  <a:pt x="2281" y="8646"/>
                  <a:pt x="2281" y="8614"/>
                </a:cubicBezTo>
                <a:cubicBezTo>
                  <a:pt x="2312" y="8678"/>
                  <a:pt x="2344" y="8709"/>
                  <a:pt x="2376" y="8741"/>
                </a:cubicBezTo>
                <a:cubicBezTo>
                  <a:pt x="2376" y="8773"/>
                  <a:pt x="2407" y="8773"/>
                  <a:pt x="2407" y="8804"/>
                </a:cubicBezTo>
                <a:cubicBezTo>
                  <a:pt x="2407" y="8882"/>
                  <a:pt x="2472" y="8939"/>
                  <a:pt x="2530" y="8939"/>
                </a:cubicBezTo>
                <a:cubicBezTo>
                  <a:pt x="2542" y="8939"/>
                  <a:pt x="2555" y="8936"/>
                  <a:pt x="2566" y="8931"/>
                </a:cubicBezTo>
                <a:cubicBezTo>
                  <a:pt x="2661" y="8931"/>
                  <a:pt x="2724" y="8899"/>
                  <a:pt x="2788" y="8836"/>
                </a:cubicBezTo>
                <a:cubicBezTo>
                  <a:pt x="2857" y="8813"/>
                  <a:pt x="2910" y="8772"/>
                  <a:pt x="2946" y="8727"/>
                </a:cubicBezTo>
                <a:lnTo>
                  <a:pt x="2946" y="8727"/>
                </a:lnTo>
                <a:cubicBezTo>
                  <a:pt x="2946" y="8753"/>
                  <a:pt x="2946" y="8778"/>
                  <a:pt x="2946" y="8804"/>
                </a:cubicBezTo>
                <a:cubicBezTo>
                  <a:pt x="2946" y="8963"/>
                  <a:pt x="3009" y="9058"/>
                  <a:pt x="3104" y="9089"/>
                </a:cubicBezTo>
                <a:cubicBezTo>
                  <a:pt x="3168" y="9153"/>
                  <a:pt x="3231" y="9153"/>
                  <a:pt x="3231" y="9153"/>
                </a:cubicBezTo>
                <a:cubicBezTo>
                  <a:pt x="3263" y="9153"/>
                  <a:pt x="3326" y="9153"/>
                  <a:pt x="3326" y="9089"/>
                </a:cubicBezTo>
                <a:cubicBezTo>
                  <a:pt x="3326" y="9089"/>
                  <a:pt x="3358" y="9058"/>
                  <a:pt x="3389" y="9026"/>
                </a:cubicBezTo>
                <a:cubicBezTo>
                  <a:pt x="3389" y="8994"/>
                  <a:pt x="3389" y="8994"/>
                  <a:pt x="3389" y="8994"/>
                </a:cubicBezTo>
                <a:cubicBezTo>
                  <a:pt x="3421" y="9026"/>
                  <a:pt x="3453" y="9058"/>
                  <a:pt x="3484" y="9089"/>
                </a:cubicBezTo>
                <a:cubicBezTo>
                  <a:pt x="3548" y="9153"/>
                  <a:pt x="3579" y="9216"/>
                  <a:pt x="3579" y="9216"/>
                </a:cubicBezTo>
                <a:cubicBezTo>
                  <a:pt x="3595" y="9232"/>
                  <a:pt x="3619" y="9240"/>
                  <a:pt x="3643" y="9240"/>
                </a:cubicBezTo>
                <a:cubicBezTo>
                  <a:pt x="3666" y="9240"/>
                  <a:pt x="3690" y="9232"/>
                  <a:pt x="3706" y="9216"/>
                </a:cubicBezTo>
                <a:cubicBezTo>
                  <a:pt x="3706" y="9216"/>
                  <a:pt x="3738" y="9184"/>
                  <a:pt x="3801" y="9153"/>
                </a:cubicBezTo>
                <a:cubicBezTo>
                  <a:pt x="3833" y="9121"/>
                  <a:pt x="3864" y="9121"/>
                  <a:pt x="3896" y="9121"/>
                </a:cubicBezTo>
                <a:cubicBezTo>
                  <a:pt x="3896" y="9121"/>
                  <a:pt x="3896" y="9153"/>
                  <a:pt x="3833" y="9216"/>
                </a:cubicBezTo>
                <a:cubicBezTo>
                  <a:pt x="3801" y="9248"/>
                  <a:pt x="3738" y="9279"/>
                  <a:pt x="3706" y="9311"/>
                </a:cubicBezTo>
                <a:cubicBezTo>
                  <a:pt x="3643" y="9343"/>
                  <a:pt x="3516" y="9406"/>
                  <a:pt x="3389" y="9469"/>
                </a:cubicBezTo>
                <a:cubicBezTo>
                  <a:pt x="3263" y="9533"/>
                  <a:pt x="3136" y="9596"/>
                  <a:pt x="3073" y="9659"/>
                </a:cubicBezTo>
                <a:cubicBezTo>
                  <a:pt x="3041" y="9691"/>
                  <a:pt x="2914" y="9754"/>
                  <a:pt x="2819" y="9818"/>
                </a:cubicBezTo>
                <a:cubicBezTo>
                  <a:pt x="2756" y="9849"/>
                  <a:pt x="2724" y="9881"/>
                  <a:pt x="2661" y="9881"/>
                </a:cubicBezTo>
                <a:cubicBezTo>
                  <a:pt x="2629" y="9913"/>
                  <a:pt x="2629" y="9913"/>
                  <a:pt x="2598" y="9913"/>
                </a:cubicBezTo>
                <a:cubicBezTo>
                  <a:pt x="2503" y="9913"/>
                  <a:pt x="2471" y="9976"/>
                  <a:pt x="2439" y="10008"/>
                </a:cubicBezTo>
                <a:cubicBezTo>
                  <a:pt x="2407" y="10071"/>
                  <a:pt x="2407" y="10103"/>
                  <a:pt x="2407" y="10166"/>
                </a:cubicBezTo>
                <a:cubicBezTo>
                  <a:pt x="2407" y="10229"/>
                  <a:pt x="2407" y="10261"/>
                  <a:pt x="2439" y="10324"/>
                </a:cubicBezTo>
                <a:cubicBezTo>
                  <a:pt x="2471" y="10356"/>
                  <a:pt x="2534" y="10388"/>
                  <a:pt x="2598" y="10388"/>
                </a:cubicBezTo>
                <a:lnTo>
                  <a:pt x="2629" y="10388"/>
                </a:lnTo>
                <a:cubicBezTo>
                  <a:pt x="2851" y="10356"/>
                  <a:pt x="3294" y="10166"/>
                  <a:pt x="3453" y="10071"/>
                </a:cubicBezTo>
                <a:lnTo>
                  <a:pt x="3548" y="10071"/>
                </a:lnTo>
                <a:cubicBezTo>
                  <a:pt x="3611" y="10071"/>
                  <a:pt x="3706" y="10039"/>
                  <a:pt x="3864" y="9944"/>
                </a:cubicBezTo>
                <a:cubicBezTo>
                  <a:pt x="4023" y="9849"/>
                  <a:pt x="4149" y="9754"/>
                  <a:pt x="4276" y="9691"/>
                </a:cubicBezTo>
                <a:cubicBezTo>
                  <a:pt x="4308" y="9628"/>
                  <a:pt x="4339" y="9628"/>
                  <a:pt x="4371" y="9596"/>
                </a:cubicBezTo>
                <a:cubicBezTo>
                  <a:pt x="4403" y="9596"/>
                  <a:pt x="4434" y="9564"/>
                  <a:pt x="4434" y="9564"/>
                </a:cubicBezTo>
                <a:lnTo>
                  <a:pt x="4434" y="9596"/>
                </a:lnTo>
                <a:cubicBezTo>
                  <a:pt x="4466" y="9628"/>
                  <a:pt x="4529" y="9754"/>
                  <a:pt x="4688" y="9818"/>
                </a:cubicBezTo>
                <a:lnTo>
                  <a:pt x="4751" y="9818"/>
                </a:lnTo>
                <a:cubicBezTo>
                  <a:pt x="4973" y="9818"/>
                  <a:pt x="5099" y="9628"/>
                  <a:pt x="5163" y="9596"/>
                </a:cubicBezTo>
                <a:cubicBezTo>
                  <a:pt x="5258" y="9501"/>
                  <a:pt x="5289" y="9343"/>
                  <a:pt x="5321" y="9216"/>
                </a:cubicBezTo>
                <a:cubicBezTo>
                  <a:pt x="5321" y="9184"/>
                  <a:pt x="5321" y="9153"/>
                  <a:pt x="5289" y="9121"/>
                </a:cubicBezTo>
                <a:cubicBezTo>
                  <a:pt x="5289" y="9089"/>
                  <a:pt x="5226" y="9058"/>
                  <a:pt x="5194" y="9058"/>
                </a:cubicBezTo>
                <a:lnTo>
                  <a:pt x="5099" y="9058"/>
                </a:lnTo>
                <a:cubicBezTo>
                  <a:pt x="5131" y="8994"/>
                  <a:pt x="5194" y="8931"/>
                  <a:pt x="5194" y="8836"/>
                </a:cubicBezTo>
                <a:cubicBezTo>
                  <a:pt x="5194" y="8741"/>
                  <a:pt x="5226" y="8646"/>
                  <a:pt x="5289" y="8583"/>
                </a:cubicBezTo>
                <a:lnTo>
                  <a:pt x="5289" y="8583"/>
                </a:lnTo>
                <a:cubicBezTo>
                  <a:pt x="5258" y="8614"/>
                  <a:pt x="5258" y="8646"/>
                  <a:pt x="5258" y="8678"/>
                </a:cubicBezTo>
                <a:cubicBezTo>
                  <a:pt x="5226" y="8741"/>
                  <a:pt x="5226" y="8773"/>
                  <a:pt x="5226" y="8804"/>
                </a:cubicBezTo>
                <a:cubicBezTo>
                  <a:pt x="5226" y="8868"/>
                  <a:pt x="5226" y="8931"/>
                  <a:pt x="5289" y="8963"/>
                </a:cubicBezTo>
                <a:cubicBezTo>
                  <a:pt x="5321" y="8994"/>
                  <a:pt x="5353" y="8994"/>
                  <a:pt x="5384" y="8994"/>
                </a:cubicBezTo>
                <a:cubicBezTo>
                  <a:pt x="5511" y="8994"/>
                  <a:pt x="5638" y="8931"/>
                  <a:pt x="5701" y="8836"/>
                </a:cubicBezTo>
                <a:cubicBezTo>
                  <a:pt x="5764" y="8804"/>
                  <a:pt x="5764" y="8804"/>
                  <a:pt x="5828" y="8804"/>
                </a:cubicBezTo>
                <a:cubicBezTo>
                  <a:pt x="5891" y="8773"/>
                  <a:pt x="5986" y="8741"/>
                  <a:pt x="6113" y="8646"/>
                </a:cubicBezTo>
                <a:cubicBezTo>
                  <a:pt x="6208" y="8551"/>
                  <a:pt x="6271" y="8488"/>
                  <a:pt x="6303" y="8456"/>
                </a:cubicBezTo>
                <a:cubicBezTo>
                  <a:pt x="6319" y="8424"/>
                  <a:pt x="6327" y="8416"/>
                  <a:pt x="6334" y="8416"/>
                </a:cubicBezTo>
                <a:cubicBezTo>
                  <a:pt x="6342" y="8416"/>
                  <a:pt x="6350" y="8424"/>
                  <a:pt x="6366" y="8424"/>
                </a:cubicBezTo>
                <a:cubicBezTo>
                  <a:pt x="6398" y="8424"/>
                  <a:pt x="6461" y="8456"/>
                  <a:pt x="6524" y="8519"/>
                </a:cubicBezTo>
                <a:cubicBezTo>
                  <a:pt x="6588" y="8551"/>
                  <a:pt x="6651" y="8614"/>
                  <a:pt x="6746" y="8614"/>
                </a:cubicBezTo>
                <a:cubicBezTo>
                  <a:pt x="6778" y="8614"/>
                  <a:pt x="6810" y="8583"/>
                  <a:pt x="6841" y="8551"/>
                </a:cubicBezTo>
                <a:lnTo>
                  <a:pt x="6873" y="8551"/>
                </a:lnTo>
                <a:cubicBezTo>
                  <a:pt x="6905" y="8551"/>
                  <a:pt x="7000" y="8583"/>
                  <a:pt x="7095" y="8614"/>
                </a:cubicBezTo>
                <a:cubicBezTo>
                  <a:pt x="7221" y="8678"/>
                  <a:pt x="7316" y="8709"/>
                  <a:pt x="7411" y="8709"/>
                </a:cubicBezTo>
                <a:cubicBezTo>
                  <a:pt x="7475" y="8709"/>
                  <a:pt x="7665" y="8773"/>
                  <a:pt x="7855" y="8868"/>
                </a:cubicBezTo>
                <a:cubicBezTo>
                  <a:pt x="7950" y="8899"/>
                  <a:pt x="8045" y="8931"/>
                  <a:pt x="8108" y="8963"/>
                </a:cubicBezTo>
                <a:cubicBezTo>
                  <a:pt x="8203" y="8994"/>
                  <a:pt x="8266" y="9026"/>
                  <a:pt x="8330" y="9026"/>
                </a:cubicBezTo>
                <a:cubicBezTo>
                  <a:pt x="8330" y="9026"/>
                  <a:pt x="8456" y="9058"/>
                  <a:pt x="8520" y="9121"/>
                </a:cubicBezTo>
                <a:cubicBezTo>
                  <a:pt x="8615" y="9184"/>
                  <a:pt x="8678" y="9279"/>
                  <a:pt x="8678" y="9406"/>
                </a:cubicBezTo>
                <a:cubicBezTo>
                  <a:pt x="8710" y="9564"/>
                  <a:pt x="8710" y="9659"/>
                  <a:pt x="8773" y="9723"/>
                </a:cubicBezTo>
                <a:cubicBezTo>
                  <a:pt x="8868" y="9786"/>
                  <a:pt x="8931" y="9786"/>
                  <a:pt x="8995" y="9786"/>
                </a:cubicBezTo>
                <a:lnTo>
                  <a:pt x="9026" y="9786"/>
                </a:lnTo>
                <a:cubicBezTo>
                  <a:pt x="9058" y="9786"/>
                  <a:pt x="9153" y="9818"/>
                  <a:pt x="9216" y="9849"/>
                </a:cubicBezTo>
                <a:cubicBezTo>
                  <a:pt x="9248" y="9881"/>
                  <a:pt x="9280" y="9913"/>
                  <a:pt x="9311" y="9913"/>
                </a:cubicBezTo>
                <a:cubicBezTo>
                  <a:pt x="9311" y="9944"/>
                  <a:pt x="9311" y="9944"/>
                  <a:pt x="9311" y="9944"/>
                </a:cubicBezTo>
                <a:cubicBezTo>
                  <a:pt x="9311" y="9976"/>
                  <a:pt x="9280" y="10103"/>
                  <a:pt x="9280" y="10261"/>
                </a:cubicBezTo>
                <a:cubicBezTo>
                  <a:pt x="9311" y="10419"/>
                  <a:pt x="9311" y="10641"/>
                  <a:pt x="9470" y="10768"/>
                </a:cubicBezTo>
                <a:cubicBezTo>
                  <a:pt x="9565" y="10799"/>
                  <a:pt x="9628" y="10863"/>
                  <a:pt x="9691" y="10926"/>
                </a:cubicBezTo>
                <a:cubicBezTo>
                  <a:pt x="9786" y="10989"/>
                  <a:pt x="9818" y="11021"/>
                  <a:pt x="9913" y="11053"/>
                </a:cubicBezTo>
                <a:cubicBezTo>
                  <a:pt x="9945" y="11053"/>
                  <a:pt x="9976" y="11053"/>
                  <a:pt x="10008" y="11021"/>
                </a:cubicBezTo>
                <a:cubicBezTo>
                  <a:pt x="10071" y="10958"/>
                  <a:pt x="10071" y="10894"/>
                  <a:pt x="10071" y="10831"/>
                </a:cubicBezTo>
                <a:cubicBezTo>
                  <a:pt x="10071" y="10768"/>
                  <a:pt x="10071" y="10704"/>
                  <a:pt x="10071" y="10641"/>
                </a:cubicBezTo>
                <a:cubicBezTo>
                  <a:pt x="10071" y="10673"/>
                  <a:pt x="10103" y="10704"/>
                  <a:pt x="10103" y="10704"/>
                </a:cubicBezTo>
                <a:cubicBezTo>
                  <a:pt x="10135" y="10736"/>
                  <a:pt x="10166" y="10768"/>
                  <a:pt x="10230" y="10799"/>
                </a:cubicBezTo>
                <a:lnTo>
                  <a:pt x="10261" y="10799"/>
                </a:lnTo>
                <a:cubicBezTo>
                  <a:pt x="10325" y="10863"/>
                  <a:pt x="10420" y="11021"/>
                  <a:pt x="10420" y="11084"/>
                </a:cubicBezTo>
                <a:cubicBezTo>
                  <a:pt x="10420" y="11084"/>
                  <a:pt x="10388" y="11116"/>
                  <a:pt x="10388" y="11116"/>
                </a:cubicBezTo>
                <a:cubicBezTo>
                  <a:pt x="10388" y="11148"/>
                  <a:pt x="10388" y="11179"/>
                  <a:pt x="10388" y="11243"/>
                </a:cubicBezTo>
                <a:cubicBezTo>
                  <a:pt x="10388" y="11433"/>
                  <a:pt x="10515" y="11654"/>
                  <a:pt x="10736" y="11654"/>
                </a:cubicBezTo>
                <a:cubicBezTo>
                  <a:pt x="10736" y="11654"/>
                  <a:pt x="10831" y="11718"/>
                  <a:pt x="10926" y="11813"/>
                </a:cubicBezTo>
                <a:cubicBezTo>
                  <a:pt x="10958" y="11844"/>
                  <a:pt x="10990" y="11876"/>
                  <a:pt x="11021" y="11939"/>
                </a:cubicBezTo>
                <a:cubicBezTo>
                  <a:pt x="11053" y="11971"/>
                  <a:pt x="11085" y="12003"/>
                  <a:pt x="11148" y="12034"/>
                </a:cubicBezTo>
                <a:cubicBezTo>
                  <a:pt x="11148" y="12034"/>
                  <a:pt x="11180" y="12034"/>
                  <a:pt x="11212" y="12066"/>
                </a:cubicBezTo>
                <a:cubicBezTo>
                  <a:pt x="11212" y="12098"/>
                  <a:pt x="11243" y="12098"/>
                  <a:pt x="11243" y="12129"/>
                </a:cubicBezTo>
                <a:cubicBezTo>
                  <a:pt x="11243" y="12193"/>
                  <a:pt x="11275" y="12319"/>
                  <a:pt x="11307" y="12446"/>
                </a:cubicBezTo>
                <a:cubicBezTo>
                  <a:pt x="11307" y="12573"/>
                  <a:pt x="11338" y="12731"/>
                  <a:pt x="11338" y="12794"/>
                </a:cubicBezTo>
                <a:cubicBezTo>
                  <a:pt x="11338" y="12953"/>
                  <a:pt x="11275" y="13618"/>
                  <a:pt x="11275" y="13903"/>
                </a:cubicBezTo>
                <a:lnTo>
                  <a:pt x="11275" y="13935"/>
                </a:lnTo>
                <a:cubicBezTo>
                  <a:pt x="11275" y="14251"/>
                  <a:pt x="11433" y="14695"/>
                  <a:pt x="11623" y="14948"/>
                </a:cubicBezTo>
                <a:cubicBezTo>
                  <a:pt x="11718" y="15043"/>
                  <a:pt x="11813" y="15233"/>
                  <a:pt x="11877" y="15391"/>
                </a:cubicBezTo>
                <a:cubicBezTo>
                  <a:pt x="11972" y="15550"/>
                  <a:pt x="12035" y="15676"/>
                  <a:pt x="12098" y="15771"/>
                </a:cubicBezTo>
                <a:cubicBezTo>
                  <a:pt x="12130" y="15771"/>
                  <a:pt x="12193" y="15866"/>
                  <a:pt x="12257" y="15930"/>
                </a:cubicBezTo>
                <a:cubicBezTo>
                  <a:pt x="12288" y="16025"/>
                  <a:pt x="12383" y="16120"/>
                  <a:pt x="12510" y="16120"/>
                </a:cubicBezTo>
                <a:lnTo>
                  <a:pt x="12573" y="16120"/>
                </a:lnTo>
                <a:cubicBezTo>
                  <a:pt x="12605" y="16120"/>
                  <a:pt x="12637" y="16120"/>
                  <a:pt x="12700" y="16215"/>
                </a:cubicBezTo>
                <a:cubicBezTo>
                  <a:pt x="12732" y="16278"/>
                  <a:pt x="12795" y="16405"/>
                  <a:pt x="12890" y="16531"/>
                </a:cubicBezTo>
                <a:cubicBezTo>
                  <a:pt x="12953" y="16721"/>
                  <a:pt x="13017" y="16943"/>
                  <a:pt x="13080" y="17133"/>
                </a:cubicBezTo>
                <a:cubicBezTo>
                  <a:pt x="13143" y="17228"/>
                  <a:pt x="13175" y="17291"/>
                  <a:pt x="13207" y="17386"/>
                </a:cubicBezTo>
                <a:cubicBezTo>
                  <a:pt x="13238" y="17450"/>
                  <a:pt x="13270" y="17513"/>
                  <a:pt x="13333" y="17545"/>
                </a:cubicBezTo>
                <a:cubicBezTo>
                  <a:pt x="13365" y="17545"/>
                  <a:pt x="13428" y="17608"/>
                  <a:pt x="13460" y="17640"/>
                </a:cubicBezTo>
                <a:cubicBezTo>
                  <a:pt x="13492" y="17671"/>
                  <a:pt x="13523" y="17703"/>
                  <a:pt x="13523" y="17703"/>
                </a:cubicBezTo>
                <a:cubicBezTo>
                  <a:pt x="13523" y="17719"/>
                  <a:pt x="13523" y="17719"/>
                  <a:pt x="13523" y="17719"/>
                </a:cubicBezTo>
                <a:cubicBezTo>
                  <a:pt x="13523" y="17719"/>
                  <a:pt x="13523" y="17719"/>
                  <a:pt x="13523" y="17735"/>
                </a:cubicBezTo>
                <a:cubicBezTo>
                  <a:pt x="13428" y="17830"/>
                  <a:pt x="13333" y="17957"/>
                  <a:pt x="13333" y="18115"/>
                </a:cubicBezTo>
                <a:cubicBezTo>
                  <a:pt x="13333" y="18147"/>
                  <a:pt x="13333" y="18210"/>
                  <a:pt x="13397" y="18242"/>
                </a:cubicBezTo>
                <a:cubicBezTo>
                  <a:pt x="13428" y="18273"/>
                  <a:pt x="13460" y="18273"/>
                  <a:pt x="13523" y="18273"/>
                </a:cubicBezTo>
                <a:cubicBezTo>
                  <a:pt x="13618" y="18273"/>
                  <a:pt x="13713" y="18242"/>
                  <a:pt x="13713" y="18242"/>
                </a:cubicBezTo>
                <a:cubicBezTo>
                  <a:pt x="13713" y="18242"/>
                  <a:pt x="13713" y="18242"/>
                  <a:pt x="13777" y="18337"/>
                </a:cubicBezTo>
                <a:cubicBezTo>
                  <a:pt x="13872" y="18432"/>
                  <a:pt x="13935" y="18527"/>
                  <a:pt x="13998" y="18590"/>
                </a:cubicBezTo>
                <a:cubicBezTo>
                  <a:pt x="14030" y="18653"/>
                  <a:pt x="14062" y="18717"/>
                  <a:pt x="14062" y="18748"/>
                </a:cubicBezTo>
                <a:cubicBezTo>
                  <a:pt x="14062" y="18748"/>
                  <a:pt x="14062" y="18780"/>
                  <a:pt x="14062" y="18780"/>
                </a:cubicBezTo>
                <a:cubicBezTo>
                  <a:pt x="14062" y="18907"/>
                  <a:pt x="14125" y="18970"/>
                  <a:pt x="14188" y="19002"/>
                </a:cubicBezTo>
                <a:cubicBezTo>
                  <a:pt x="14252" y="19033"/>
                  <a:pt x="14315" y="19065"/>
                  <a:pt x="14347" y="19065"/>
                </a:cubicBezTo>
                <a:cubicBezTo>
                  <a:pt x="14347" y="19065"/>
                  <a:pt x="14347" y="19065"/>
                  <a:pt x="14347" y="19097"/>
                </a:cubicBezTo>
                <a:cubicBezTo>
                  <a:pt x="14378" y="19128"/>
                  <a:pt x="14410" y="19192"/>
                  <a:pt x="14473" y="19255"/>
                </a:cubicBezTo>
                <a:cubicBezTo>
                  <a:pt x="14537" y="19318"/>
                  <a:pt x="14600" y="19382"/>
                  <a:pt x="14695" y="19413"/>
                </a:cubicBezTo>
                <a:cubicBezTo>
                  <a:pt x="14758" y="19413"/>
                  <a:pt x="14822" y="19382"/>
                  <a:pt x="14853" y="19318"/>
                </a:cubicBezTo>
                <a:cubicBezTo>
                  <a:pt x="14917" y="19255"/>
                  <a:pt x="14948" y="19192"/>
                  <a:pt x="14917" y="19128"/>
                </a:cubicBezTo>
                <a:cubicBezTo>
                  <a:pt x="14917" y="18970"/>
                  <a:pt x="14822" y="18875"/>
                  <a:pt x="14758" y="18780"/>
                </a:cubicBezTo>
                <a:cubicBezTo>
                  <a:pt x="14663" y="18685"/>
                  <a:pt x="14568" y="18590"/>
                  <a:pt x="14505" y="18558"/>
                </a:cubicBezTo>
                <a:cubicBezTo>
                  <a:pt x="14505" y="18558"/>
                  <a:pt x="14473" y="18463"/>
                  <a:pt x="14473" y="18337"/>
                </a:cubicBezTo>
                <a:cubicBezTo>
                  <a:pt x="14442" y="18210"/>
                  <a:pt x="14410" y="18052"/>
                  <a:pt x="14252" y="17893"/>
                </a:cubicBezTo>
                <a:cubicBezTo>
                  <a:pt x="14157" y="17798"/>
                  <a:pt x="14093" y="17703"/>
                  <a:pt x="14062" y="17608"/>
                </a:cubicBezTo>
                <a:lnTo>
                  <a:pt x="14062" y="17608"/>
                </a:lnTo>
                <a:cubicBezTo>
                  <a:pt x="14188" y="17798"/>
                  <a:pt x="14378" y="17988"/>
                  <a:pt x="14473" y="18115"/>
                </a:cubicBezTo>
                <a:cubicBezTo>
                  <a:pt x="14537" y="18178"/>
                  <a:pt x="14663" y="18400"/>
                  <a:pt x="14758" y="18590"/>
                </a:cubicBezTo>
                <a:cubicBezTo>
                  <a:pt x="14822" y="18685"/>
                  <a:pt x="14885" y="18780"/>
                  <a:pt x="14917" y="18843"/>
                </a:cubicBezTo>
                <a:cubicBezTo>
                  <a:pt x="14948" y="18875"/>
                  <a:pt x="14980" y="18907"/>
                  <a:pt x="14980" y="18938"/>
                </a:cubicBezTo>
                <a:cubicBezTo>
                  <a:pt x="15012" y="18970"/>
                  <a:pt x="15043" y="19002"/>
                  <a:pt x="15107" y="19002"/>
                </a:cubicBezTo>
                <a:cubicBezTo>
                  <a:pt x="15107" y="19002"/>
                  <a:pt x="15202" y="19097"/>
                  <a:pt x="15265" y="19192"/>
                </a:cubicBezTo>
                <a:cubicBezTo>
                  <a:pt x="15328" y="19255"/>
                  <a:pt x="15360" y="19318"/>
                  <a:pt x="15392" y="19350"/>
                </a:cubicBezTo>
                <a:cubicBezTo>
                  <a:pt x="15392" y="19350"/>
                  <a:pt x="15423" y="19413"/>
                  <a:pt x="15423" y="19445"/>
                </a:cubicBezTo>
                <a:cubicBezTo>
                  <a:pt x="15455" y="19508"/>
                  <a:pt x="15487" y="19603"/>
                  <a:pt x="15487" y="19635"/>
                </a:cubicBezTo>
                <a:cubicBezTo>
                  <a:pt x="15455" y="19698"/>
                  <a:pt x="15455" y="19730"/>
                  <a:pt x="15455" y="19762"/>
                </a:cubicBezTo>
                <a:cubicBezTo>
                  <a:pt x="15455" y="19952"/>
                  <a:pt x="15550" y="20205"/>
                  <a:pt x="15709" y="20332"/>
                </a:cubicBezTo>
                <a:cubicBezTo>
                  <a:pt x="15867" y="20458"/>
                  <a:pt x="16374" y="20743"/>
                  <a:pt x="16469" y="20807"/>
                </a:cubicBezTo>
                <a:cubicBezTo>
                  <a:pt x="16469" y="20807"/>
                  <a:pt x="16532" y="20933"/>
                  <a:pt x="16595" y="21028"/>
                </a:cubicBezTo>
                <a:cubicBezTo>
                  <a:pt x="16690" y="21123"/>
                  <a:pt x="16785" y="21218"/>
                  <a:pt x="16944" y="21218"/>
                </a:cubicBezTo>
                <a:cubicBezTo>
                  <a:pt x="17134" y="21218"/>
                  <a:pt x="17292" y="21282"/>
                  <a:pt x="17292" y="21282"/>
                </a:cubicBezTo>
                <a:cubicBezTo>
                  <a:pt x="17292" y="21313"/>
                  <a:pt x="17324" y="21377"/>
                  <a:pt x="17387" y="21440"/>
                </a:cubicBezTo>
                <a:cubicBezTo>
                  <a:pt x="17450" y="21503"/>
                  <a:pt x="17514" y="21567"/>
                  <a:pt x="17609" y="21567"/>
                </a:cubicBezTo>
                <a:cubicBezTo>
                  <a:pt x="17672" y="21567"/>
                  <a:pt x="17735" y="21535"/>
                  <a:pt x="17767" y="21472"/>
                </a:cubicBezTo>
                <a:cubicBezTo>
                  <a:pt x="17830" y="21377"/>
                  <a:pt x="17862" y="21345"/>
                  <a:pt x="17894" y="21313"/>
                </a:cubicBezTo>
                <a:cubicBezTo>
                  <a:pt x="17925" y="21282"/>
                  <a:pt x="17925" y="21282"/>
                  <a:pt x="17989" y="21282"/>
                </a:cubicBezTo>
                <a:cubicBezTo>
                  <a:pt x="18052" y="21282"/>
                  <a:pt x="18084" y="21313"/>
                  <a:pt x="18115" y="21345"/>
                </a:cubicBezTo>
                <a:cubicBezTo>
                  <a:pt x="18179" y="21408"/>
                  <a:pt x="18210" y="21472"/>
                  <a:pt x="18274" y="21535"/>
                </a:cubicBezTo>
                <a:cubicBezTo>
                  <a:pt x="18305" y="21598"/>
                  <a:pt x="18400" y="21693"/>
                  <a:pt x="18495" y="21788"/>
                </a:cubicBezTo>
                <a:cubicBezTo>
                  <a:pt x="18590" y="21883"/>
                  <a:pt x="18685" y="21978"/>
                  <a:pt x="18812" y="21978"/>
                </a:cubicBezTo>
                <a:lnTo>
                  <a:pt x="18844" y="21978"/>
                </a:lnTo>
                <a:cubicBezTo>
                  <a:pt x="18875" y="21978"/>
                  <a:pt x="18907" y="22010"/>
                  <a:pt x="18970" y="22042"/>
                </a:cubicBezTo>
                <a:cubicBezTo>
                  <a:pt x="19034" y="22073"/>
                  <a:pt x="19097" y="22105"/>
                  <a:pt x="19192" y="22105"/>
                </a:cubicBezTo>
                <a:cubicBezTo>
                  <a:pt x="19224" y="22105"/>
                  <a:pt x="19255" y="22105"/>
                  <a:pt x="19287" y="22073"/>
                </a:cubicBezTo>
                <a:cubicBezTo>
                  <a:pt x="19319" y="22073"/>
                  <a:pt x="19445" y="22137"/>
                  <a:pt x="19509" y="22200"/>
                </a:cubicBezTo>
                <a:cubicBezTo>
                  <a:pt x="19572" y="22232"/>
                  <a:pt x="19762" y="22390"/>
                  <a:pt x="19762" y="22580"/>
                </a:cubicBezTo>
                <a:lnTo>
                  <a:pt x="19762" y="22612"/>
                </a:lnTo>
                <a:lnTo>
                  <a:pt x="19762" y="22644"/>
                </a:lnTo>
                <a:cubicBezTo>
                  <a:pt x="19762" y="22960"/>
                  <a:pt x="19984" y="23087"/>
                  <a:pt x="20079" y="23119"/>
                </a:cubicBezTo>
                <a:cubicBezTo>
                  <a:pt x="20174" y="23182"/>
                  <a:pt x="20332" y="23372"/>
                  <a:pt x="20427" y="23467"/>
                </a:cubicBezTo>
                <a:cubicBezTo>
                  <a:pt x="20491" y="23562"/>
                  <a:pt x="20586" y="23594"/>
                  <a:pt x="20649" y="23625"/>
                </a:cubicBezTo>
                <a:cubicBezTo>
                  <a:pt x="20681" y="23657"/>
                  <a:pt x="20712" y="23657"/>
                  <a:pt x="20744" y="23689"/>
                </a:cubicBezTo>
                <a:lnTo>
                  <a:pt x="20776" y="23689"/>
                </a:lnTo>
                <a:cubicBezTo>
                  <a:pt x="20776" y="23720"/>
                  <a:pt x="20807" y="23752"/>
                  <a:pt x="20839" y="23784"/>
                </a:cubicBezTo>
                <a:cubicBezTo>
                  <a:pt x="20871" y="23815"/>
                  <a:pt x="20934" y="23879"/>
                  <a:pt x="20997" y="23879"/>
                </a:cubicBezTo>
                <a:cubicBezTo>
                  <a:pt x="21061" y="23879"/>
                  <a:pt x="21124" y="23847"/>
                  <a:pt x="21156" y="23815"/>
                </a:cubicBezTo>
                <a:cubicBezTo>
                  <a:pt x="21314" y="23720"/>
                  <a:pt x="21346" y="23562"/>
                  <a:pt x="21346" y="23467"/>
                </a:cubicBezTo>
                <a:cubicBezTo>
                  <a:pt x="21409" y="23467"/>
                  <a:pt x="21441" y="23499"/>
                  <a:pt x="21472" y="23499"/>
                </a:cubicBezTo>
                <a:cubicBezTo>
                  <a:pt x="21472" y="23530"/>
                  <a:pt x="21536" y="23625"/>
                  <a:pt x="21567" y="23720"/>
                </a:cubicBezTo>
                <a:cubicBezTo>
                  <a:pt x="21567" y="23752"/>
                  <a:pt x="21599" y="23815"/>
                  <a:pt x="21599" y="23847"/>
                </a:cubicBezTo>
                <a:cubicBezTo>
                  <a:pt x="21631" y="23910"/>
                  <a:pt x="21631" y="23942"/>
                  <a:pt x="21662" y="23974"/>
                </a:cubicBezTo>
                <a:cubicBezTo>
                  <a:pt x="21694" y="23974"/>
                  <a:pt x="21694" y="24037"/>
                  <a:pt x="21726" y="24100"/>
                </a:cubicBezTo>
                <a:cubicBezTo>
                  <a:pt x="21757" y="24195"/>
                  <a:pt x="21757" y="24290"/>
                  <a:pt x="21757" y="24385"/>
                </a:cubicBezTo>
                <a:cubicBezTo>
                  <a:pt x="21757" y="24417"/>
                  <a:pt x="21757" y="24480"/>
                  <a:pt x="21726" y="24544"/>
                </a:cubicBezTo>
                <a:cubicBezTo>
                  <a:pt x="21694" y="24702"/>
                  <a:pt x="21694" y="24829"/>
                  <a:pt x="21662" y="24924"/>
                </a:cubicBezTo>
                <a:cubicBezTo>
                  <a:pt x="21662" y="24955"/>
                  <a:pt x="21662" y="24987"/>
                  <a:pt x="21662" y="25019"/>
                </a:cubicBezTo>
                <a:cubicBezTo>
                  <a:pt x="21599" y="25019"/>
                  <a:pt x="21599" y="25082"/>
                  <a:pt x="21567" y="25082"/>
                </a:cubicBezTo>
                <a:cubicBezTo>
                  <a:pt x="21536" y="25145"/>
                  <a:pt x="21504" y="25209"/>
                  <a:pt x="21441" y="25272"/>
                </a:cubicBezTo>
                <a:cubicBezTo>
                  <a:pt x="21409" y="25335"/>
                  <a:pt x="21377" y="25399"/>
                  <a:pt x="21377" y="25399"/>
                </a:cubicBezTo>
                <a:cubicBezTo>
                  <a:pt x="21282" y="25462"/>
                  <a:pt x="21187" y="25557"/>
                  <a:pt x="21092" y="25652"/>
                </a:cubicBezTo>
                <a:cubicBezTo>
                  <a:pt x="21029" y="25779"/>
                  <a:pt x="20934" y="25874"/>
                  <a:pt x="20934" y="26032"/>
                </a:cubicBezTo>
                <a:lnTo>
                  <a:pt x="20934" y="26064"/>
                </a:lnTo>
                <a:cubicBezTo>
                  <a:pt x="20934" y="26127"/>
                  <a:pt x="20966" y="26222"/>
                  <a:pt x="21029" y="26349"/>
                </a:cubicBezTo>
                <a:cubicBezTo>
                  <a:pt x="21061" y="26444"/>
                  <a:pt x="21092" y="26570"/>
                  <a:pt x="21092" y="26634"/>
                </a:cubicBezTo>
                <a:cubicBezTo>
                  <a:pt x="21092" y="26634"/>
                  <a:pt x="21092" y="26665"/>
                  <a:pt x="21061" y="26665"/>
                </a:cubicBezTo>
                <a:cubicBezTo>
                  <a:pt x="21061" y="26697"/>
                  <a:pt x="21029" y="26792"/>
                  <a:pt x="20966" y="26887"/>
                </a:cubicBezTo>
                <a:cubicBezTo>
                  <a:pt x="20902" y="26982"/>
                  <a:pt x="20839" y="27077"/>
                  <a:pt x="20839" y="27235"/>
                </a:cubicBezTo>
                <a:cubicBezTo>
                  <a:pt x="20839" y="27267"/>
                  <a:pt x="20839" y="27299"/>
                  <a:pt x="20839" y="27331"/>
                </a:cubicBezTo>
                <a:cubicBezTo>
                  <a:pt x="20902" y="27521"/>
                  <a:pt x="21029" y="27616"/>
                  <a:pt x="21124" y="27711"/>
                </a:cubicBezTo>
                <a:cubicBezTo>
                  <a:pt x="21251" y="27774"/>
                  <a:pt x="21314" y="27869"/>
                  <a:pt x="21314" y="27901"/>
                </a:cubicBezTo>
                <a:cubicBezTo>
                  <a:pt x="21314" y="28059"/>
                  <a:pt x="21409" y="28249"/>
                  <a:pt x="21472" y="28439"/>
                </a:cubicBezTo>
                <a:cubicBezTo>
                  <a:pt x="21567" y="28661"/>
                  <a:pt x="21631" y="28851"/>
                  <a:pt x="21662" y="28946"/>
                </a:cubicBezTo>
                <a:cubicBezTo>
                  <a:pt x="21694" y="29104"/>
                  <a:pt x="21789" y="29231"/>
                  <a:pt x="21852" y="29357"/>
                </a:cubicBezTo>
                <a:cubicBezTo>
                  <a:pt x="21947" y="29516"/>
                  <a:pt x="22011" y="29642"/>
                  <a:pt x="22011" y="29769"/>
                </a:cubicBezTo>
                <a:cubicBezTo>
                  <a:pt x="22011" y="29991"/>
                  <a:pt x="22169" y="30149"/>
                  <a:pt x="22296" y="30276"/>
                </a:cubicBezTo>
                <a:cubicBezTo>
                  <a:pt x="22422" y="30371"/>
                  <a:pt x="22581" y="30434"/>
                  <a:pt x="22644" y="30466"/>
                </a:cubicBezTo>
                <a:cubicBezTo>
                  <a:pt x="22644" y="30460"/>
                  <a:pt x="22646" y="30457"/>
                  <a:pt x="22650" y="30457"/>
                </a:cubicBezTo>
                <a:cubicBezTo>
                  <a:pt x="22667" y="30457"/>
                  <a:pt x="22719" y="30509"/>
                  <a:pt x="22771" y="30561"/>
                </a:cubicBezTo>
                <a:cubicBezTo>
                  <a:pt x="22866" y="30624"/>
                  <a:pt x="22929" y="30719"/>
                  <a:pt x="23024" y="30751"/>
                </a:cubicBezTo>
                <a:cubicBezTo>
                  <a:pt x="23119" y="30814"/>
                  <a:pt x="23214" y="30941"/>
                  <a:pt x="23309" y="31131"/>
                </a:cubicBezTo>
                <a:cubicBezTo>
                  <a:pt x="23372" y="31226"/>
                  <a:pt x="23372" y="31416"/>
                  <a:pt x="23372" y="31542"/>
                </a:cubicBezTo>
                <a:cubicBezTo>
                  <a:pt x="23372" y="31574"/>
                  <a:pt x="23372" y="31606"/>
                  <a:pt x="23372" y="31637"/>
                </a:cubicBezTo>
                <a:cubicBezTo>
                  <a:pt x="23372" y="31701"/>
                  <a:pt x="23309" y="32461"/>
                  <a:pt x="23246" y="32873"/>
                </a:cubicBezTo>
                <a:cubicBezTo>
                  <a:pt x="23246" y="32968"/>
                  <a:pt x="23246" y="33063"/>
                  <a:pt x="23246" y="33126"/>
                </a:cubicBezTo>
                <a:cubicBezTo>
                  <a:pt x="23246" y="33348"/>
                  <a:pt x="23277" y="33506"/>
                  <a:pt x="23277" y="33601"/>
                </a:cubicBezTo>
                <a:cubicBezTo>
                  <a:pt x="23277" y="33696"/>
                  <a:pt x="23246" y="33728"/>
                  <a:pt x="23246" y="33728"/>
                </a:cubicBezTo>
                <a:cubicBezTo>
                  <a:pt x="23182" y="33823"/>
                  <a:pt x="23056" y="33886"/>
                  <a:pt x="23024" y="34076"/>
                </a:cubicBezTo>
                <a:cubicBezTo>
                  <a:pt x="23024" y="34139"/>
                  <a:pt x="23056" y="34203"/>
                  <a:pt x="23087" y="34266"/>
                </a:cubicBezTo>
                <a:cubicBezTo>
                  <a:pt x="23087" y="34266"/>
                  <a:pt x="23056" y="34298"/>
                  <a:pt x="23024" y="34329"/>
                </a:cubicBezTo>
                <a:cubicBezTo>
                  <a:pt x="23024" y="34361"/>
                  <a:pt x="22992" y="34361"/>
                  <a:pt x="22992" y="34393"/>
                </a:cubicBezTo>
                <a:cubicBezTo>
                  <a:pt x="22961" y="34424"/>
                  <a:pt x="22929" y="34456"/>
                  <a:pt x="22929" y="34519"/>
                </a:cubicBezTo>
                <a:cubicBezTo>
                  <a:pt x="22929" y="34583"/>
                  <a:pt x="22961" y="34646"/>
                  <a:pt x="22992" y="34741"/>
                </a:cubicBezTo>
                <a:cubicBezTo>
                  <a:pt x="23024" y="34836"/>
                  <a:pt x="23024" y="34931"/>
                  <a:pt x="23024" y="34994"/>
                </a:cubicBezTo>
                <a:cubicBezTo>
                  <a:pt x="23024" y="35058"/>
                  <a:pt x="23024" y="35058"/>
                  <a:pt x="23024" y="35089"/>
                </a:cubicBezTo>
                <a:cubicBezTo>
                  <a:pt x="22929" y="35279"/>
                  <a:pt x="22866" y="35501"/>
                  <a:pt x="22834" y="35659"/>
                </a:cubicBezTo>
                <a:cubicBezTo>
                  <a:pt x="22802" y="35754"/>
                  <a:pt x="22676" y="35913"/>
                  <a:pt x="22676" y="36134"/>
                </a:cubicBezTo>
                <a:cubicBezTo>
                  <a:pt x="22676" y="36166"/>
                  <a:pt x="22676" y="36198"/>
                  <a:pt x="22676" y="36229"/>
                </a:cubicBezTo>
                <a:cubicBezTo>
                  <a:pt x="22676" y="36229"/>
                  <a:pt x="22676" y="36261"/>
                  <a:pt x="22676" y="36261"/>
                </a:cubicBezTo>
                <a:cubicBezTo>
                  <a:pt x="22676" y="36277"/>
                  <a:pt x="22676" y="36277"/>
                  <a:pt x="22672" y="36277"/>
                </a:cubicBezTo>
                <a:cubicBezTo>
                  <a:pt x="22668" y="36277"/>
                  <a:pt x="22660" y="36277"/>
                  <a:pt x="22644" y="36293"/>
                </a:cubicBezTo>
                <a:cubicBezTo>
                  <a:pt x="22581" y="36324"/>
                  <a:pt x="22517" y="36419"/>
                  <a:pt x="22517" y="36578"/>
                </a:cubicBezTo>
                <a:cubicBezTo>
                  <a:pt x="22517" y="36704"/>
                  <a:pt x="22581" y="36768"/>
                  <a:pt x="22612" y="36800"/>
                </a:cubicBezTo>
                <a:cubicBezTo>
                  <a:pt x="22676" y="36863"/>
                  <a:pt x="22644" y="36831"/>
                  <a:pt x="22676" y="36895"/>
                </a:cubicBezTo>
                <a:cubicBezTo>
                  <a:pt x="22676" y="36895"/>
                  <a:pt x="22676" y="36926"/>
                  <a:pt x="22644" y="36926"/>
                </a:cubicBezTo>
                <a:cubicBezTo>
                  <a:pt x="22644" y="37053"/>
                  <a:pt x="22612" y="37116"/>
                  <a:pt x="22581" y="37211"/>
                </a:cubicBezTo>
                <a:cubicBezTo>
                  <a:pt x="22549" y="37275"/>
                  <a:pt x="22517" y="37370"/>
                  <a:pt x="22517" y="37496"/>
                </a:cubicBezTo>
                <a:cubicBezTo>
                  <a:pt x="22517" y="37591"/>
                  <a:pt x="22549" y="37718"/>
                  <a:pt x="22581" y="37813"/>
                </a:cubicBezTo>
                <a:cubicBezTo>
                  <a:pt x="22612" y="37908"/>
                  <a:pt x="22612" y="38003"/>
                  <a:pt x="22612" y="38003"/>
                </a:cubicBezTo>
                <a:cubicBezTo>
                  <a:pt x="22612" y="38003"/>
                  <a:pt x="22612" y="38098"/>
                  <a:pt x="22549" y="38193"/>
                </a:cubicBezTo>
                <a:cubicBezTo>
                  <a:pt x="22517" y="38256"/>
                  <a:pt x="22486" y="38383"/>
                  <a:pt x="22422" y="38478"/>
                </a:cubicBezTo>
                <a:cubicBezTo>
                  <a:pt x="22296" y="38636"/>
                  <a:pt x="22201" y="38763"/>
                  <a:pt x="22169" y="38921"/>
                </a:cubicBezTo>
                <a:cubicBezTo>
                  <a:pt x="22169" y="38953"/>
                  <a:pt x="22201" y="38953"/>
                  <a:pt x="22201" y="38985"/>
                </a:cubicBezTo>
                <a:cubicBezTo>
                  <a:pt x="22201" y="39080"/>
                  <a:pt x="22232" y="39143"/>
                  <a:pt x="22264" y="39175"/>
                </a:cubicBezTo>
                <a:cubicBezTo>
                  <a:pt x="22296" y="39206"/>
                  <a:pt x="22296" y="39238"/>
                  <a:pt x="22327" y="39270"/>
                </a:cubicBezTo>
                <a:cubicBezTo>
                  <a:pt x="22296" y="39301"/>
                  <a:pt x="22264" y="39365"/>
                  <a:pt x="22232" y="39428"/>
                </a:cubicBezTo>
                <a:cubicBezTo>
                  <a:pt x="22201" y="39523"/>
                  <a:pt x="22137" y="39650"/>
                  <a:pt x="22137" y="39745"/>
                </a:cubicBezTo>
                <a:lnTo>
                  <a:pt x="22137" y="39808"/>
                </a:lnTo>
                <a:cubicBezTo>
                  <a:pt x="22169" y="39935"/>
                  <a:pt x="22264" y="39998"/>
                  <a:pt x="22327" y="39998"/>
                </a:cubicBezTo>
                <a:cubicBezTo>
                  <a:pt x="22359" y="40030"/>
                  <a:pt x="22359" y="40030"/>
                  <a:pt x="22359" y="40030"/>
                </a:cubicBezTo>
                <a:cubicBezTo>
                  <a:pt x="22359" y="40061"/>
                  <a:pt x="22359" y="40061"/>
                  <a:pt x="22327" y="40093"/>
                </a:cubicBezTo>
                <a:cubicBezTo>
                  <a:pt x="22296" y="40125"/>
                  <a:pt x="22232" y="40188"/>
                  <a:pt x="22232" y="40283"/>
                </a:cubicBezTo>
                <a:cubicBezTo>
                  <a:pt x="22232" y="40346"/>
                  <a:pt x="22264" y="40378"/>
                  <a:pt x="22296" y="40410"/>
                </a:cubicBezTo>
                <a:cubicBezTo>
                  <a:pt x="22359" y="40505"/>
                  <a:pt x="22422" y="40505"/>
                  <a:pt x="22454" y="40536"/>
                </a:cubicBezTo>
                <a:cubicBezTo>
                  <a:pt x="22486" y="40568"/>
                  <a:pt x="22486" y="40568"/>
                  <a:pt x="22486" y="40663"/>
                </a:cubicBezTo>
                <a:cubicBezTo>
                  <a:pt x="22486" y="40663"/>
                  <a:pt x="22486" y="40695"/>
                  <a:pt x="22486" y="40726"/>
                </a:cubicBezTo>
                <a:cubicBezTo>
                  <a:pt x="22486" y="40758"/>
                  <a:pt x="22486" y="40758"/>
                  <a:pt x="22486" y="40790"/>
                </a:cubicBezTo>
                <a:cubicBezTo>
                  <a:pt x="22486" y="41106"/>
                  <a:pt x="22771" y="41233"/>
                  <a:pt x="22771" y="41233"/>
                </a:cubicBezTo>
                <a:cubicBezTo>
                  <a:pt x="22802" y="41265"/>
                  <a:pt x="22834" y="41328"/>
                  <a:pt x="22897" y="41391"/>
                </a:cubicBezTo>
                <a:cubicBezTo>
                  <a:pt x="22961" y="41455"/>
                  <a:pt x="22992" y="41486"/>
                  <a:pt x="23087" y="41518"/>
                </a:cubicBezTo>
                <a:cubicBezTo>
                  <a:pt x="23087" y="41550"/>
                  <a:pt x="23119" y="41582"/>
                  <a:pt x="23151" y="41582"/>
                </a:cubicBezTo>
                <a:cubicBezTo>
                  <a:pt x="23151" y="41613"/>
                  <a:pt x="23182" y="41613"/>
                  <a:pt x="23214" y="41613"/>
                </a:cubicBezTo>
                <a:cubicBezTo>
                  <a:pt x="23214" y="41613"/>
                  <a:pt x="23309" y="41677"/>
                  <a:pt x="23404" y="41708"/>
                </a:cubicBezTo>
                <a:cubicBezTo>
                  <a:pt x="23499" y="41772"/>
                  <a:pt x="23594" y="41803"/>
                  <a:pt x="23689" y="41803"/>
                </a:cubicBezTo>
                <a:cubicBezTo>
                  <a:pt x="23879" y="41803"/>
                  <a:pt x="24164" y="41708"/>
                  <a:pt x="24259" y="41677"/>
                </a:cubicBezTo>
                <a:cubicBezTo>
                  <a:pt x="24259" y="41677"/>
                  <a:pt x="24386" y="41645"/>
                  <a:pt x="24481" y="41613"/>
                </a:cubicBezTo>
                <a:cubicBezTo>
                  <a:pt x="24544" y="41613"/>
                  <a:pt x="24608" y="41582"/>
                  <a:pt x="24671" y="41550"/>
                </a:cubicBezTo>
                <a:cubicBezTo>
                  <a:pt x="24703" y="41550"/>
                  <a:pt x="24766" y="41550"/>
                  <a:pt x="24798" y="41455"/>
                </a:cubicBezTo>
                <a:cubicBezTo>
                  <a:pt x="24798" y="41455"/>
                  <a:pt x="24829" y="41423"/>
                  <a:pt x="24829" y="41391"/>
                </a:cubicBezTo>
                <a:cubicBezTo>
                  <a:pt x="24829" y="41328"/>
                  <a:pt x="24766" y="41296"/>
                  <a:pt x="24766" y="41296"/>
                </a:cubicBezTo>
                <a:cubicBezTo>
                  <a:pt x="24671" y="41233"/>
                  <a:pt x="24608" y="41233"/>
                  <a:pt x="24513" y="41233"/>
                </a:cubicBezTo>
                <a:cubicBezTo>
                  <a:pt x="24418" y="41233"/>
                  <a:pt x="24322" y="41201"/>
                  <a:pt x="24259" y="41201"/>
                </a:cubicBezTo>
                <a:cubicBezTo>
                  <a:pt x="24196" y="41170"/>
                  <a:pt x="24101" y="41075"/>
                  <a:pt x="24006" y="40948"/>
                </a:cubicBezTo>
                <a:cubicBezTo>
                  <a:pt x="23911" y="40853"/>
                  <a:pt x="23816" y="40695"/>
                  <a:pt x="23816" y="40663"/>
                </a:cubicBezTo>
                <a:cubicBezTo>
                  <a:pt x="23816" y="40631"/>
                  <a:pt x="23784" y="40568"/>
                  <a:pt x="23784" y="40505"/>
                </a:cubicBezTo>
                <a:cubicBezTo>
                  <a:pt x="23784" y="40410"/>
                  <a:pt x="23816" y="40283"/>
                  <a:pt x="23879" y="40251"/>
                </a:cubicBezTo>
                <a:cubicBezTo>
                  <a:pt x="24006" y="40156"/>
                  <a:pt x="24322" y="39808"/>
                  <a:pt x="24418" y="39745"/>
                </a:cubicBezTo>
                <a:cubicBezTo>
                  <a:pt x="24449" y="39681"/>
                  <a:pt x="24481" y="39618"/>
                  <a:pt x="24513" y="39523"/>
                </a:cubicBezTo>
                <a:cubicBezTo>
                  <a:pt x="24544" y="39428"/>
                  <a:pt x="24576" y="39333"/>
                  <a:pt x="24576" y="39270"/>
                </a:cubicBezTo>
                <a:cubicBezTo>
                  <a:pt x="24576" y="39206"/>
                  <a:pt x="24576" y="39175"/>
                  <a:pt x="24544" y="39111"/>
                </a:cubicBezTo>
                <a:cubicBezTo>
                  <a:pt x="24481" y="39080"/>
                  <a:pt x="24449" y="39080"/>
                  <a:pt x="24386" y="39080"/>
                </a:cubicBezTo>
                <a:lnTo>
                  <a:pt x="24227" y="39080"/>
                </a:lnTo>
                <a:cubicBezTo>
                  <a:pt x="24196" y="39048"/>
                  <a:pt x="24196" y="39048"/>
                  <a:pt x="24164" y="39048"/>
                </a:cubicBezTo>
                <a:cubicBezTo>
                  <a:pt x="24164" y="39048"/>
                  <a:pt x="24196" y="38985"/>
                  <a:pt x="24291" y="38858"/>
                </a:cubicBezTo>
                <a:cubicBezTo>
                  <a:pt x="24418" y="38763"/>
                  <a:pt x="24481" y="38668"/>
                  <a:pt x="24544" y="38573"/>
                </a:cubicBezTo>
                <a:cubicBezTo>
                  <a:pt x="24608" y="38478"/>
                  <a:pt x="24639" y="38383"/>
                  <a:pt x="24671" y="38383"/>
                </a:cubicBezTo>
                <a:cubicBezTo>
                  <a:pt x="24734" y="38320"/>
                  <a:pt x="24893" y="38161"/>
                  <a:pt x="24988" y="37940"/>
                </a:cubicBezTo>
                <a:cubicBezTo>
                  <a:pt x="24988" y="37908"/>
                  <a:pt x="24988" y="37876"/>
                  <a:pt x="24988" y="37845"/>
                </a:cubicBezTo>
                <a:cubicBezTo>
                  <a:pt x="24988" y="37813"/>
                  <a:pt x="24988" y="37781"/>
                  <a:pt x="24956" y="37750"/>
                </a:cubicBezTo>
                <a:cubicBezTo>
                  <a:pt x="24924" y="37718"/>
                  <a:pt x="24893" y="37718"/>
                  <a:pt x="24861" y="37718"/>
                </a:cubicBezTo>
                <a:cubicBezTo>
                  <a:pt x="24798" y="37718"/>
                  <a:pt x="24766" y="37750"/>
                  <a:pt x="24734" y="37750"/>
                </a:cubicBezTo>
                <a:cubicBezTo>
                  <a:pt x="24703" y="37750"/>
                  <a:pt x="24703" y="37718"/>
                  <a:pt x="24703" y="37718"/>
                </a:cubicBezTo>
                <a:cubicBezTo>
                  <a:pt x="24671" y="37686"/>
                  <a:pt x="24671" y="37591"/>
                  <a:pt x="24639" y="37528"/>
                </a:cubicBezTo>
                <a:lnTo>
                  <a:pt x="24639" y="37528"/>
                </a:lnTo>
                <a:cubicBezTo>
                  <a:pt x="24671" y="37560"/>
                  <a:pt x="24734" y="37560"/>
                  <a:pt x="24766" y="37560"/>
                </a:cubicBezTo>
                <a:cubicBezTo>
                  <a:pt x="24829" y="37591"/>
                  <a:pt x="24924" y="37655"/>
                  <a:pt x="25019" y="37655"/>
                </a:cubicBezTo>
                <a:cubicBezTo>
                  <a:pt x="25051" y="37655"/>
                  <a:pt x="25083" y="37686"/>
                  <a:pt x="25114" y="37686"/>
                </a:cubicBezTo>
                <a:cubicBezTo>
                  <a:pt x="25146" y="37686"/>
                  <a:pt x="25178" y="37655"/>
                  <a:pt x="25241" y="37623"/>
                </a:cubicBezTo>
                <a:cubicBezTo>
                  <a:pt x="25273" y="37591"/>
                  <a:pt x="25273" y="37528"/>
                  <a:pt x="25273" y="37496"/>
                </a:cubicBezTo>
                <a:cubicBezTo>
                  <a:pt x="25273" y="37401"/>
                  <a:pt x="25241" y="37338"/>
                  <a:pt x="25241" y="37275"/>
                </a:cubicBezTo>
                <a:lnTo>
                  <a:pt x="25241" y="37243"/>
                </a:lnTo>
                <a:cubicBezTo>
                  <a:pt x="25241" y="37180"/>
                  <a:pt x="25241" y="37116"/>
                  <a:pt x="25241" y="37085"/>
                </a:cubicBezTo>
                <a:lnTo>
                  <a:pt x="25273" y="37085"/>
                </a:lnTo>
                <a:cubicBezTo>
                  <a:pt x="25336" y="37116"/>
                  <a:pt x="25368" y="37116"/>
                  <a:pt x="25463" y="37116"/>
                </a:cubicBezTo>
                <a:cubicBezTo>
                  <a:pt x="25684" y="37116"/>
                  <a:pt x="26001" y="37053"/>
                  <a:pt x="26096" y="37021"/>
                </a:cubicBezTo>
                <a:cubicBezTo>
                  <a:pt x="26159" y="36990"/>
                  <a:pt x="26191" y="36958"/>
                  <a:pt x="26223" y="36895"/>
                </a:cubicBezTo>
                <a:cubicBezTo>
                  <a:pt x="26318" y="36768"/>
                  <a:pt x="26444" y="36483"/>
                  <a:pt x="26508" y="36419"/>
                </a:cubicBezTo>
                <a:cubicBezTo>
                  <a:pt x="26539" y="36324"/>
                  <a:pt x="26571" y="36261"/>
                  <a:pt x="26571" y="36166"/>
                </a:cubicBezTo>
                <a:cubicBezTo>
                  <a:pt x="26571" y="36071"/>
                  <a:pt x="26539" y="36008"/>
                  <a:pt x="26476" y="35944"/>
                </a:cubicBezTo>
                <a:cubicBezTo>
                  <a:pt x="26476" y="35944"/>
                  <a:pt x="26444" y="35913"/>
                  <a:pt x="26444" y="35913"/>
                </a:cubicBezTo>
                <a:lnTo>
                  <a:pt x="26444" y="35913"/>
                </a:lnTo>
                <a:cubicBezTo>
                  <a:pt x="26539" y="35944"/>
                  <a:pt x="26603" y="35976"/>
                  <a:pt x="26698" y="35976"/>
                </a:cubicBezTo>
                <a:cubicBezTo>
                  <a:pt x="26856" y="35976"/>
                  <a:pt x="27014" y="35881"/>
                  <a:pt x="27141" y="35723"/>
                </a:cubicBezTo>
                <a:cubicBezTo>
                  <a:pt x="27394" y="35406"/>
                  <a:pt x="27584" y="35216"/>
                  <a:pt x="27616" y="34963"/>
                </a:cubicBezTo>
                <a:cubicBezTo>
                  <a:pt x="27648" y="34804"/>
                  <a:pt x="27679" y="34646"/>
                  <a:pt x="27743" y="34583"/>
                </a:cubicBezTo>
                <a:cubicBezTo>
                  <a:pt x="27743" y="34614"/>
                  <a:pt x="27774" y="34646"/>
                  <a:pt x="27838" y="34646"/>
                </a:cubicBezTo>
                <a:cubicBezTo>
                  <a:pt x="27901" y="34646"/>
                  <a:pt x="27933" y="34614"/>
                  <a:pt x="27964" y="34583"/>
                </a:cubicBezTo>
                <a:cubicBezTo>
                  <a:pt x="27996" y="34519"/>
                  <a:pt x="28028" y="34488"/>
                  <a:pt x="28059" y="34424"/>
                </a:cubicBezTo>
                <a:cubicBezTo>
                  <a:pt x="28091" y="34266"/>
                  <a:pt x="28154" y="34203"/>
                  <a:pt x="28218" y="34139"/>
                </a:cubicBezTo>
                <a:cubicBezTo>
                  <a:pt x="28249" y="34076"/>
                  <a:pt x="28344" y="34013"/>
                  <a:pt x="28376" y="33854"/>
                </a:cubicBezTo>
                <a:cubicBezTo>
                  <a:pt x="28408" y="33791"/>
                  <a:pt x="28439" y="33728"/>
                  <a:pt x="28439" y="33664"/>
                </a:cubicBezTo>
                <a:cubicBezTo>
                  <a:pt x="28408" y="33474"/>
                  <a:pt x="28344" y="33316"/>
                  <a:pt x="28344" y="33221"/>
                </a:cubicBezTo>
                <a:cubicBezTo>
                  <a:pt x="28344" y="33158"/>
                  <a:pt x="28344" y="33126"/>
                  <a:pt x="28408" y="33094"/>
                </a:cubicBezTo>
                <a:cubicBezTo>
                  <a:pt x="28629" y="32904"/>
                  <a:pt x="29010" y="32683"/>
                  <a:pt x="29010" y="32683"/>
                </a:cubicBezTo>
                <a:cubicBezTo>
                  <a:pt x="29010" y="32683"/>
                  <a:pt x="29041" y="32651"/>
                  <a:pt x="29073" y="32619"/>
                </a:cubicBezTo>
                <a:cubicBezTo>
                  <a:pt x="29136" y="32619"/>
                  <a:pt x="29231" y="32556"/>
                  <a:pt x="29326" y="32524"/>
                </a:cubicBezTo>
                <a:cubicBezTo>
                  <a:pt x="29421" y="32493"/>
                  <a:pt x="29548" y="32493"/>
                  <a:pt x="29643" y="32493"/>
                </a:cubicBezTo>
                <a:cubicBezTo>
                  <a:pt x="29738" y="32461"/>
                  <a:pt x="29865" y="32429"/>
                  <a:pt x="29928" y="32303"/>
                </a:cubicBezTo>
                <a:cubicBezTo>
                  <a:pt x="30023" y="32144"/>
                  <a:pt x="30086" y="31827"/>
                  <a:pt x="30181" y="31701"/>
                </a:cubicBezTo>
                <a:cubicBezTo>
                  <a:pt x="30276" y="31542"/>
                  <a:pt x="30403" y="31352"/>
                  <a:pt x="30403" y="31162"/>
                </a:cubicBezTo>
                <a:cubicBezTo>
                  <a:pt x="30403" y="31099"/>
                  <a:pt x="30403" y="31067"/>
                  <a:pt x="30371" y="31036"/>
                </a:cubicBezTo>
                <a:lnTo>
                  <a:pt x="30371" y="31004"/>
                </a:lnTo>
                <a:cubicBezTo>
                  <a:pt x="30371" y="30941"/>
                  <a:pt x="30403" y="30814"/>
                  <a:pt x="30466" y="30687"/>
                </a:cubicBezTo>
                <a:cubicBezTo>
                  <a:pt x="30498" y="30529"/>
                  <a:pt x="30530" y="30402"/>
                  <a:pt x="30530" y="30307"/>
                </a:cubicBezTo>
                <a:lnTo>
                  <a:pt x="30530" y="30276"/>
                </a:lnTo>
                <a:cubicBezTo>
                  <a:pt x="30498" y="30149"/>
                  <a:pt x="30466" y="30022"/>
                  <a:pt x="30466" y="29896"/>
                </a:cubicBezTo>
                <a:cubicBezTo>
                  <a:pt x="30466" y="29801"/>
                  <a:pt x="30498" y="29706"/>
                  <a:pt x="30593" y="29579"/>
                </a:cubicBezTo>
                <a:cubicBezTo>
                  <a:pt x="30751" y="29421"/>
                  <a:pt x="30878" y="29231"/>
                  <a:pt x="31005" y="29072"/>
                </a:cubicBezTo>
                <a:cubicBezTo>
                  <a:pt x="31131" y="28914"/>
                  <a:pt x="31195" y="28787"/>
                  <a:pt x="31226" y="28661"/>
                </a:cubicBezTo>
                <a:cubicBezTo>
                  <a:pt x="31226" y="28629"/>
                  <a:pt x="31290" y="28471"/>
                  <a:pt x="31353" y="28312"/>
                </a:cubicBezTo>
                <a:cubicBezTo>
                  <a:pt x="31385" y="28154"/>
                  <a:pt x="31448" y="27964"/>
                  <a:pt x="31448" y="27806"/>
                </a:cubicBezTo>
                <a:lnTo>
                  <a:pt x="31448" y="27774"/>
                </a:lnTo>
                <a:cubicBezTo>
                  <a:pt x="31448" y="27457"/>
                  <a:pt x="31226" y="27172"/>
                  <a:pt x="31068" y="27077"/>
                </a:cubicBezTo>
                <a:cubicBezTo>
                  <a:pt x="30878" y="26982"/>
                  <a:pt x="30625" y="26950"/>
                  <a:pt x="30561" y="26824"/>
                </a:cubicBezTo>
                <a:cubicBezTo>
                  <a:pt x="30498" y="26697"/>
                  <a:pt x="30403" y="26602"/>
                  <a:pt x="30308" y="26539"/>
                </a:cubicBezTo>
                <a:cubicBezTo>
                  <a:pt x="30181" y="26475"/>
                  <a:pt x="30086" y="26412"/>
                  <a:pt x="29960" y="26412"/>
                </a:cubicBezTo>
                <a:cubicBezTo>
                  <a:pt x="29960" y="26412"/>
                  <a:pt x="29928" y="26412"/>
                  <a:pt x="29896" y="26444"/>
                </a:cubicBezTo>
                <a:cubicBezTo>
                  <a:pt x="29833" y="26444"/>
                  <a:pt x="29770" y="26475"/>
                  <a:pt x="29706" y="26475"/>
                </a:cubicBezTo>
                <a:cubicBezTo>
                  <a:pt x="29643" y="26475"/>
                  <a:pt x="29580" y="26475"/>
                  <a:pt x="29548" y="26412"/>
                </a:cubicBezTo>
                <a:cubicBezTo>
                  <a:pt x="29390" y="26317"/>
                  <a:pt x="29136" y="26159"/>
                  <a:pt x="29073" y="26064"/>
                </a:cubicBezTo>
                <a:cubicBezTo>
                  <a:pt x="28915" y="25937"/>
                  <a:pt x="28693" y="25874"/>
                  <a:pt x="28534" y="25874"/>
                </a:cubicBezTo>
                <a:cubicBezTo>
                  <a:pt x="28503" y="25874"/>
                  <a:pt x="28503" y="25874"/>
                  <a:pt x="28439" y="25842"/>
                </a:cubicBezTo>
                <a:cubicBezTo>
                  <a:pt x="28408" y="25842"/>
                  <a:pt x="28376" y="25874"/>
                  <a:pt x="28344" y="25905"/>
                </a:cubicBezTo>
                <a:cubicBezTo>
                  <a:pt x="28344" y="25842"/>
                  <a:pt x="28313" y="25747"/>
                  <a:pt x="28249" y="25715"/>
                </a:cubicBezTo>
                <a:cubicBezTo>
                  <a:pt x="28218" y="25652"/>
                  <a:pt x="28123" y="25652"/>
                  <a:pt x="28059" y="25652"/>
                </a:cubicBezTo>
                <a:lnTo>
                  <a:pt x="28028" y="25652"/>
                </a:lnTo>
                <a:cubicBezTo>
                  <a:pt x="28091" y="25589"/>
                  <a:pt x="28123" y="25557"/>
                  <a:pt x="28123" y="25462"/>
                </a:cubicBezTo>
                <a:cubicBezTo>
                  <a:pt x="28123" y="25399"/>
                  <a:pt x="28123" y="25304"/>
                  <a:pt x="28091" y="25209"/>
                </a:cubicBezTo>
                <a:cubicBezTo>
                  <a:pt x="28059" y="25114"/>
                  <a:pt x="27996" y="24987"/>
                  <a:pt x="27838" y="24987"/>
                </a:cubicBezTo>
                <a:cubicBezTo>
                  <a:pt x="27806" y="24955"/>
                  <a:pt x="27774" y="24734"/>
                  <a:pt x="27584" y="24480"/>
                </a:cubicBezTo>
                <a:cubicBezTo>
                  <a:pt x="27363" y="24195"/>
                  <a:pt x="27109" y="23974"/>
                  <a:pt x="26856" y="23974"/>
                </a:cubicBezTo>
                <a:lnTo>
                  <a:pt x="26761" y="23974"/>
                </a:lnTo>
                <a:cubicBezTo>
                  <a:pt x="26634" y="24005"/>
                  <a:pt x="26571" y="24037"/>
                  <a:pt x="26508" y="24037"/>
                </a:cubicBezTo>
                <a:cubicBezTo>
                  <a:pt x="26444" y="24005"/>
                  <a:pt x="26413" y="24005"/>
                  <a:pt x="26349" y="23910"/>
                </a:cubicBezTo>
                <a:cubicBezTo>
                  <a:pt x="26223" y="23594"/>
                  <a:pt x="26064" y="23530"/>
                  <a:pt x="26033" y="23435"/>
                </a:cubicBezTo>
                <a:cubicBezTo>
                  <a:pt x="25969" y="23340"/>
                  <a:pt x="25874" y="23309"/>
                  <a:pt x="25811" y="23309"/>
                </a:cubicBezTo>
                <a:lnTo>
                  <a:pt x="25684" y="23309"/>
                </a:lnTo>
                <a:lnTo>
                  <a:pt x="25653" y="23277"/>
                </a:lnTo>
                <a:cubicBezTo>
                  <a:pt x="25630" y="23254"/>
                  <a:pt x="25608" y="23232"/>
                  <a:pt x="25585" y="23232"/>
                </a:cubicBezTo>
                <a:cubicBezTo>
                  <a:pt x="25576" y="23232"/>
                  <a:pt x="25567" y="23236"/>
                  <a:pt x="25558" y="23245"/>
                </a:cubicBezTo>
                <a:cubicBezTo>
                  <a:pt x="25653" y="23055"/>
                  <a:pt x="25716" y="22802"/>
                  <a:pt x="25716" y="22644"/>
                </a:cubicBezTo>
                <a:cubicBezTo>
                  <a:pt x="25716" y="22612"/>
                  <a:pt x="25716" y="22580"/>
                  <a:pt x="25684" y="22580"/>
                </a:cubicBezTo>
                <a:cubicBezTo>
                  <a:pt x="25684" y="22549"/>
                  <a:pt x="25684" y="22549"/>
                  <a:pt x="25684" y="22517"/>
                </a:cubicBezTo>
                <a:cubicBezTo>
                  <a:pt x="25653" y="22485"/>
                  <a:pt x="25621" y="22485"/>
                  <a:pt x="25589" y="22485"/>
                </a:cubicBezTo>
                <a:lnTo>
                  <a:pt x="25526" y="22485"/>
                </a:lnTo>
                <a:cubicBezTo>
                  <a:pt x="25494" y="22517"/>
                  <a:pt x="25463" y="22549"/>
                  <a:pt x="25463" y="22580"/>
                </a:cubicBezTo>
                <a:cubicBezTo>
                  <a:pt x="25431" y="22644"/>
                  <a:pt x="25399" y="22707"/>
                  <a:pt x="25368" y="22770"/>
                </a:cubicBezTo>
                <a:cubicBezTo>
                  <a:pt x="25368" y="22770"/>
                  <a:pt x="25368" y="22770"/>
                  <a:pt x="25336" y="22802"/>
                </a:cubicBezTo>
                <a:cubicBezTo>
                  <a:pt x="25336" y="22739"/>
                  <a:pt x="25273" y="22675"/>
                  <a:pt x="25178" y="22612"/>
                </a:cubicBezTo>
                <a:cubicBezTo>
                  <a:pt x="25114" y="22549"/>
                  <a:pt x="25019" y="22517"/>
                  <a:pt x="24924" y="22517"/>
                </a:cubicBezTo>
                <a:cubicBezTo>
                  <a:pt x="24829" y="22517"/>
                  <a:pt x="24766" y="22549"/>
                  <a:pt x="24671" y="22580"/>
                </a:cubicBezTo>
                <a:cubicBezTo>
                  <a:pt x="24608" y="22644"/>
                  <a:pt x="24544" y="22675"/>
                  <a:pt x="24544" y="22802"/>
                </a:cubicBezTo>
                <a:cubicBezTo>
                  <a:pt x="24544" y="22802"/>
                  <a:pt x="24544" y="22770"/>
                  <a:pt x="24513" y="22770"/>
                </a:cubicBezTo>
                <a:cubicBezTo>
                  <a:pt x="24449" y="22612"/>
                  <a:pt x="24322" y="22580"/>
                  <a:pt x="24227" y="22580"/>
                </a:cubicBezTo>
                <a:cubicBezTo>
                  <a:pt x="24132" y="22580"/>
                  <a:pt x="24006" y="22612"/>
                  <a:pt x="23942" y="22675"/>
                </a:cubicBezTo>
                <a:cubicBezTo>
                  <a:pt x="23911" y="22644"/>
                  <a:pt x="23879" y="22580"/>
                  <a:pt x="23879" y="22517"/>
                </a:cubicBezTo>
                <a:cubicBezTo>
                  <a:pt x="23847" y="22485"/>
                  <a:pt x="23847" y="22453"/>
                  <a:pt x="23816" y="22390"/>
                </a:cubicBezTo>
                <a:cubicBezTo>
                  <a:pt x="23784" y="22358"/>
                  <a:pt x="23752" y="22327"/>
                  <a:pt x="23689" y="22295"/>
                </a:cubicBezTo>
                <a:cubicBezTo>
                  <a:pt x="23531" y="22327"/>
                  <a:pt x="23341" y="22453"/>
                  <a:pt x="23214" y="22707"/>
                </a:cubicBezTo>
                <a:cubicBezTo>
                  <a:pt x="23214" y="22739"/>
                  <a:pt x="23182" y="22739"/>
                  <a:pt x="23182" y="22770"/>
                </a:cubicBezTo>
                <a:cubicBezTo>
                  <a:pt x="23182" y="22739"/>
                  <a:pt x="23182" y="22707"/>
                  <a:pt x="23182" y="22707"/>
                </a:cubicBezTo>
                <a:cubicBezTo>
                  <a:pt x="23182" y="22675"/>
                  <a:pt x="23214" y="22612"/>
                  <a:pt x="23246" y="22549"/>
                </a:cubicBezTo>
                <a:cubicBezTo>
                  <a:pt x="23277" y="22485"/>
                  <a:pt x="23309" y="22422"/>
                  <a:pt x="23309" y="22327"/>
                </a:cubicBezTo>
                <a:cubicBezTo>
                  <a:pt x="23341" y="22263"/>
                  <a:pt x="23277" y="22168"/>
                  <a:pt x="23182" y="22137"/>
                </a:cubicBezTo>
                <a:lnTo>
                  <a:pt x="23119" y="22137"/>
                </a:lnTo>
                <a:cubicBezTo>
                  <a:pt x="22992" y="22137"/>
                  <a:pt x="22929" y="22232"/>
                  <a:pt x="22834" y="22295"/>
                </a:cubicBezTo>
                <a:cubicBezTo>
                  <a:pt x="22802" y="22327"/>
                  <a:pt x="22739" y="22358"/>
                  <a:pt x="22739" y="22390"/>
                </a:cubicBezTo>
                <a:lnTo>
                  <a:pt x="22676" y="22390"/>
                </a:lnTo>
                <a:cubicBezTo>
                  <a:pt x="22676" y="22422"/>
                  <a:pt x="22676" y="22422"/>
                  <a:pt x="22676" y="22422"/>
                </a:cubicBezTo>
                <a:cubicBezTo>
                  <a:pt x="22517" y="22453"/>
                  <a:pt x="22359" y="22644"/>
                  <a:pt x="22232" y="22834"/>
                </a:cubicBezTo>
                <a:cubicBezTo>
                  <a:pt x="22106" y="23055"/>
                  <a:pt x="22042" y="23150"/>
                  <a:pt x="21979" y="23214"/>
                </a:cubicBezTo>
                <a:lnTo>
                  <a:pt x="21884" y="23214"/>
                </a:lnTo>
                <a:cubicBezTo>
                  <a:pt x="21884" y="23119"/>
                  <a:pt x="21852" y="23087"/>
                  <a:pt x="21821" y="23055"/>
                </a:cubicBezTo>
                <a:cubicBezTo>
                  <a:pt x="21726" y="22960"/>
                  <a:pt x="21599" y="22865"/>
                  <a:pt x="21441" y="22865"/>
                </a:cubicBezTo>
                <a:cubicBezTo>
                  <a:pt x="21432" y="22857"/>
                  <a:pt x="21421" y="22853"/>
                  <a:pt x="21410" y="22853"/>
                </a:cubicBezTo>
                <a:cubicBezTo>
                  <a:pt x="21377" y="22853"/>
                  <a:pt x="21337" y="22882"/>
                  <a:pt x="21314" y="22929"/>
                </a:cubicBezTo>
                <a:cubicBezTo>
                  <a:pt x="21314" y="22960"/>
                  <a:pt x="21124" y="23055"/>
                  <a:pt x="20966" y="23150"/>
                </a:cubicBezTo>
                <a:lnTo>
                  <a:pt x="20934" y="23150"/>
                </a:lnTo>
                <a:cubicBezTo>
                  <a:pt x="20927" y="23154"/>
                  <a:pt x="20919" y="23155"/>
                  <a:pt x="20911" y="23155"/>
                </a:cubicBezTo>
                <a:cubicBezTo>
                  <a:pt x="20845" y="23155"/>
                  <a:pt x="20744" y="23048"/>
                  <a:pt x="20744" y="22992"/>
                </a:cubicBezTo>
                <a:cubicBezTo>
                  <a:pt x="20681" y="22834"/>
                  <a:pt x="20649" y="22897"/>
                  <a:pt x="20617" y="22580"/>
                </a:cubicBezTo>
                <a:cubicBezTo>
                  <a:pt x="20617" y="22549"/>
                  <a:pt x="20617" y="22517"/>
                  <a:pt x="20617" y="22453"/>
                </a:cubicBezTo>
                <a:cubicBezTo>
                  <a:pt x="20617" y="22200"/>
                  <a:pt x="20649" y="21915"/>
                  <a:pt x="20712" y="21757"/>
                </a:cubicBezTo>
                <a:cubicBezTo>
                  <a:pt x="20712" y="21757"/>
                  <a:pt x="20712" y="21725"/>
                  <a:pt x="20712" y="21693"/>
                </a:cubicBezTo>
                <a:cubicBezTo>
                  <a:pt x="20712" y="21535"/>
                  <a:pt x="20617" y="21408"/>
                  <a:pt x="20522" y="21282"/>
                </a:cubicBezTo>
                <a:cubicBezTo>
                  <a:pt x="20427" y="21187"/>
                  <a:pt x="20332" y="21092"/>
                  <a:pt x="20206" y="21060"/>
                </a:cubicBezTo>
                <a:cubicBezTo>
                  <a:pt x="20206" y="21060"/>
                  <a:pt x="20174" y="21060"/>
                  <a:pt x="20174" y="21092"/>
                </a:cubicBezTo>
                <a:cubicBezTo>
                  <a:pt x="20079" y="21092"/>
                  <a:pt x="20016" y="21155"/>
                  <a:pt x="19952" y="21187"/>
                </a:cubicBezTo>
                <a:cubicBezTo>
                  <a:pt x="19889" y="21218"/>
                  <a:pt x="19857" y="21250"/>
                  <a:pt x="19825" y="21250"/>
                </a:cubicBezTo>
                <a:cubicBezTo>
                  <a:pt x="19762" y="21250"/>
                  <a:pt x="19762" y="21250"/>
                  <a:pt x="19730" y="21218"/>
                </a:cubicBezTo>
                <a:cubicBezTo>
                  <a:pt x="19699" y="21187"/>
                  <a:pt x="19635" y="21187"/>
                  <a:pt x="19572" y="21187"/>
                </a:cubicBezTo>
                <a:cubicBezTo>
                  <a:pt x="19572" y="21123"/>
                  <a:pt x="19604" y="21092"/>
                  <a:pt x="19604" y="21028"/>
                </a:cubicBezTo>
                <a:cubicBezTo>
                  <a:pt x="19635" y="20997"/>
                  <a:pt x="19635" y="20933"/>
                  <a:pt x="19635" y="20902"/>
                </a:cubicBezTo>
                <a:cubicBezTo>
                  <a:pt x="19635" y="20807"/>
                  <a:pt x="19604" y="20743"/>
                  <a:pt x="19604" y="20680"/>
                </a:cubicBezTo>
                <a:cubicBezTo>
                  <a:pt x="19604" y="20553"/>
                  <a:pt x="19635" y="20458"/>
                  <a:pt x="19699" y="20395"/>
                </a:cubicBezTo>
                <a:cubicBezTo>
                  <a:pt x="19825" y="20268"/>
                  <a:pt x="19889" y="20110"/>
                  <a:pt x="19889" y="19952"/>
                </a:cubicBezTo>
                <a:cubicBezTo>
                  <a:pt x="19889" y="19857"/>
                  <a:pt x="19857" y="19762"/>
                  <a:pt x="19825" y="19698"/>
                </a:cubicBezTo>
                <a:cubicBezTo>
                  <a:pt x="19794" y="19603"/>
                  <a:pt x="19762" y="19540"/>
                  <a:pt x="19667" y="19508"/>
                </a:cubicBezTo>
                <a:lnTo>
                  <a:pt x="19604" y="19508"/>
                </a:lnTo>
                <a:cubicBezTo>
                  <a:pt x="19445" y="19508"/>
                  <a:pt x="19287" y="19572"/>
                  <a:pt x="19160" y="19572"/>
                </a:cubicBezTo>
                <a:lnTo>
                  <a:pt x="19065" y="19572"/>
                </a:lnTo>
                <a:cubicBezTo>
                  <a:pt x="18875" y="19572"/>
                  <a:pt x="18749" y="19762"/>
                  <a:pt x="18749" y="19952"/>
                </a:cubicBezTo>
                <a:cubicBezTo>
                  <a:pt x="18749" y="20015"/>
                  <a:pt x="18749" y="20047"/>
                  <a:pt x="18749" y="20078"/>
                </a:cubicBezTo>
                <a:cubicBezTo>
                  <a:pt x="18780" y="20110"/>
                  <a:pt x="18780" y="20142"/>
                  <a:pt x="18780" y="20142"/>
                </a:cubicBezTo>
                <a:cubicBezTo>
                  <a:pt x="18780" y="20205"/>
                  <a:pt x="18749" y="20237"/>
                  <a:pt x="18749" y="20268"/>
                </a:cubicBezTo>
                <a:lnTo>
                  <a:pt x="18717" y="20268"/>
                </a:lnTo>
                <a:cubicBezTo>
                  <a:pt x="18685" y="20268"/>
                  <a:pt x="18654" y="20237"/>
                  <a:pt x="18559" y="20237"/>
                </a:cubicBezTo>
                <a:cubicBezTo>
                  <a:pt x="18495" y="20237"/>
                  <a:pt x="18400" y="20268"/>
                  <a:pt x="18305" y="20363"/>
                </a:cubicBezTo>
                <a:cubicBezTo>
                  <a:pt x="18210" y="20458"/>
                  <a:pt x="18179" y="20458"/>
                  <a:pt x="18147" y="20458"/>
                </a:cubicBezTo>
                <a:cubicBezTo>
                  <a:pt x="18147" y="20458"/>
                  <a:pt x="18052" y="20395"/>
                  <a:pt x="17957" y="20268"/>
                </a:cubicBezTo>
                <a:cubicBezTo>
                  <a:pt x="17735" y="20047"/>
                  <a:pt x="17545" y="19857"/>
                  <a:pt x="17514" y="19572"/>
                </a:cubicBezTo>
                <a:cubicBezTo>
                  <a:pt x="17482" y="19413"/>
                  <a:pt x="17482" y="19223"/>
                  <a:pt x="17482" y="19097"/>
                </a:cubicBezTo>
                <a:cubicBezTo>
                  <a:pt x="17482" y="18938"/>
                  <a:pt x="17482" y="18812"/>
                  <a:pt x="17514" y="18748"/>
                </a:cubicBezTo>
                <a:cubicBezTo>
                  <a:pt x="17545" y="18653"/>
                  <a:pt x="17577" y="18495"/>
                  <a:pt x="17577" y="18400"/>
                </a:cubicBezTo>
                <a:cubicBezTo>
                  <a:pt x="17577" y="18305"/>
                  <a:pt x="17577" y="18242"/>
                  <a:pt x="17545" y="18178"/>
                </a:cubicBezTo>
                <a:cubicBezTo>
                  <a:pt x="17514" y="18147"/>
                  <a:pt x="17514" y="18083"/>
                  <a:pt x="17482" y="18052"/>
                </a:cubicBezTo>
                <a:cubicBezTo>
                  <a:pt x="17514" y="17988"/>
                  <a:pt x="17640" y="17893"/>
                  <a:pt x="17672" y="17862"/>
                </a:cubicBezTo>
                <a:cubicBezTo>
                  <a:pt x="17862" y="17798"/>
                  <a:pt x="18052" y="17608"/>
                  <a:pt x="18115" y="17450"/>
                </a:cubicBezTo>
                <a:lnTo>
                  <a:pt x="18464" y="17450"/>
                </a:lnTo>
                <a:cubicBezTo>
                  <a:pt x="18518" y="17450"/>
                  <a:pt x="18557" y="17447"/>
                  <a:pt x="18589" y="17447"/>
                </a:cubicBezTo>
                <a:cubicBezTo>
                  <a:pt x="18669" y="17447"/>
                  <a:pt x="18708" y="17463"/>
                  <a:pt x="18844" y="17576"/>
                </a:cubicBezTo>
                <a:cubicBezTo>
                  <a:pt x="18907" y="17608"/>
                  <a:pt x="18970" y="17640"/>
                  <a:pt x="19034" y="17640"/>
                </a:cubicBezTo>
                <a:cubicBezTo>
                  <a:pt x="19129" y="17640"/>
                  <a:pt x="19192" y="17576"/>
                  <a:pt x="19224" y="17513"/>
                </a:cubicBezTo>
                <a:cubicBezTo>
                  <a:pt x="19255" y="17450"/>
                  <a:pt x="19255" y="17386"/>
                  <a:pt x="19255" y="17355"/>
                </a:cubicBezTo>
                <a:cubicBezTo>
                  <a:pt x="19255" y="17323"/>
                  <a:pt x="19255" y="17260"/>
                  <a:pt x="19414" y="17260"/>
                </a:cubicBezTo>
                <a:lnTo>
                  <a:pt x="19509" y="17260"/>
                </a:lnTo>
                <a:cubicBezTo>
                  <a:pt x="19699" y="17260"/>
                  <a:pt x="19889" y="17196"/>
                  <a:pt x="19984" y="17196"/>
                </a:cubicBezTo>
                <a:cubicBezTo>
                  <a:pt x="20016" y="17228"/>
                  <a:pt x="20047" y="17291"/>
                  <a:pt x="20079" y="17355"/>
                </a:cubicBezTo>
                <a:cubicBezTo>
                  <a:pt x="20142" y="17418"/>
                  <a:pt x="20174" y="17513"/>
                  <a:pt x="20301" y="17513"/>
                </a:cubicBezTo>
                <a:cubicBezTo>
                  <a:pt x="20332" y="17513"/>
                  <a:pt x="20364" y="17513"/>
                  <a:pt x="20396" y="17481"/>
                </a:cubicBezTo>
                <a:cubicBezTo>
                  <a:pt x="20427" y="17450"/>
                  <a:pt x="20427" y="17450"/>
                  <a:pt x="20427" y="17450"/>
                </a:cubicBezTo>
                <a:cubicBezTo>
                  <a:pt x="20459" y="17576"/>
                  <a:pt x="20491" y="17766"/>
                  <a:pt x="20554" y="17925"/>
                </a:cubicBezTo>
                <a:cubicBezTo>
                  <a:pt x="20586" y="18083"/>
                  <a:pt x="20649" y="18242"/>
                  <a:pt x="20807" y="18305"/>
                </a:cubicBezTo>
                <a:cubicBezTo>
                  <a:pt x="20839" y="18305"/>
                  <a:pt x="20839" y="18368"/>
                  <a:pt x="20871" y="18463"/>
                </a:cubicBezTo>
                <a:cubicBezTo>
                  <a:pt x="20871" y="18495"/>
                  <a:pt x="20871" y="18558"/>
                  <a:pt x="20902" y="18590"/>
                </a:cubicBezTo>
                <a:cubicBezTo>
                  <a:pt x="20934" y="18653"/>
                  <a:pt x="20997" y="18685"/>
                  <a:pt x="21061" y="18717"/>
                </a:cubicBezTo>
                <a:lnTo>
                  <a:pt x="21092" y="18717"/>
                </a:lnTo>
                <a:cubicBezTo>
                  <a:pt x="21156" y="18717"/>
                  <a:pt x="21219" y="18685"/>
                  <a:pt x="21251" y="18622"/>
                </a:cubicBezTo>
                <a:cubicBezTo>
                  <a:pt x="21346" y="18495"/>
                  <a:pt x="21377" y="18305"/>
                  <a:pt x="21377" y="18115"/>
                </a:cubicBezTo>
                <a:cubicBezTo>
                  <a:pt x="21377" y="18052"/>
                  <a:pt x="21377" y="17988"/>
                  <a:pt x="21377" y="17925"/>
                </a:cubicBezTo>
                <a:cubicBezTo>
                  <a:pt x="21346" y="17862"/>
                  <a:pt x="21282" y="17671"/>
                  <a:pt x="21251" y="17513"/>
                </a:cubicBezTo>
                <a:cubicBezTo>
                  <a:pt x="21187" y="17355"/>
                  <a:pt x="21156" y="17196"/>
                  <a:pt x="21092" y="17101"/>
                </a:cubicBezTo>
                <a:cubicBezTo>
                  <a:pt x="21061" y="17070"/>
                  <a:pt x="21029" y="17006"/>
                  <a:pt x="21029" y="16943"/>
                </a:cubicBezTo>
                <a:cubicBezTo>
                  <a:pt x="21029" y="16848"/>
                  <a:pt x="21092" y="16753"/>
                  <a:pt x="21156" y="16721"/>
                </a:cubicBezTo>
                <a:cubicBezTo>
                  <a:pt x="21251" y="16658"/>
                  <a:pt x="21409" y="16531"/>
                  <a:pt x="21567" y="16373"/>
                </a:cubicBezTo>
                <a:cubicBezTo>
                  <a:pt x="21726" y="16215"/>
                  <a:pt x="21884" y="16056"/>
                  <a:pt x="21947" y="15993"/>
                </a:cubicBezTo>
                <a:cubicBezTo>
                  <a:pt x="21979" y="15930"/>
                  <a:pt x="22074" y="15866"/>
                  <a:pt x="22169" y="15803"/>
                </a:cubicBezTo>
                <a:cubicBezTo>
                  <a:pt x="22264" y="15740"/>
                  <a:pt x="22359" y="15676"/>
                  <a:pt x="22359" y="15518"/>
                </a:cubicBezTo>
                <a:cubicBezTo>
                  <a:pt x="22359" y="15455"/>
                  <a:pt x="22359" y="15423"/>
                  <a:pt x="22327" y="15391"/>
                </a:cubicBezTo>
                <a:cubicBezTo>
                  <a:pt x="22232" y="15233"/>
                  <a:pt x="22201" y="15138"/>
                  <a:pt x="22201" y="15075"/>
                </a:cubicBezTo>
                <a:lnTo>
                  <a:pt x="22201" y="15075"/>
                </a:lnTo>
                <a:cubicBezTo>
                  <a:pt x="22232" y="15106"/>
                  <a:pt x="22264" y="15106"/>
                  <a:pt x="22296" y="15106"/>
                </a:cubicBezTo>
                <a:cubicBezTo>
                  <a:pt x="22391" y="15106"/>
                  <a:pt x="22454" y="15043"/>
                  <a:pt x="22486" y="14980"/>
                </a:cubicBezTo>
                <a:cubicBezTo>
                  <a:pt x="22549" y="14916"/>
                  <a:pt x="22581" y="14853"/>
                  <a:pt x="22581" y="14758"/>
                </a:cubicBezTo>
                <a:cubicBezTo>
                  <a:pt x="22581" y="14726"/>
                  <a:pt x="22581" y="14695"/>
                  <a:pt x="22581" y="14663"/>
                </a:cubicBezTo>
                <a:cubicBezTo>
                  <a:pt x="22549" y="14631"/>
                  <a:pt x="22549" y="14600"/>
                  <a:pt x="22549" y="14568"/>
                </a:cubicBezTo>
                <a:lnTo>
                  <a:pt x="22612" y="14568"/>
                </a:lnTo>
                <a:cubicBezTo>
                  <a:pt x="22676" y="14568"/>
                  <a:pt x="22739" y="14536"/>
                  <a:pt x="22771" y="14473"/>
                </a:cubicBezTo>
                <a:cubicBezTo>
                  <a:pt x="22802" y="14441"/>
                  <a:pt x="22802" y="14378"/>
                  <a:pt x="22802" y="14315"/>
                </a:cubicBezTo>
                <a:cubicBezTo>
                  <a:pt x="22802" y="14283"/>
                  <a:pt x="22802" y="14251"/>
                  <a:pt x="22802" y="14188"/>
                </a:cubicBezTo>
                <a:cubicBezTo>
                  <a:pt x="22802" y="14188"/>
                  <a:pt x="22866" y="14156"/>
                  <a:pt x="22897" y="14156"/>
                </a:cubicBezTo>
                <a:lnTo>
                  <a:pt x="22929" y="14156"/>
                </a:lnTo>
                <a:cubicBezTo>
                  <a:pt x="22961" y="14188"/>
                  <a:pt x="23024" y="14188"/>
                  <a:pt x="23056" y="14188"/>
                </a:cubicBezTo>
                <a:cubicBezTo>
                  <a:pt x="23151" y="14188"/>
                  <a:pt x="23246" y="14156"/>
                  <a:pt x="23341" y="14125"/>
                </a:cubicBezTo>
                <a:cubicBezTo>
                  <a:pt x="23436" y="14093"/>
                  <a:pt x="23499" y="14093"/>
                  <a:pt x="23562" y="13998"/>
                </a:cubicBezTo>
                <a:cubicBezTo>
                  <a:pt x="23594" y="13966"/>
                  <a:pt x="23594" y="13935"/>
                  <a:pt x="23594" y="13903"/>
                </a:cubicBezTo>
                <a:cubicBezTo>
                  <a:pt x="23594" y="13808"/>
                  <a:pt x="23531" y="13745"/>
                  <a:pt x="23531" y="13713"/>
                </a:cubicBezTo>
                <a:cubicBezTo>
                  <a:pt x="23499" y="13650"/>
                  <a:pt x="23467" y="13618"/>
                  <a:pt x="23467" y="13555"/>
                </a:cubicBezTo>
                <a:cubicBezTo>
                  <a:pt x="23467" y="13491"/>
                  <a:pt x="23499" y="13428"/>
                  <a:pt x="23562" y="13365"/>
                </a:cubicBezTo>
                <a:cubicBezTo>
                  <a:pt x="23626" y="13301"/>
                  <a:pt x="23689" y="13270"/>
                  <a:pt x="23752" y="13270"/>
                </a:cubicBezTo>
                <a:cubicBezTo>
                  <a:pt x="23784" y="13238"/>
                  <a:pt x="23879" y="13238"/>
                  <a:pt x="23942" y="13238"/>
                </a:cubicBezTo>
                <a:lnTo>
                  <a:pt x="24037" y="13238"/>
                </a:lnTo>
                <a:cubicBezTo>
                  <a:pt x="24069" y="13206"/>
                  <a:pt x="24132" y="13175"/>
                  <a:pt x="24132" y="13111"/>
                </a:cubicBezTo>
                <a:cubicBezTo>
                  <a:pt x="24132" y="13111"/>
                  <a:pt x="24164" y="13080"/>
                  <a:pt x="24164" y="13048"/>
                </a:cubicBezTo>
                <a:cubicBezTo>
                  <a:pt x="24196" y="13143"/>
                  <a:pt x="24196" y="13206"/>
                  <a:pt x="24196" y="13301"/>
                </a:cubicBezTo>
                <a:cubicBezTo>
                  <a:pt x="24196" y="13365"/>
                  <a:pt x="24227" y="13396"/>
                  <a:pt x="24259" y="13460"/>
                </a:cubicBezTo>
                <a:cubicBezTo>
                  <a:pt x="24291" y="13523"/>
                  <a:pt x="24354" y="13555"/>
                  <a:pt x="24418" y="13555"/>
                </a:cubicBezTo>
                <a:cubicBezTo>
                  <a:pt x="24544" y="13555"/>
                  <a:pt x="24639" y="13491"/>
                  <a:pt x="24703" y="13428"/>
                </a:cubicBezTo>
                <a:cubicBezTo>
                  <a:pt x="24766" y="13396"/>
                  <a:pt x="24798" y="13365"/>
                  <a:pt x="24829" y="13333"/>
                </a:cubicBezTo>
                <a:cubicBezTo>
                  <a:pt x="24829" y="13333"/>
                  <a:pt x="24829" y="13301"/>
                  <a:pt x="24861" y="13301"/>
                </a:cubicBezTo>
                <a:cubicBezTo>
                  <a:pt x="24893" y="13270"/>
                  <a:pt x="25273" y="13175"/>
                  <a:pt x="25336" y="13175"/>
                </a:cubicBezTo>
                <a:cubicBezTo>
                  <a:pt x="25336" y="13143"/>
                  <a:pt x="25494" y="13143"/>
                  <a:pt x="25589" y="13111"/>
                </a:cubicBezTo>
                <a:cubicBezTo>
                  <a:pt x="25653" y="13080"/>
                  <a:pt x="25716" y="13048"/>
                  <a:pt x="25779" y="13016"/>
                </a:cubicBezTo>
                <a:cubicBezTo>
                  <a:pt x="25811" y="12984"/>
                  <a:pt x="25874" y="12953"/>
                  <a:pt x="25874" y="12858"/>
                </a:cubicBezTo>
                <a:cubicBezTo>
                  <a:pt x="25874" y="12826"/>
                  <a:pt x="25874" y="12794"/>
                  <a:pt x="25874" y="12794"/>
                </a:cubicBezTo>
                <a:cubicBezTo>
                  <a:pt x="25811" y="12604"/>
                  <a:pt x="25748" y="12446"/>
                  <a:pt x="25684" y="12319"/>
                </a:cubicBezTo>
                <a:cubicBezTo>
                  <a:pt x="25653" y="12288"/>
                  <a:pt x="25621" y="12256"/>
                  <a:pt x="25558" y="12256"/>
                </a:cubicBezTo>
                <a:cubicBezTo>
                  <a:pt x="25494" y="12288"/>
                  <a:pt x="25463" y="12319"/>
                  <a:pt x="25431" y="12351"/>
                </a:cubicBezTo>
                <a:cubicBezTo>
                  <a:pt x="25399" y="12383"/>
                  <a:pt x="25368" y="12446"/>
                  <a:pt x="25336" y="12478"/>
                </a:cubicBezTo>
                <a:cubicBezTo>
                  <a:pt x="25304" y="12541"/>
                  <a:pt x="25273" y="12541"/>
                  <a:pt x="25273" y="12541"/>
                </a:cubicBezTo>
                <a:cubicBezTo>
                  <a:pt x="25273" y="12541"/>
                  <a:pt x="25241" y="12446"/>
                  <a:pt x="25241" y="12383"/>
                </a:cubicBezTo>
                <a:cubicBezTo>
                  <a:pt x="25241" y="12351"/>
                  <a:pt x="25241" y="12288"/>
                  <a:pt x="25241" y="12256"/>
                </a:cubicBezTo>
                <a:cubicBezTo>
                  <a:pt x="25241" y="12224"/>
                  <a:pt x="25178" y="12161"/>
                  <a:pt x="25114" y="12161"/>
                </a:cubicBezTo>
                <a:cubicBezTo>
                  <a:pt x="25051" y="12161"/>
                  <a:pt x="25019" y="12161"/>
                  <a:pt x="24988" y="12193"/>
                </a:cubicBezTo>
                <a:cubicBezTo>
                  <a:pt x="24924" y="12224"/>
                  <a:pt x="24893" y="12288"/>
                  <a:pt x="24861" y="12319"/>
                </a:cubicBezTo>
                <a:cubicBezTo>
                  <a:pt x="24861" y="12288"/>
                  <a:pt x="24829" y="12256"/>
                  <a:pt x="24798" y="12224"/>
                </a:cubicBezTo>
                <a:cubicBezTo>
                  <a:pt x="24829" y="12193"/>
                  <a:pt x="24893" y="12129"/>
                  <a:pt x="24893" y="12003"/>
                </a:cubicBezTo>
                <a:cubicBezTo>
                  <a:pt x="24893" y="11939"/>
                  <a:pt x="24861" y="11876"/>
                  <a:pt x="24829" y="11813"/>
                </a:cubicBezTo>
                <a:cubicBezTo>
                  <a:pt x="24734" y="11686"/>
                  <a:pt x="24639" y="11623"/>
                  <a:pt x="24513" y="11623"/>
                </a:cubicBezTo>
                <a:cubicBezTo>
                  <a:pt x="24386" y="11623"/>
                  <a:pt x="24291" y="11654"/>
                  <a:pt x="24164" y="11718"/>
                </a:cubicBezTo>
                <a:cubicBezTo>
                  <a:pt x="24069" y="11813"/>
                  <a:pt x="24037" y="11813"/>
                  <a:pt x="24006" y="11844"/>
                </a:cubicBezTo>
                <a:lnTo>
                  <a:pt x="24006" y="11813"/>
                </a:lnTo>
                <a:cubicBezTo>
                  <a:pt x="24101" y="11686"/>
                  <a:pt x="24291" y="11623"/>
                  <a:pt x="24418" y="11464"/>
                </a:cubicBezTo>
                <a:cubicBezTo>
                  <a:pt x="24418" y="11433"/>
                  <a:pt x="24418" y="11433"/>
                  <a:pt x="24449" y="11433"/>
                </a:cubicBezTo>
                <a:cubicBezTo>
                  <a:pt x="24481" y="11433"/>
                  <a:pt x="24576" y="11464"/>
                  <a:pt x="24608" y="11496"/>
                </a:cubicBezTo>
                <a:cubicBezTo>
                  <a:pt x="24671" y="11528"/>
                  <a:pt x="24703" y="11559"/>
                  <a:pt x="24703" y="11559"/>
                </a:cubicBezTo>
                <a:lnTo>
                  <a:pt x="24798" y="11559"/>
                </a:lnTo>
                <a:lnTo>
                  <a:pt x="24798" y="11591"/>
                </a:lnTo>
                <a:cubicBezTo>
                  <a:pt x="24798" y="11654"/>
                  <a:pt x="24829" y="11718"/>
                  <a:pt x="24829" y="11781"/>
                </a:cubicBezTo>
                <a:cubicBezTo>
                  <a:pt x="24829" y="11844"/>
                  <a:pt x="24893" y="11939"/>
                  <a:pt x="24988" y="11939"/>
                </a:cubicBezTo>
                <a:cubicBezTo>
                  <a:pt x="25083" y="11939"/>
                  <a:pt x="25146" y="11876"/>
                  <a:pt x="25241" y="11844"/>
                </a:cubicBezTo>
                <a:cubicBezTo>
                  <a:pt x="25273" y="11813"/>
                  <a:pt x="25304" y="11781"/>
                  <a:pt x="25368" y="11749"/>
                </a:cubicBezTo>
                <a:cubicBezTo>
                  <a:pt x="25368" y="11718"/>
                  <a:pt x="25399" y="11718"/>
                  <a:pt x="25431" y="11654"/>
                </a:cubicBezTo>
                <a:cubicBezTo>
                  <a:pt x="25526" y="11623"/>
                  <a:pt x="25589" y="11591"/>
                  <a:pt x="25684" y="11528"/>
                </a:cubicBezTo>
                <a:cubicBezTo>
                  <a:pt x="25779" y="11433"/>
                  <a:pt x="25906" y="11433"/>
                  <a:pt x="26033" y="11369"/>
                </a:cubicBezTo>
                <a:cubicBezTo>
                  <a:pt x="26096" y="11338"/>
                  <a:pt x="26128" y="11243"/>
                  <a:pt x="26159" y="11211"/>
                </a:cubicBezTo>
                <a:cubicBezTo>
                  <a:pt x="26191" y="11148"/>
                  <a:pt x="26223" y="11116"/>
                  <a:pt x="26223" y="11116"/>
                </a:cubicBezTo>
                <a:cubicBezTo>
                  <a:pt x="26254" y="11116"/>
                  <a:pt x="26254" y="11116"/>
                  <a:pt x="26254" y="11179"/>
                </a:cubicBezTo>
                <a:cubicBezTo>
                  <a:pt x="26254" y="11179"/>
                  <a:pt x="26254" y="11243"/>
                  <a:pt x="26191" y="11306"/>
                </a:cubicBezTo>
                <a:cubicBezTo>
                  <a:pt x="26064" y="11401"/>
                  <a:pt x="26001" y="11528"/>
                  <a:pt x="25969" y="11654"/>
                </a:cubicBezTo>
                <a:cubicBezTo>
                  <a:pt x="25906" y="11781"/>
                  <a:pt x="25874" y="11908"/>
                  <a:pt x="25874" y="11908"/>
                </a:cubicBezTo>
                <a:cubicBezTo>
                  <a:pt x="25811" y="11971"/>
                  <a:pt x="25779" y="12034"/>
                  <a:pt x="25779" y="12098"/>
                </a:cubicBezTo>
                <a:cubicBezTo>
                  <a:pt x="25779" y="12161"/>
                  <a:pt x="25811" y="12193"/>
                  <a:pt x="25874" y="12256"/>
                </a:cubicBezTo>
                <a:cubicBezTo>
                  <a:pt x="25906" y="12288"/>
                  <a:pt x="25969" y="12288"/>
                  <a:pt x="26001" y="12288"/>
                </a:cubicBezTo>
                <a:lnTo>
                  <a:pt x="26318" y="12288"/>
                </a:lnTo>
                <a:cubicBezTo>
                  <a:pt x="26381" y="12288"/>
                  <a:pt x="26413" y="12288"/>
                  <a:pt x="26476" y="12256"/>
                </a:cubicBezTo>
                <a:lnTo>
                  <a:pt x="26539" y="12256"/>
                </a:lnTo>
                <a:cubicBezTo>
                  <a:pt x="26571" y="12256"/>
                  <a:pt x="26603" y="12288"/>
                  <a:pt x="26603" y="12319"/>
                </a:cubicBezTo>
                <a:cubicBezTo>
                  <a:pt x="26634" y="12383"/>
                  <a:pt x="26698" y="12414"/>
                  <a:pt x="26729" y="12414"/>
                </a:cubicBezTo>
                <a:cubicBezTo>
                  <a:pt x="26824" y="12414"/>
                  <a:pt x="26856" y="12351"/>
                  <a:pt x="26888" y="12319"/>
                </a:cubicBezTo>
                <a:lnTo>
                  <a:pt x="26919" y="12319"/>
                </a:lnTo>
                <a:cubicBezTo>
                  <a:pt x="26919" y="12319"/>
                  <a:pt x="26919" y="12319"/>
                  <a:pt x="26919" y="12288"/>
                </a:cubicBezTo>
                <a:lnTo>
                  <a:pt x="27014" y="12288"/>
                </a:lnTo>
                <a:cubicBezTo>
                  <a:pt x="27046" y="12288"/>
                  <a:pt x="27078" y="12319"/>
                  <a:pt x="27078" y="12319"/>
                </a:cubicBezTo>
                <a:cubicBezTo>
                  <a:pt x="27109" y="12351"/>
                  <a:pt x="27141" y="12383"/>
                  <a:pt x="27236" y="12414"/>
                </a:cubicBezTo>
                <a:cubicBezTo>
                  <a:pt x="27299" y="12383"/>
                  <a:pt x="27331" y="12351"/>
                  <a:pt x="27363" y="12288"/>
                </a:cubicBezTo>
                <a:cubicBezTo>
                  <a:pt x="27363" y="12256"/>
                  <a:pt x="27363" y="12224"/>
                  <a:pt x="27363" y="12161"/>
                </a:cubicBezTo>
                <a:cubicBezTo>
                  <a:pt x="27363" y="12129"/>
                  <a:pt x="27363" y="12066"/>
                  <a:pt x="27331" y="12003"/>
                </a:cubicBezTo>
                <a:cubicBezTo>
                  <a:pt x="27268" y="11876"/>
                  <a:pt x="27204" y="11781"/>
                  <a:pt x="27141" y="11623"/>
                </a:cubicBezTo>
                <a:cubicBezTo>
                  <a:pt x="27109" y="11496"/>
                  <a:pt x="27014" y="11401"/>
                  <a:pt x="26888" y="11401"/>
                </a:cubicBezTo>
                <a:cubicBezTo>
                  <a:pt x="26824" y="11401"/>
                  <a:pt x="26793" y="11401"/>
                  <a:pt x="26761" y="11433"/>
                </a:cubicBezTo>
                <a:lnTo>
                  <a:pt x="26698" y="11433"/>
                </a:lnTo>
                <a:cubicBezTo>
                  <a:pt x="26698" y="11433"/>
                  <a:pt x="26698" y="11433"/>
                  <a:pt x="26666" y="11401"/>
                </a:cubicBezTo>
                <a:cubicBezTo>
                  <a:pt x="26634" y="11401"/>
                  <a:pt x="26603" y="11369"/>
                  <a:pt x="26571" y="11338"/>
                </a:cubicBezTo>
                <a:cubicBezTo>
                  <a:pt x="26539" y="11306"/>
                  <a:pt x="26539" y="11306"/>
                  <a:pt x="26539" y="11306"/>
                </a:cubicBezTo>
                <a:cubicBezTo>
                  <a:pt x="26571" y="11211"/>
                  <a:pt x="26603" y="11148"/>
                  <a:pt x="26666" y="11021"/>
                </a:cubicBezTo>
                <a:cubicBezTo>
                  <a:pt x="26666" y="10989"/>
                  <a:pt x="26729" y="10926"/>
                  <a:pt x="26761" y="10863"/>
                </a:cubicBezTo>
                <a:cubicBezTo>
                  <a:pt x="26793" y="10768"/>
                  <a:pt x="26824" y="10704"/>
                  <a:pt x="26824" y="10609"/>
                </a:cubicBezTo>
                <a:cubicBezTo>
                  <a:pt x="26824" y="10514"/>
                  <a:pt x="26761" y="10419"/>
                  <a:pt x="26634" y="10388"/>
                </a:cubicBezTo>
                <a:cubicBezTo>
                  <a:pt x="26539" y="10356"/>
                  <a:pt x="26444" y="10324"/>
                  <a:pt x="26413" y="10293"/>
                </a:cubicBezTo>
                <a:cubicBezTo>
                  <a:pt x="26381" y="10261"/>
                  <a:pt x="26381" y="10261"/>
                  <a:pt x="26349" y="10198"/>
                </a:cubicBezTo>
                <a:cubicBezTo>
                  <a:pt x="26318" y="10071"/>
                  <a:pt x="26254" y="9976"/>
                  <a:pt x="26159" y="9881"/>
                </a:cubicBezTo>
                <a:cubicBezTo>
                  <a:pt x="26096" y="9849"/>
                  <a:pt x="26064" y="9786"/>
                  <a:pt x="26033" y="9754"/>
                </a:cubicBezTo>
                <a:cubicBezTo>
                  <a:pt x="25969" y="9723"/>
                  <a:pt x="25938" y="9723"/>
                  <a:pt x="25874" y="9691"/>
                </a:cubicBezTo>
                <a:lnTo>
                  <a:pt x="25684" y="9691"/>
                </a:lnTo>
                <a:cubicBezTo>
                  <a:pt x="25653" y="9691"/>
                  <a:pt x="25621" y="9691"/>
                  <a:pt x="25621" y="9659"/>
                </a:cubicBezTo>
                <a:cubicBezTo>
                  <a:pt x="25589" y="9469"/>
                  <a:pt x="25399" y="9248"/>
                  <a:pt x="25304" y="9121"/>
                </a:cubicBezTo>
                <a:cubicBezTo>
                  <a:pt x="25241" y="9058"/>
                  <a:pt x="25146" y="8899"/>
                  <a:pt x="25019" y="8741"/>
                </a:cubicBezTo>
                <a:cubicBezTo>
                  <a:pt x="24988" y="8646"/>
                  <a:pt x="24924" y="8583"/>
                  <a:pt x="24893" y="8519"/>
                </a:cubicBezTo>
                <a:cubicBezTo>
                  <a:pt x="24829" y="8456"/>
                  <a:pt x="24798" y="8424"/>
                  <a:pt x="24766" y="8393"/>
                </a:cubicBezTo>
                <a:cubicBezTo>
                  <a:pt x="24734" y="8361"/>
                  <a:pt x="24703" y="8361"/>
                  <a:pt x="24671" y="8361"/>
                </a:cubicBezTo>
                <a:cubicBezTo>
                  <a:pt x="24513" y="8361"/>
                  <a:pt x="24449" y="8456"/>
                  <a:pt x="24322" y="8678"/>
                </a:cubicBezTo>
                <a:cubicBezTo>
                  <a:pt x="24196" y="8899"/>
                  <a:pt x="24101" y="8931"/>
                  <a:pt x="24069" y="8931"/>
                </a:cubicBezTo>
                <a:lnTo>
                  <a:pt x="24006" y="8931"/>
                </a:lnTo>
                <a:cubicBezTo>
                  <a:pt x="23942" y="8868"/>
                  <a:pt x="23879" y="8868"/>
                  <a:pt x="23879" y="8836"/>
                </a:cubicBezTo>
                <a:cubicBezTo>
                  <a:pt x="23847" y="8836"/>
                  <a:pt x="23816" y="8804"/>
                  <a:pt x="23752" y="8709"/>
                </a:cubicBezTo>
                <a:cubicBezTo>
                  <a:pt x="23752" y="8678"/>
                  <a:pt x="23721" y="8678"/>
                  <a:pt x="23721" y="8678"/>
                </a:cubicBezTo>
                <a:cubicBezTo>
                  <a:pt x="23721" y="8678"/>
                  <a:pt x="23752" y="8646"/>
                  <a:pt x="23784" y="8614"/>
                </a:cubicBezTo>
                <a:cubicBezTo>
                  <a:pt x="23784" y="8583"/>
                  <a:pt x="23847" y="8551"/>
                  <a:pt x="23847" y="8456"/>
                </a:cubicBezTo>
                <a:cubicBezTo>
                  <a:pt x="23847" y="8424"/>
                  <a:pt x="23847" y="8393"/>
                  <a:pt x="23816" y="8393"/>
                </a:cubicBezTo>
                <a:cubicBezTo>
                  <a:pt x="23752" y="8266"/>
                  <a:pt x="23657" y="8234"/>
                  <a:pt x="23531" y="8202"/>
                </a:cubicBezTo>
                <a:cubicBezTo>
                  <a:pt x="23436" y="8171"/>
                  <a:pt x="23309" y="8139"/>
                  <a:pt x="23214" y="8139"/>
                </a:cubicBezTo>
                <a:cubicBezTo>
                  <a:pt x="23151" y="8139"/>
                  <a:pt x="23087" y="8076"/>
                  <a:pt x="22992" y="7981"/>
                </a:cubicBezTo>
                <a:cubicBezTo>
                  <a:pt x="22897" y="7917"/>
                  <a:pt x="22771" y="7822"/>
                  <a:pt x="22612" y="7822"/>
                </a:cubicBezTo>
                <a:lnTo>
                  <a:pt x="22454" y="7822"/>
                </a:lnTo>
                <a:cubicBezTo>
                  <a:pt x="22201" y="7822"/>
                  <a:pt x="21947" y="7854"/>
                  <a:pt x="21884" y="7854"/>
                </a:cubicBezTo>
                <a:cubicBezTo>
                  <a:pt x="21821" y="7854"/>
                  <a:pt x="21757" y="7886"/>
                  <a:pt x="21726" y="7949"/>
                </a:cubicBezTo>
                <a:cubicBezTo>
                  <a:pt x="21662" y="8044"/>
                  <a:pt x="21662" y="8202"/>
                  <a:pt x="21631" y="8393"/>
                </a:cubicBezTo>
                <a:cubicBezTo>
                  <a:pt x="21631" y="8424"/>
                  <a:pt x="21631" y="8456"/>
                  <a:pt x="21631" y="8488"/>
                </a:cubicBezTo>
                <a:cubicBezTo>
                  <a:pt x="21631" y="8551"/>
                  <a:pt x="21662" y="8614"/>
                  <a:pt x="21662" y="8678"/>
                </a:cubicBezTo>
                <a:cubicBezTo>
                  <a:pt x="21631" y="8709"/>
                  <a:pt x="21567" y="8709"/>
                  <a:pt x="21536" y="8741"/>
                </a:cubicBezTo>
                <a:cubicBezTo>
                  <a:pt x="21536" y="8741"/>
                  <a:pt x="21504" y="8741"/>
                  <a:pt x="21472" y="8773"/>
                </a:cubicBezTo>
                <a:cubicBezTo>
                  <a:pt x="21472" y="8773"/>
                  <a:pt x="21441" y="8836"/>
                  <a:pt x="21441" y="8868"/>
                </a:cubicBezTo>
                <a:cubicBezTo>
                  <a:pt x="21441" y="8931"/>
                  <a:pt x="21472" y="8963"/>
                  <a:pt x="21504" y="8994"/>
                </a:cubicBezTo>
                <a:cubicBezTo>
                  <a:pt x="21536" y="9026"/>
                  <a:pt x="21567" y="9026"/>
                  <a:pt x="21599" y="9058"/>
                </a:cubicBezTo>
                <a:cubicBezTo>
                  <a:pt x="21631" y="9089"/>
                  <a:pt x="21757" y="9216"/>
                  <a:pt x="21821" y="9311"/>
                </a:cubicBezTo>
                <a:cubicBezTo>
                  <a:pt x="21852" y="9374"/>
                  <a:pt x="21916" y="9438"/>
                  <a:pt x="21916" y="9469"/>
                </a:cubicBezTo>
                <a:cubicBezTo>
                  <a:pt x="21916" y="9501"/>
                  <a:pt x="21916" y="9533"/>
                  <a:pt x="21916" y="9564"/>
                </a:cubicBezTo>
                <a:cubicBezTo>
                  <a:pt x="21916" y="9596"/>
                  <a:pt x="21884" y="9659"/>
                  <a:pt x="21821" y="9723"/>
                </a:cubicBezTo>
                <a:cubicBezTo>
                  <a:pt x="21757" y="9786"/>
                  <a:pt x="21662" y="9849"/>
                  <a:pt x="21662" y="9849"/>
                </a:cubicBezTo>
                <a:lnTo>
                  <a:pt x="21631" y="9849"/>
                </a:lnTo>
                <a:cubicBezTo>
                  <a:pt x="21599" y="9723"/>
                  <a:pt x="21504" y="9691"/>
                  <a:pt x="21409" y="9691"/>
                </a:cubicBezTo>
                <a:cubicBezTo>
                  <a:pt x="21377" y="9691"/>
                  <a:pt x="21314" y="9691"/>
                  <a:pt x="21282" y="9723"/>
                </a:cubicBezTo>
                <a:cubicBezTo>
                  <a:pt x="21251" y="9754"/>
                  <a:pt x="21219" y="9818"/>
                  <a:pt x="21219" y="9881"/>
                </a:cubicBezTo>
                <a:cubicBezTo>
                  <a:pt x="21219" y="9913"/>
                  <a:pt x="21219" y="9944"/>
                  <a:pt x="21251" y="9944"/>
                </a:cubicBezTo>
                <a:cubicBezTo>
                  <a:pt x="21282" y="10039"/>
                  <a:pt x="21314" y="10103"/>
                  <a:pt x="21346" y="10166"/>
                </a:cubicBezTo>
                <a:cubicBezTo>
                  <a:pt x="21377" y="10198"/>
                  <a:pt x="21409" y="10229"/>
                  <a:pt x="21409" y="10293"/>
                </a:cubicBezTo>
                <a:cubicBezTo>
                  <a:pt x="21409" y="10356"/>
                  <a:pt x="21441" y="10451"/>
                  <a:pt x="21441" y="10546"/>
                </a:cubicBezTo>
                <a:cubicBezTo>
                  <a:pt x="21472" y="10641"/>
                  <a:pt x="21504" y="10736"/>
                  <a:pt x="21504" y="10768"/>
                </a:cubicBezTo>
                <a:cubicBezTo>
                  <a:pt x="21504" y="10831"/>
                  <a:pt x="21472" y="10831"/>
                  <a:pt x="21472" y="10831"/>
                </a:cubicBezTo>
                <a:cubicBezTo>
                  <a:pt x="21441" y="10863"/>
                  <a:pt x="21441" y="10863"/>
                  <a:pt x="21409" y="10863"/>
                </a:cubicBezTo>
                <a:lnTo>
                  <a:pt x="21219" y="10863"/>
                </a:lnTo>
                <a:cubicBezTo>
                  <a:pt x="21187" y="10831"/>
                  <a:pt x="21187" y="10799"/>
                  <a:pt x="21187" y="10799"/>
                </a:cubicBezTo>
                <a:cubicBezTo>
                  <a:pt x="21219" y="10736"/>
                  <a:pt x="21219" y="10673"/>
                  <a:pt x="21219" y="10609"/>
                </a:cubicBezTo>
                <a:cubicBezTo>
                  <a:pt x="21219" y="10451"/>
                  <a:pt x="21187" y="10293"/>
                  <a:pt x="21187" y="10261"/>
                </a:cubicBezTo>
                <a:cubicBezTo>
                  <a:pt x="21156" y="10229"/>
                  <a:pt x="21124" y="10198"/>
                  <a:pt x="21092" y="10198"/>
                </a:cubicBezTo>
                <a:cubicBezTo>
                  <a:pt x="21061" y="10198"/>
                  <a:pt x="21029" y="10229"/>
                  <a:pt x="20997" y="10261"/>
                </a:cubicBezTo>
                <a:cubicBezTo>
                  <a:pt x="20997" y="10261"/>
                  <a:pt x="20966" y="10293"/>
                  <a:pt x="20966" y="10324"/>
                </a:cubicBezTo>
                <a:cubicBezTo>
                  <a:pt x="20934" y="10261"/>
                  <a:pt x="20934" y="10229"/>
                  <a:pt x="20902" y="10198"/>
                </a:cubicBezTo>
                <a:cubicBezTo>
                  <a:pt x="20902" y="10166"/>
                  <a:pt x="20871" y="10134"/>
                  <a:pt x="20871" y="10071"/>
                </a:cubicBezTo>
                <a:cubicBezTo>
                  <a:pt x="20871" y="10008"/>
                  <a:pt x="20871" y="9913"/>
                  <a:pt x="20807" y="9849"/>
                </a:cubicBezTo>
                <a:cubicBezTo>
                  <a:pt x="20744" y="9786"/>
                  <a:pt x="20681" y="9754"/>
                  <a:pt x="20586" y="9754"/>
                </a:cubicBezTo>
                <a:cubicBezTo>
                  <a:pt x="20554" y="9754"/>
                  <a:pt x="20522" y="9786"/>
                  <a:pt x="20459" y="9786"/>
                </a:cubicBezTo>
                <a:lnTo>
                  <a:pt x="20427" y="9786"/>
                </a:lnTo>
                <a:cubicBezTo>
                  <a:pt x="20301" y="9786"/>
                  <a:pt x="20111" y="9691"/>
                  <a:pt x="19825" y="9628"/>
                </a:cubicBezTo>
                <a:cubicBezTo>
                  <a:pt x="19509" y="9564"/>
                  <a:pt x="19382" y="9533"/>
                  <a:pt x="19129" y="9374"/>
                </a:cubicBezTo>
                <a:cubicBezTo>
                  <a:pt x="19034" y="9279"/>
                  <a:pt x="18939" y="9248"/>
                  <a:pt x="18844" y="9248"/>
                </a:cubicBezTo>
                <a:cubicBezTo>
                  <a:pt x="18717" y="9248"/>
                  <a:pt x="18654" y="9311"/>
                  <a:pt x="18622" y="9311"/>
                </a:cubicBezTo>
                <a:cubicBezTo>
                  <a:pt x="18590" y="9279"/>
                  <a:pt x="18590" y="9216"/>
                  <a:pt x="18559" y="9153"/>
                </a:cubicBezTo>
                <a:cubicBezTo>
                  <a:pt x="18527" y="9089"/>
                  <a:pt x="18495" y="8963"/>
                  <a:pt x="18369" y="8931"/>
                </a:cubicBezTo>
                <a:cubicBezTo>
                  <a:pt x="18321" y="8915"/>
                  <a:pt x="18282" y="8915"/>
                  <a:pt x="18250" y="8915"/>
                </a:cubicBezTo>
                <a:cubicBezTo>
                  <a:pt x="18218" y="8915"/>
                  <a:pt x="18195" y="8915"/>
                  <a:pt x="18179" y="8899"/>
                </a:cubicBezTo>
                <a:cubicBezTo>
                  <a:pt x="18179" y="8868"/>
                  <a:pt x="18147" y="8836"/>
                  <a:pt x="18147" y="8773"/>
                </a:cubicBezTo>
                <a:cubicBezTo>
                  <a:pt x="18147" y="8741"/>
                  <a:pt x="18147" y="8678"/>
                  <a:pt x="18147" y="8678"/>
                </a:cubicBezTo>
                <a:cubicBezTo>
                  <a:pt x="18147" y="8583"/>
                  <a:pt x="18147" y="8519"/>
                  <a:pt x="18210" y="8456"/>
                </a:cubicBezTo>
                <a:cubicBezTo>
                  <a:pt x="18274" y="8393"/>
                  <a:pt x="18400" y="8266"/>
                  <a:pt x="18590" y="8139"/>
                </a:cubicBezTo>
                <a:cubicBezTo>
                  <a:pt x="18812" y="7949"/>
                  <a:pt x="18907" y="7822"/>
                  <a:pt x="18970" y="7759"/>
                </a:cubicBezTo>
                <a:cubicBezTo>
                  <a:pt x="19034" y="7664"/>
                  <a:pt x="19065" y="7632"/>
                  <a:pt x="19224" y="7632"/>
                </a:cubicBezTo>
                <a:cubicBezTo>
                  <a:pt x="19287" y="7601"/>
                  <a:pt x="19350" y="7601"/>
                  <a:pt x="19414" y="7601"/>
                </a:cubicBezTo>
                <a:lnTo>
                  <a:pt x="19572" y="7601"/>
                </a:lnTo>
                <a:cubicBezTo>
                  <a:pt x="19604" y="7601"/>
                  <a:pt x="19667" y="7601"/>
                  <a:pt x="19699" y="7569"/>
                </a:cubicBezTo>
                <a:cubicBezTo>
                  <a:pt x="19762" y="7569"/>
                  <a:pt x="19762" y="7474"/>
                  <a:pt x="19762" y="7442"/>
                </a:cubicBezTo>
                <a:cubicBezTo>
                  <a:pt x="19762" y="7411"/>
                  <a:pt x="19762" y="7379"/>
                  <a:pt x="19794" y="7347"/>
                </a:cubicBezTo>
                <a:cubicBezTo>
                  <a:pt x="19794" y="7347"/>
                  <a:pt x="19794" y="7379"/>
                  <a:pt x="19825" y="7379"/>
                </a:cubicBezTo>
                <a:cubicBezTo>
                  <a:pt x="19857" y="7411"/>
                  <a:pt x="19889" y="7411"/>
                  <a:pt x="19889" y="7442"/>
                </a:cubicBezTo>
                <a:cubicBezTo>
                  <a:pt x="19825" y="7506"/>
                  <a:pt x="19762" y="7569"/>
                  <a:pt x="19762" y="7664"/>
                </a:cubicBezTo>
                <a:cubicBezTo>
                  <a:pt x="19762" y="7759"/>
                  <a:pt x="19857" y="7791"/>
                  <a:pt x="19889" y="7791"/>
                </a:cubicBezTo>
                <a:cubicBezTo>
                  <a:pt x="19920" y="7822"/>
                  <a:pt x="19984" y="7822"/>
                  <a:pt x="20016" y="7822"/>
                </a:cubicBezTo>
                <a:cubicBezTo>
                  <a:pt x="20111" y="7822"/>
                  <a:pt x="20206" y="7759"/>
                  <a:pt x="20301" y="7727"/>
                </a:cubicBezTo>
                <a:cubicBezTo>
                  <a:pt x="20364" y="7696"/>
                  <a:pt x="20427" y="7632"/>
                  <a:pt x="20427" y="7632"/>
                </a:cubicBezTo>
                <a:cubicBezTo>
                  <a:pt x="20459" y="7632"/>
                  <a:pt x="20491" y="7632"/>
                  <a:pt x="20522" y="7601"/>
                </a:cubicBezTo>
                <a:cubicBezTo>
                  <a:pt x="20554" y="7569"/>
                  <a:pt x="20617" y="7569"/>
                  <a:pt x="20649" y="7569"/>
                </a:cubicBezTo>
                <a:lnTo>
                  <a:pt x="20681" y="7569"/>
                </a:lnTo>
                <a:cubicBezTo>
                  <a:pt x="20712" y="7632"/>
                  <a:pt x="20744" y="7696"/>
                  <a:pt x="20776" y="7759"/>
                </a:cubicBezTo>
                <a:cubicBezTo>
                  <a:pt x="20712" y="7727"/>
                  <a:pt x="20649" y="7727"/>
                  <a:pt x="20617" y="7727"/>
                </a:cubicBezTo>
                <a:cubicBezTo>
                  <a:pt x="20522" y="7727"/>
                  <a:pt x="20459" y="7759"/>
                  <a:pt x="20396" y="7822"/>
                </a:cubicBezTo>
                <a:cubicBezTo>
                  <a:pt x="20364" y="7854"/>
                  <a:pt x="20364" y="7886"/>
                  <a:pt x="20364" y="7917"/>
                </a:cubicBezTo>
                <a:cubicBezTo>
                  <a:pt x="20364" y="8044"/>
                  <a:pt x="20427" y="8044"/>
                  <a:pt x="20491" y="8076"/>
                </a:cubicBezTo>
                <a:cubicBezTo>
                  <a:pt x="20522" y="8107"/>
                  <a:pt x="20586" y="8139"/>
                  <a:pt x="20649" y="8139"/>
                </a:cubicBezTo>
                <a:cubicBezTo>
                  <a:pt x="20712" y="8139"/>
                  <a:pt x="20776" y="8107"/>
                  <a:pt x="20839" y="8044"/>
                </a:cubicBezTo>
                <a:cubicBezTo>
                  <a:pt x="20839" y="8012"/>
                  <a:pt x="20839" y="7981"/>
                  <a:pt x="20839" y="7949"/>
                </a:cubicBezTo>
                <a:cubicBezTo>
                  <a:pt x="20839" y="7917"/>
                  <a:pt x="20839" y="7886"/>
                  <a:pt x="20839" y="7854"/>
                </a:cubicBezTo>
                <a:cubicBezTo>
                  <a:pt x="20871" y="7886"/>
                  <a:pt x="20934" y="7917"/>
                  <a:pt x="20966" y="7917"/>
                </a:cubicBezTo>
                <a:cubicBezTo>
                  <a:pt x="21061" y="7917"/>
                  <a:pt x="21124" y="7886"/>
                  <a:pt x="21219" y="7854"/>
                </a:cubicBezTo>
                <a:cubicBezTo>
                  <a:pt x="21282" y="7791"/>
                  <a:pt x="21346" y="7727"/>
                  <a:pt x="21346" y="7601"/>
                </a:cubicBezTo>
                <a:cubicBezTo>
                  <a:pt x="21346" y="7506"/>
                  <a:pt x="21282" y="7411"/>
                  <a:pt x="21219" y="7379"/>
                </a:cubicBezTo>
                <a:cubicBezTo>
                  <a:pt x="21061" y="7284"/>
                  <a:pt x="20966" y="7221"/>
                  <a:pt x="20871" y="7189"/>
                </a:cubicBezTo>
                <a:cubicBezTo>
                  <a:pt x="20807" y="7157"/>
                  <a:pt x="20744" y="7126"/>
                  <a:pt x="20681" y="7062"/>
                </a:cubicBezTo>
                <a:cubicBezTo>
                  <a:pt x="20649" y="6999"/>
                  <a:pt x="20617" y="6967"/>
                  <a:pt x="20617" y="6967"/>
                </a:cubicBezTo>
                <a:cubicBezTo>
                  <a:pt x="20681" y="6936"/>
                  <a:pt x="20807" y="6872"/>
                  <a:pt x="20839" y="6841"/>
                </a:cubicBezTo>
                <a:cubicBezTo>
                  <a:pt x="20839" y="6841"/>
                  <a:pt x="20934" y="6841"/>
                  <a:pt x="21029" y="6777"/>
                </a:cubicBezTo>
                <a:cubicBezTo>
                  <a:pt x="21092" y="6746"/>
                  <a:pt x="21219" y="6651"/>
                  <a:pt x="21219" y="6524"/>
                </a:cubicBezTo>
                <a:cubicBezTo>
                  <a:pt x="21219" y="6492"/>
                  <a:pt x="21219" y="6461"/>
                  <a:pt x="21219" y="6429"/>
                </a:cubicBezTo>
                <a:cubicBezTo>
                  <a:pt x="21156" y="6302"/>
                  <a:pt x="21092" y="6207"/>
                  <a:pt x="20997" y="6176"/>
                </a:cubicBezTo>
                <a:cubicBezTo>
                  <a:pt x="20966" y="6144"/>
                  <a:pt x="20934" y="6144"/>
                  <a:pt x="20934" y="6144"/>
                </a:cubicBezTo>
                <a:cubicBezTo>
                  <a:pt x="20966" y="6112"/>
                  <a:pt x="21029" y="6081"/>
                  <a:pt x="21061" y="6049"/>
                </a:cubicBezTo>
                <a:lnTo>
                  <a:pt x="21536" y="6049"/>
                </a:lnTo>
                <a:cubicBezTo>
                  <a:pt x="21567" y="6049"/>
                  <a:pt x="21599" y="6017"/>
                  <a:pt x="21599" y="5986"/>
                </a:cubicBezTo>
                <a:cubicBezTo>
                  <a:pt x="21599" y="6017"/>
                  <a:pt x="21631" y="6017"/>
                  <a:pt x="21631" y="6049"/>
                </a:cubicBezTo>
                <a:cubicBezTo>
                  <a:pt x="21662" y="6081"/>
                  <a:pt x="21726" y="6081"/>
                  <a:pt x="21757" y="6081"/>
                </a:cubicBezTo>
                <a:lnTo>
                  <a:pt x="21821" y="6081"/>
                </a:lnTo>
                <a:cubicBezTo>
                  <a:pt x="21852" y="6081"/>
                  <a:pt x="21884" y="6049"/>
                  <a:pt x="21916" y="6049"/>
                </a:cubicBezTo>
                <a:cubicBezTo>
                  <a:pt x="21947" y="6049"/>
                  <a:pt x="21947" y="6081"/>
                  <a:pt x="22042" y="6144"/>
                </a:cubicBezTo>
                <a:cubicBezTo>
                  <a:pt x="22042" y="6176"/>
                  <a:pt x="22011" y="6239"/>
                  <a:pt x="22011" y="6271"/>
                </a:cubicBezTo>
                <a:cubicBezTo>
                  <a:pt x="21979" y="6302"/>
                  <a:pt x="21979" y="6334"/>
                  <a:pt x="21947" y="6334"/>
                </a:cubicBezTo>
                <a:cubicBezTo>
                  <a:pt x="21947" y="6366"/>
                  <a:pt x="21947" y="6366"/>
                  <a:pt x="21947" y="6366"/>
                </a:cubicBezTo>
                <a:cubicBezTo>
                  <a:pt x="21916" y="6397"/>
                  <a:pt x="21884" y="6397"/>
                  <a:pt x="21821" y="6429"/>
                </a:cubicBezTo>
                <a:cubicBezTo>
                  <a:pt x="21789" y="6461"/>
                  <a:pt x="21757" y="6492"/>
                  <a:pt x="21757" y="6587"/>
                </a:cubicBezTo>
                <a:cubicBezTo>
                  <a:pt x="21757" y="6651"/>
                  <a:pt x="21789" y="6682"/>
                  <a:pt x="21821" y="6714"/>
                </a:cubicBezTo>
                <a:cubicBezTo>
                  <a:pt x="21852" y="6714"/>
                  <a:pt x="21884" y="6746"/>
                  <a:pt x="21947" y="6746"/>
                </a:cubicBezTo>
                <a:cubicBezTo>
                  <a:pt x="22137" y="6777"/>
                  <a:pt x="22296" y="6777"/>
                  <a:pt x="22296" y="6777"/>
                </a:cubicBezTo>
                <a:cubicBezTo>
                  <a:pt x="22327" y="6777"/>
                  <a:pt x="22359" y="6746"/>
                  <a:pt x="22391" y="6714"/>
                </a:cubicBezTo>
                <a:cubicBezTo>
                  <a:pt x="22391" y="6714"/>
                  <a:pt x="22517" y="6556"/>
                  <a:pt x="22581" y="6366"/>
                </a:cubicBezTo>
                <a:cubicBezTo>
                  <a:pt x="22612" y="6397"/>
                  <a:pt x="22644" y="6397"/>
                  <a:pt x="22676" y="6429"/>
                </a:cubicBezTo>
                <a:cubicBezTo>
                  <a:pt x="22707" y="6461"/>
                  <a:pt x="22707" y="6461"/>
                  <a:pt x="22739" y="6461"/>
                </a:cubicBezTo>
                <a:cubicBezTo>
                  <a:pt x="22486" y="6556"/>
                  <a:pt x="22391" y="6746"/>
                  <a:pt x="22359" y="6841"/>
                </a:cubicBezTo>
                <a:cubicBezTo>
                  <a:pt x="22327" y="6904"/>
                  <a:pt x="22327" y="6936"/>
                  <a:pt x="22296" y="6936"/>
                </a:cubicBezTo>
                <a:lnTo>
                  <a:pt x="22264" y="6936"/>
                </a:lnTo>
                <a:cubicBezTo>
                  <a:pt x="22264" y="6936"/>
                  <a:pt x="22201" y="6936"/>
                  <a:pt x="22137" y="6904"/>
                </a:cubicBezTo>
                <a:cubicBezTo>
                  <a:pt x="22042" y="6872"/>
                  <a:pt x="21979" y="6872"/>
                  <a:pt x="21884" y="6872"/>
                </a:cubicBezTo>
                <a:cubicBezTo>
                  <a:pt x="21757" y="6872"/>
                  <a:pt x="21662" y="6936"/>
                  <a:pt x="21599" y="7031"/>
                </a:cubicBezTo>
                <a:cubicBezTo>
                  <a:pt x="21567" y="7126"/>
                  <a:pt x="21567" y="7189"/>
                  <a:pt x="21567" y="7284"/>
                </a:cubicBezTo>
                <a:cubicBezTo>
                  <a:pt x="21567" y="7347"/>
                  <a:pt x="21567" y="7411"/>
                  <a:pt x="21599" y="7506"/>
                </a:cubicBezTo>
                <a:cubicBezTo>
                  <a:pt x="21599" y="7537"/>
                  <a:pt x="21599" y="7569"/>
                  <a:pt x="21631" y="7601"/>
                </a:cubicBezTo>
                <a:cubicBezTo>
                  <a:pt x="21631" y="7632"/>
                  <a:pt x="21694" y="7664"/>
                  <a:pt x="21757" y="7664"/>
                </a:cubicBezTo>
                <a:lnTo>
                  <a:pt x="21789" y="7664"/>
                </a:lnTo>
                <a:cubicBezTo>
                  <a:pt x="21884" y="7601"/>
                  <a:pt x="21979" y="7601"/>
                  <a:pt x="22106" y="7569"/>
                </a:cubicBezTo>
                <a:cubicBezTo>
                  <a:pt x="22106" y="7569"/>
                  <a:pt x="22137" y="7537"/>
                  <a:pt x="22169" y="7537"/>
                </a:cubicBezTo>
                <a:cubicBezTo>
                  <a:pt x="22296" y="7537"/>
                  <a:pt x="22549" y="7601"/>
                  <a:pt x="22676" y="7601"/>
                </a:cubicBezTo>
                <a:lnTo>
                  <a:pt x="22802" y="7601"/>
                </a:lnTo>
                <a:cubicBezTo>
                  <a:pt x="22834" y="7632"/>
                  <a:pt x="22866" y="7664"/>
                  <a:pt x="22929" y="7696"/>
                </a:cubicBezTo>
                <a:cubicBezTo>
                  <a:pt x="22961" y="7727"/>
                  <a:pt x="22992" y="7791"/>
                  <a:pt x="23087" y="7791"/>
                </a:cubicBezTo>
                <a:lnTo>
                  <a:pt x="23119" y="7791"/>
                </a:lnTo>
                <a:cubicBezTo>
                  <a:pt x="23151" y="7791"/>
                  <a:pt x="23246" y="7886"/>
                  <a:pt x="23309" y="7949"/>
                </a:cubicBezTo>
                <a:cubicBezTo>
                  <a:pt x="23341" y="7981"/>
                  <a:pt x="23372" y="8012"/>
                  <a:pt x="23436" y="8012"/>
                </a:cubicBezTo>
                <a:cubicBezTo>
                  <a:pt x="23467" y="8012"/>
                  <a:pt x="23499" y="7981"/>
                  <a:pt x="23531" y="7949"/>
                </a:cubicBezTo>
                <a:cubicBezTo>
                  <a:pt x="23531" y="7917"/>
                  <a:pt x="23562" y="7917"/>
                  <a:pt x="23562" y="7886"/>
                </a:cubicBezTo>
                <a:cubicBezTo>
                  <a:pt x="23562" y="7917"/>
                  <a:pt x="23594" y="7917"/>
                  <a:pt x="23594" y="7917"/>
                </a:cubicBezTo>
                <a:cubicBezTo>
                  <a:pt x="23689" y="8012"/>
                  <a:pt x="23721" y="8044"/>
                  <a:pt x="23721" y="8076"/>
                </a:cubicBezTo>
                <a:cubicBezTo>
                  <a:pt x="23721" y="8076"/>
                  <a:pt x="23752" y="8139"/>
                  <a:pt x="23784" y="8139"/>
                </a:cubicBezTo>
                <a:lnTo>
                  <a:pt x="23879" y="8139"/>
                </a:lnTo>
                <a:cubicBezTo>
                  <a:pt x="23974" y="8139"/>
                  <a:pt x="24227" y="8171"/>
                  <a:pt x="24227" y="8171"/>
                </a:cubicBezTo>
                <a:cubicBezTo>
                  <a:pt x="24259" y="8171"/>
                  <a:pt x="24259" y="8171"/>
                  <a:pt x="24291" y="8139"/>
                </a:cubicBezTo>
                <a:cubicBezTo>
                  <a:pt x="24322" y="8139"/>
                  <a:pt x="24322" y="8107"/>
                  <a:pt x="24322" y="8076"/>
                </a:cubicBezTo>
                <a:cubicBezTo>
                  <a:pt x="24322" y="8076"/>
                  <a:pt x="24322" y="8076"/>
                  <a:pt x="24322" y="8044"/>
                </a:cubicBezTo>
                <a:cubicBezTo>
                  <a:pt x="24322" y="8044"/>
                  <a:pt x="24354" y="8012"/>
                  <a:pt x="24354" y="7981"/>
                </a:cubicBezTo>
                <a:lnTo>
                  <a:pt x="24418" y="7981"/>
                </a:lnTo>
                <a:cubicBezTo>
                  <a:pt x="24449" y="7981"/>
                  <a:pt x="24513" y="8044"/>
                  <a:pt x="24576" y="8076"/>
                </a:cubicBezTo>
                <a:cubicBezTo>
                  <a:pt x="24608" y="8076"/>
                  <a:pt x="24608" y="8107"/>
                  <a:pt x="24639" y="8139"/>
                </a:cubicBezTo>
                <a:cubicBezTo>
                  <a:pt x="24671" y="8139"/>
                  <a:pt x="24703" y="8171"/>
                  <a:pt x="24766" y="8171"/>
                </a:cubicBezTo>
                <a:cubicBezTo>
                  <a:pt x="24798" y="8171"/>
                  <a:pt x="24829" y="8139"/>
                  <a:pt x="24861" y="8107"/>
                </a:cubicBezTo>
                <a:cubicBezTo>
                  <a:pt x="24861" y="8076"/>
                  <a:pt x="24861" y="8044"/>
                  <a:pt x="24861" y="8012"/>
                </a:cubicBezTo>
                <a:lnTo>
                  <a:pt x="24861" y="7981"/>
                </a:lnTo>
                <a:cubicBezTo>
                  <a:pt x="24861" y="7886"/>
                  <a:pt x="24861" y="7822"/>
                  <a:pt x="24861" y="7727"/>
                </a:cubicBezTo>
                <a:cubicBezTo>
                  <a:pt x="24829" y="7632"/>
                  <a:pt x="24798" y="7506"/>
                  <a:pt x="24703" y="7442"/>
                </a:cubicBezTo>
                <a:cubicBezTo>
                  <a:pt x="24608" y="7347"/>
                  <a:pt x="24513" y="7284"/>
                  <a:pt x="24418" y="7221"/>
                </a:cubicBezTo>
                <a:cubicBezTo>
                  <a:pt x="24386" y="7221"/>
                  <a:pt x="24354" y="7189"/>
                  <a:pt x="24322" y="7157"/>
                </a:cubicBezTo>
                <a:lnTo>
                  <a:pt x="24291" y="7157"/>
                </a:lnTo>
                <a:cubicBezTo>
                  <a:pt x="24291" y="7126"/>
                  <a:pt x="24259" y="7094"/>
                  <a:pt x="24259" y="7062"/>
                </a:cubicBezTo>
                <a:cubicBezTo>
                  <a:pt x="24354" y="7062"/>
                  <a:pt x="24513" y="7126"/>
                  <a:pt x="24608" y="7221"/>
                </a:cubicBezTo>
                <a:cubicBezTo>
                  <a:pt x="24703" y="7284"/>
                  <a:pt x="24829" y="7411"/>
                  <a:pt x="24956" y="7411"/>
                </a:cubicBezTo>
                <a:cubicBezTo>
                  <a:pt x="25019" y="7411"/>
                  <a:pt x="25083" y="7379"/>
                  <a:pt x="25114" y="7347"/>
                </a:cubicBezTo>
                <a:cubicBezTo>
                  <a:pt x="25209" y="7252"/>
                  <a:pt x="25336" y="7221"/>
                  <a:pt x="25431" y="7126"/>
                </a:cubicBezTo>
                <a:cubicBezTo>
                  <a:pt x="25494" y="7031"/>
                  <a:pt x="25621" y="6809"/>
                  <a:pt x="25621" y="6809"/>
                </a:cubicBezTo>
                <a:cubicBezTo>
                  <a:pt x="25653" y="6777"/>
                  <a:pt x="25653" y="6746"/>
                  <a:pt x="25621" y="6714"/>
                </a:cubicBezTo>
                <a:cubicBezTo>
                  <a:pt x="25621" y="6682"/>
                  <a:pt x="25589" y="6651"/>
                  <a:pt x="25558" y="6651"/>
                </a:cubicBezTo>
                <a:cubicBezTo>
                  <a:pt x="25558" y="6651"/>
                  <a:pt x="25431" y="6619"/>
                  <a:pt x="25273" y="6587"/>
                </a:cubicBezTo>
                <a:cubicBezTo>
                  <a:pt x="25209" y="6556"/>
                  <a:pt x="25114" y="6556"/>
                  <a:pt x="25083" y="6524"/>
                </a:cubicBezTo>
                <a:cubicBezTo>
                  <a:pt x="25051" y="6524"/>
                  <a:pt x="25019" y="6492"/>
                  <a:pt x="24988" y="6492"/>
                </a:cubicBezTo>
                <a:cubicBezTo>
                  <a:pt x="24924" y="6397"/>
                  <a:pt x="24829" y="6334"/>
                  <a:pt x="24734" y="6271"/>
                </a:cubicBezTo>
                <a:cubicBezTo>
                  <a:pt x="24639" y="6207"/>
                  <a:pt x="24576" y="6144"/>
                  <a:pt x="24481" y="6144"/>
                </a:cubicBezTo>
                <a:cubicBezTo>
                  <a:pt x="24418" y="6144"/>
                  <a:pt x="24386" y="6176"/>
                  <a:pt x="24354" y="6176"/>
                </a:cubicBezTo>
                <a:cubicBezTo>
                  <a:pt x="24322" y="6207"/>
                  <a:pt x="24291" y="6207"/>
                  <a:pt x="24259" y="6207"/>
                </a:cubicBezTo>
                <a:cubicBezTo>
                  <a:pt x="24259" y="6207"/>
                  <a:pt x="24259" y="6207"/>
                  <a:pt x="24227" y="6144"/>
                </a:cubicBezTo>
                <a:cubicBezTo>
                  <a:pt x="24196" y="6049"/>
                  <a:pt x="24164" y="5922"/>
                  <a:pt x="24164" y="5796"/>
                </a:cubicBezTo>
                <a:cubicBezTo>
                  <a:pt x="24132" y="5732"/>
                  <a:pt x="24132" y="5701"/>
                  <a:pt x="24101" y="5637"/>
                </a:cubicBezTo>
                <a:cubicBezTo>
                  <a:pt x="24101" y="5606"/>
                  <a:pt x="24069" y="5542"/>
                  <a:pt x="24006" y="5511"/>
                </a:cubicBezTo>
                <a:cubicBezTo>
                  <a:pt x="23942" y="5511"/>
                  <a:pt x="23752" y="5447"/>
                  <a:pt x="23531" y="5416"/>
                </a:cubicBezTo>
                <a:cubicBezTo>
                  <a:pt x="23404" y="5384"/>
                  <a:pt x="23309" y="5352"/>
                  <a:pt x="23214" y="5352"/>
                </a:cubicBezTo>
                <a:cubicBezTo>
                  <a:pt x="23119" y="5321"/>
                  <a:pt x="23056" y="5289"/>
                  <a:pt x="23056" y="5289"/>
                </a:cubicBezTo>
                <a:cubicBezTo>
                  <a:pt x="22992" y="5226"/>
                  <a:pt x="22834" y="5194"/>
                  <a:pt x="22676" y="5131"/>
                </a:cubicBezTo>
                <a:cubicBezTo>
                  <a:pt x="22549" y="5036"/>
                  <a:pt x="22391" y="4972"/>
                  <a:pt x="22327" y="4909"/>
                </a:cubicBezTo>
                <a:cubicBezTo>
                  <a:pt x="22137" y="4814"/>
                  <a:pt x="21916" y="4624"/>
                  <a:pt x="21694" y="4624"/>
                </a:cubicBezTo>
                <a:cubicBezTo>
                  <a:pt x="21536" y="4624"/>
                  <a:pt x="21061" y="4687"/>
                  <a:pt x="20871" y="4687"/>
                </a:cubicBezTo>
                <a:lnTo>
                  <a:pt x="20744" y="4687"/>
                </a:lnTo>
                <a:cubicBezTo>
                  <a:pt x="20586" y="4687"/>
                  <a:pt x="20332" y="4751"/>
                  <a:pt x="20206" y="4751"/>
                </a:cubicBezTo>
                <a:cubicBezTo>
                  <a:pt x="20174" y="4751"/>
                  <a:pt x="20142" y="4782"/>
                  <a:pt x="20111" y="4814"/>
                </a:cubicBezTo>
                <a:cubicBezTo>
                  <a:pt x="20111" y="4846"/>
                  <a:pt x="20079" y="4877"/>
                  <a:pt x="20079" y="4909"/>
                </a:cubicBezTo>
                <a:cubicBezTo>
                  <a:pt x="20111" y="5004"/>
                  <a:pt x="20142" y="5099"/>
                  <a:pt x="20142" y="5131"/>
                </a:cubicBezTo>
                <a:cubicBezTo>
                  <a:pt x="20142" y="5146"/>
                  <a:pt x="20150" y="5146"/>
                  <a:pt x="20146" y="5146"/>
                </a:cubicBezTo>
                <a:cubicBezTo>
                  <a:pt x="20142" y="5146"/>
                  <a:pt x="20126" y="5146"/>
                  <a:pt x="20079" y="5162"/>
                </a:cubicBezTo>
                <a:cubicBezTo>
                  <a:pt x="20047" y="5194"/>
                  <a:pt x="20016" y="5194"/>
                  <a:pt x="19984" y="5194"/>
                </a:cubicBezTo>
                <a:cubicBezTo>
                  <a:pt x="20016" y="5162"/>
                  <a:pt x="20016" y="5099"/>
                  <a:pt x="20016" y="5067"/>
                </a:cubicBezTo>
                <a:cubicBezTo>
                  <a:pt x="20016" y="5004"/>
                  <a:pt x="20016" y="4972"/>
                  <a:pt x="20016" y="4941"/>
                </a:cubicBezTo>
                <a:cubicBezTo>
                  <a:pt x="20016" y="4814"/>
                  <a:pt x="19984" y="4719"/>
                  <a:pt x="19920" y="4656"/>
                </a:cubicBezTo>
                <a:cubicBezTo>
                  <a:pt x="19920" y="4624"/>
                  <a:pt x="19889" y="4592"/>
                  <a:pt x="19857" y="4592"/>
                </a:cubicBezTo>
                <a:lnTo>
                  <a:pt x="19984" y="4592"/>
                </a:lnTo>
                <a:cubicBezTo>
                  <a:pt x="20237" y="4624"/>
                  <a:pt x="20586" y="4656"/>
                  <a:pt x="20839" y="4656"/>
                </a:cubicBezTo>
                <a:lnTo>
                  <a:pt x="20966" y="4656"/>
                </a:lnTo>
                <a:cubicBezTo>
                  <a:pt x="21092" y="4656"/>
                  <a:pt x="21187" y="4624"/>
                  <a:pt x="21251" y="4561"/>
                </a:cubicBezTo>
                <a:cubicBezTo>
                  <a:pt x="21314" y="4497"/>
                  <a:pt x="21346" y="4434"/>
                  <a:pt x="21346" y="4402"/>
                </a:cubicBezTo>
                <a:cubicBezTo>
                  <a:pt x="21377" y="4402"/>
                  <a:pt x="21377" y="4371"/>
                  <a:pt x="21377" y="4371"/>
                </a:cubicBezTo>
                <a:cubicBezTo>
                  <a:pt x="21346" y="4307"/>
                  <a:pt x="21314" y="4276"/>
                  <a:pt x="21314" y="4244"/>
                </a:cubicBezTo>
                <a:cubicBezTo>
                  <a:pt x="21251" y="4212"/>
                  <a:pt x="21156" y="4181"/>
                  <a:pt x="21029" y="4149"/>
                </a:cubicBezTo>
                <a:cubicBezTo>
                  <a:pt x="20934" y="4117"/>
                  <a:pt x="20807" y="4086"/>
                  <a:pt x="20744" y="4086"/>
                </a:cubicBezTo>
                <a:lnTo>
                  <a:pt x="19160" y="4086"/>
                </a:lnTo>
                <a:cubicBezTo>
                  <a:pt x="19097" y="4086"/>
                  <a:pt x="19002" y="3991"/>
                  <a:pt x="18875" y="3896"/>
                </a:cubicBezTo>
                <a:cubicBezTo>
                  <a:pt x="18812" y="3864"/>
                  <a:pt x="18717" y="3769"/>
                  <a:pt x="18622" y="3706"/>
                </a:cubicBezTo>
                <a:cubicBezTo>
                  <a:pt x="18527" y="3611"/>
                  <a:pt x="18432" y="3547"/>
                  <a:pt x="18305" y="3515"/>
                </a:cubicBezTo>
                <a:cubicBezTo>
                  <a:pt x="18179" y="3484"/>
                  <a:pt x="18210" y="3484"/>
                  <a:pt x="17894" y="3389"/>
                </a:cubicBezTo>
                <a:cubicBezTo>
                  <a:pt x="17799" y="3357"/>
                  <a:pt x="17704" y="3325"/>
                  <a:pt x="17609" y="3294"/>
                </a:cubicBezTo>
                <a:cubicBezTo>
                  <a:pt x="17577" y="3294"/>
                  <a:pt x="17545" y="3262"/>
                  <a:pt x="17514" y="3262"/>
                </a:cubicBezTo>
                <a:cubicBezTo>
                  <a:pt x="17514" y="3230"/>
                  <a:pt x="17482" y="3199"/>
                  <a:pt x="17419" y="3199"/>
                </a:cubicBezTo>
                <a:cubicBezTo>
                  <a:pt x="17387" y="3199"/>
                  <a:pt x="17355" y="3230"/>
                  <a:pt x="17355" y="3230"/>
                </a:cubicBezTo>
                <a:cubicBezTo>
                  <a:pt x="17324" y="3294"/>
                  <a:pt x="17324" y="3294"/>
                  <a:pt x="17324" y="3294"/>
                </a:cubicBezTo>
                <a:cubicBezTo>
                  <a:pt x="17324" y="3325"/>
                  <a:pt x="17324" y="3389"/>
                  <a:pt x="17324" y="3420"/>
                </a:cubicBezTo>
                <a:cubicBezTo>
                  <a:pt x="17324" y="3515"/>
                  <a:pt x="17324" y="3642"/>
                  <a:pt x="17450" y="3706"/>
                </a:cubicBezTo>
                <a:cubicBezTo>
                  <a:pt x="17577" y="3801"/>
                  <a:pt x="17799" y="3959"/>
                  <a:pt x="17989" y="4022"/>
                </a:cubicBezTo>
                <a:cubicBezTo>
                  <a:pt x="18084" y="4086"/>
                  <a:pt x="18210" y="4117"/>
                  <a:pt x="18305" y="4149"/>
                </a:cubicBezTo>
                <a:cubicBezTo>
                  <a:pt x="18400" y="4181"/>
                  <a:pt x="18495" y="4212"/>
                  <a:pt x="18527" y="4244"/>
                </a:cubicBezTo>
                <a:cubicBezTo>
                  <a:pt x="18654" y="4466"/>
                  <a:pt x="19002" y="4561"/>
                  <a:pt x="19002" y="4592"/>
                </a:cubicBezTo>
                <a:lnTo>
                  <a:pt x="19034" y="4592"/>
                </a:lnTo>
                <a:lnTo>
                  <a:pt x="19414" y="4624"/>
                </a:lnTo>
                <a:cubicBezTo>
                  <a:pt x="19319" y="4687"/>
                  <a:pt x="19192" y="4751"/>
                  <a:pt x="19097" y="4782"/>
                </a:cubicBezTo>
                <a:cubicBezTo>
                  <a:pt x="19034" y="4814"/>
                  <a:pt x="18970" y="4846"/>
                  <a:pt x="18939" y="4909"/>
                </a:cubicBezTo>
                <a:cubicBezTo>
                  <a:pt x="18875" y="4941"/>
                  <a:pt x="18844" y="5004"/>
                  <a:pt x="18844" y="5067"/>
                </a:cubicBezTo>
                <a:cubicBezTo>
                  <a:pt x="18844" y="5099"/>
                  <a:pt x="18844" y="5162"/>
                  <a:pt x="18875" y="5194"/>
                </a:cubicBezTo>
                <a:cubicBezTo>
                  <a:pt x="18907" y="5226"/>
                  <a:pt x="18875" y="5289"/>
                  <a:pt x="18907" y="5384"/>
                </a:cubicBezTo>
                <a:cubicBezTo>
                  <a:pt x="18907" y="5447"/>
                  <a:pt x="18939" y="5574"/>
                  <a:pt x="19065" y="5669"/>
                </a:cubicBezTo>
                <a:cubicBezTo>
                  <a:pt x="19160" y="5764"/>
                  <a:pt x="19224" y="5827"/>
                  <a:pt x="19350" y="5859"/>
                </a:cubicBezTo>
                <a:lnTo>
                  <a:pt x="19319" y="5859"/>
                </a:lnTo>
                <a:cubicBezTo>
                  <a:pt x="19224" y="5859"/>
                  <a:pt x="19160" y="5891"/>
                  <a:pt x="19097" y="5954"/>
                </a:cubicBezTo>
                <a:cubicBezTo>
                  <a:pt x="19065" y="5986"/>
                  <a:pt x="19034" y="6017"/>
                  <a:pt x="19002" y="6017"/>
                </a:cubicBezTo>
                <a:cubicBezTo>
                  <a:pt x="19002" y="6017"/>
                  <a:pt x="19002" y="5986"/>
                  <a:pt x="19002" y="5986"/>
                </a:cubicBezTo>
                <a:cubicBezTo>
                  <a:pt x="18907" y="5796"/>
                  <a:pt x="18717" y="5637"/>
                  <a:pt x="18685" y="5574"/>
                </a:cubicBezTo>
                <a:cubicBezTo>
                  <a:pt x="18654" y="5542"/>
                  <a:pt x="18527" y="5321"/>
                  <a:pt x="18400" y="5226"/>
                </a:cubicBezTo>
                <a:cubicBezTo>
                  <a:pt x="18369" y="5194"/>
                  <a:pt x="18337" y="5162"/>
                  <a:pt x="18305" y="5131"/>
                </a:cubicBezTo>
                <a:cubicBezTo>
                  <a:pt x="18432" y="5131"/>
                  <a:pt x="18527" y="5099"/>
                  <a:pt x="18590" y="5099"/>
                </a:cubicBezTo>
                <a:cubicBezTo>
                  <a:pt x="18749" y="5067"/>
                  <a:pt x="18780" y="4941"/>
                  <a:pt x="18780" y="4846"/>
                </a:cubicBezTo>
                <a:cubicBezTo>
                  <a:pt x="18780" y="4751"/>
                  <a:pt x="18717" y="4624"/>
                  <a:pt x="18590" y="4624"/>
                </a:cubicBezTo>
                <a:cubicBezTo>
                  <a:pt x="18590" y="4624"/>
                  <a:pt x="18527" y="4592"/>
                  <a:pt x="18495" y="4561"/>
                </a:cubicBezTo>
                <a:cubicBezTo>
                  <a:pt x="18432" y="4529"/>
                  <a:pt x="18400" y="4497"/>
                  <a:pt x="18305" y="4497"/>
                </a:cubicBezTo>
                <a:lnTo>
                  <a:pt x="18274" y="4497"/>
                </a:lnTo>
                <a:cubicBezTo>
                  <a:pt x="18274" y="4466"/>
                  <a:pt x="18305" y="4434"/>
                  <a:pt x="18305" y="4402"/>
                </a:cubicBezTo>
                <a:cubicBezTo>
                  <a:pt x="18305" y="4371"/>
                  <a:pt x="18305" y="4339"/>
                  <a:pt x="18274" y="4339"/>
                </a:cubicBezTo>
                <a:cubicBezTo>
                  <a:pt x="18210" y="4149"/>
                  <a:pt x="18084" y="4086"/>
                  <a:pt x="17925" y="4086"/>
                </a:cubicBezTo>
                <a:cubicBezTo>
                  <a:pt x="17830" y="4086"/>
                  <a:pt x="17704" y="4149"/>
                  <a:pt x="17672" y="4276"/>
                </a:cubicBezTo>
                <a:cubicBezTo>
                  <a:pt x="17640" y="4276"/>
                  <a:pt x="17640" y="4307"/>
                  <a:pt x="17640" y="4339"/>
                </a:cubicBezTo>
                <a:cubicBezTo>
                  <a:pt x="17672" y="4466"/>
                  <a:pt x="17735" y="4497"/>
                  <a:pt x="17799" y="4529"/>
                </a:cubicBezTo>
                <a:cubicBezTo>
                  <a:pt x="17894" y="4561"/>
                  <a:pt x="17957" y="4592"/>
                  <a:pt x="18052" y="4592"/>
                </a:cubicBezTo>
                <a:lnTo>
                  <a:pt x="18084" y="4592"/>
                </a:lnTo>
                <a:cubicBezTo>
                  <a:pt x="18020" y="4592"/>
                  <a:pt x="17989" y="4624"/>
                  <a:pt x="17925" y="4656"/>
                </a:cubicBezTo>
                <a:cubicBezTo>
                  <a:pt x="17862" y="4719"/>
                  <a:pt x="17830" y="4751"/>
                  <a:pt x="17767" y="4782"/>
                </a:cubicBezTo>
                <a:cubicBezTo>
                  <a:pt x="17735" y="4846"/>
                  <a:pt x="17704" y="4877"/>
                  <a:pt x="17704" y="4972"/>
                </a:cubicBezTo>
                <a:cubicBezTo>
                  <a:pt x="17704" y="4972"/>
                  <a:pt x="17704" y="5004"/>
                  <a:pt x="17704" y="5004"/>
                </a:cubicBezTo>
                <a:cubicBezTo>
                  <a:pt x="17735" y="5099"/>
                  <a:pt x="17830" y="5162"/>
                  <a:pt x="17957" y="5194"/>
                </a:cubicBezTo>
                <a:cubicBezTo>
                  <a:pt x="17925" y="5226"/>
                  <a:pt x="17894" y="5257"/>
                  <a:pt x="17894" y="5289"/>
                </a:cubicBezTo>
                <a:cubicBezTo>
                  <a:pt x="17894" y="5321"/>
                  <a:pt x="17894" y="5352"/>
                  <a:pt x="17894" y="5352"/>
                </a:cubicBezTo>
                <a:cubicBezTo>
                  <a:pt x="17894" y="5511"/>
                  <a:pt x="17957" y="5637"/>
                  <a:pt x="18020" y="5827"/>
                </a:cubicBezTo>
                <a:cubicBezTo>
                  <a:pt x="18052" y="5922"/>
                  <a:pt x="18115" y="6144"/>
                  <a:pt x="18115" y="6271"/>
                </a:cubicBezTo>
                <a:cubicBezTo>
                  <a:pt x="18115" y="6302"/>
                  <a:pt x="18084" y="6334"/>
                  <a:pt x="18084" y="6334"/>
                </a:cubicBezTo>
                <a:cubicBezTo>
                  <a:pt x="17957" y="6366"/>
                  <a:pt x="17925" y="6397"/>
                  <a:pt x="17799" y="6429"/>
                </a:cubicBezTo>
                <a:cubicBezTo>
                  <a:pt x="17799" y="6429"/>
                  <a:pt x="17767" y="6429"/>
                  <a:pt x="17767" y="6397"/>
                </a:cubicBezTo>
                <a:cubicBezTo>
                  <a:pt x="17767" y="6366"/>
                  <a:pt x="17735" y="6334"/>
                  <a:pt x="17735" y="6271"/>
                </a:cubicBezTo>
                <a:cubicBezTo>
                  <a:pt x="17735" y="6112"/>
                  <a:pt x="17704" y="5954"/>
                  <a:pt x="17704" y="5891"/>
                </a:cubicBezTo>
                <a:cubicBezTo>
                  <a:pt x="17735" y="5859"/>
                  <a:pt x="17735" y="5859"/>
                  <a:pt x="17735" y="5827"/>
                </a:cubicBezTo>
                <a:cubicBezTo>
                  <a:pt x="17735" y="5796"/>
                  <a:pt x="17704" y="5732"/>
                  <a:pt x="17672" y="5732"/>
                </a:cubicBezTo>
                <a:cubicBezTo>
                  <a:pt x="17640" y="5701"/>
                  <a:pt x="17640" y="5701"/>
                  <a:pt x="17609" y="5701"/>
                </a:cubicBezTo>
                <a:cubicBezTo>
                  <a:pt x="17545" y="5701"/>
                  <a:pt x="17482" y="5732"/>
                  <a:pt x="17387" y="5732"/>
                </a:cubicBezTo>
                <a:lnTo>
                  <a:pt x="17197" y="5732"/>
                </a:lnTo>
                <a:cubicBezTo>
                  <a:pt x="17165" y="5732"/>
                  <a:pt x="17102" y="5732"/>
                  <a:pt x="17039" y="5764"/>
                </a:cubicBezTo>
                <a:cubicBezTo>
                  <a:pt x="17007" y="5796"/>
                  <a:pt x="16944" y="5827"/>
                  <a:pt x="16944" y="5922"/>
                </a:cubicBezTo>
                <a:cubicBezTo>
                  <a:pt x="16944" y="6017"/>
                  <a:pt x="17039" y="6081"/>
                  <a:pt x="17102" y="6112"/>
                </a:cubicBezTo>
                <a:cubicBezTo>
                  <a:pt x="17165" y="6112"/>
                  <a:pt x="17197" y="6207"/>
                  <a:pt x="17197" y="6239"/>
                </a:cubicBezTo>
                <a:cubicBezTo>
                  <a:pt x="17197" y="6302"/>
                  <a:pt x="17197" y="6334"/>
                  <a:pt x="17165" y="6334"/>
                </a:cubicBezTo>
                <a:cubicBezTo>
                  <a:pt x="17134" y="6366"/>
                  <a:pt x="17007" y="6366"/>
                  <a:pt x="16880" y="6366"/>
                </a:cubicBezTo>
                <a:cubicBezTo>
                  <a:pt x="16659" y="6366"/>
                  <a:pt x="16310" y="6334"/>
                  <a:pt x="16184" y="6334"/>
                </a:cubicBezTo>
                <a:cubicBezTo>
                  <a:pt x="16057" y="6334"/>
                  <a:pt x="15930" y="6366"/>
                  <a:pt x="15835" y="6366"/>
                </a:cubicBezTo>
                <a:cubicBezTo>
                  <a:pt x="15772" y="6366"/>
                  <a:pt x="15740" y="6334"/>
                  <a:pt x="15709" y="6334"/>
                </a:cubicBezTo>
                <a:lnTo>
                  <a:pt x="15709" y="6302"/>
                </a:lnTo>
                <a:cubicBezTo>
                  <a:pt x="15740" y="6271"/>
                  <a:pt x="15835" y="6239"/>
                  <a:pt x="15899" y="6239"/>
                </a:cubicBezTo>
                <a:lnTo>
                  <a:pt x="15994" y="6239"/>
                </a:lnTo>
                <a:cubicBezTo>
                  <a:pt x="16152" y="6239"/>
                  <a:pt x="16500" y="6239"/>
                  <a:pt x="16659" y="5954"/>
                </a:cubicBezTo>
                <a:cubicBezTo>
                  <a:pt x="16690" y="5891"/>
                  <a:pt x="16722" y="5827"/>
                  <a:pt x="16722" y="5764"/>
                </a:cubicBezTo>
                <a:cubicBezTo>
                  <a:pt x="16722" y="5606"/>
                  <a:pt x="16595" y="5542"/>
                  <a:pt x="16500" y="5511"/>
                </a:cubicBezTo>
                <a:cubicBezTo>
                  <a:pt x="16405" y="5479"/>
                  <a:pt x="16310" y="5479"/>
                  <a:pt x="16247" y="5479"/>
                </a:cubicBezTo>
                <a:cubicBezTo>
                  <a:pt x="16120" y="5447"/>
                  <a:pt x="16057" y="5416"/>
                  <a:pt x="15899" y="5226"/>
                </a:cubicBezTo>
                <a:cubicBezTo>
                  <a:pt x="15867" y="5162"/>
                  <a:pt x="15867" y="5162"/>
                  <a:pt x="15867" y="5131"/>
                </a:cubicBezTo>
                <a:cubicBezTo>
                  <a:pt x="15867" y="5099"/>
                  <a:pt x="15867" y="5067"/>
                  <a:pt x="15899" y="5036"/>
                </a:cubicBezTo>
                <a:cubicBezTo>
                  <a:pt x="15930" y="4972"/>
                  <a:pt x="15994" y="4941"/>
                  <a:pt x="15994" y="4846"/>
                </a:cubicBezTo>
                <a:cubicBezTo>
                  <a:pt x="15994" y="4814"/>
                  <a:pt x="15994" y="4782"/>
                  <a:pt x="15994" y="4782"/>
                </a:cubicBezTo>
                <a:cubicBezTo>
                  <a:pt x="15962" y="4751"/>
                  <a:pt x="15962" y="4719"/>
                  <a:pt x="15930" y="4719"/>
                </a:cubicBezTo>
                <a:cubicBezTo>
                  <a:pt x="15962" y="4719"/>
                  <a:pt x="15962" y="4719"/>
                  <a:pt x="15994" y="4687"/>
                </a:cubicBezTo>
                <a:cubicBezTo>
                  <a:pt x="16120" y="4656"/>
                  <a:pt x="16120" y="4529"/>
                  <a:pt x="16184" y="4466"/>
                </a:cubicBezTo>
                <a:cubicBezTo>
                  <a:pt x="16184" y="4434"/>
                  <a:pt x="16215" y="4371"/>
                  <a:pt x="16215" y="4371"/>
                </a:cubicBezTo>
                <a:cubicBezTo>
                  <a:pt x="16279" y="4339"/>
                  <a:pt x="16405" y="4339"/>
                  <a:pt x="16500" y="4339"/>
                </a:cubicBezTo>
                <a:lnTo>
                  <a:pt x="16595" y="4339"/>
                </a:lnTo>
                <a:cubicBezTo>
                  <a:pt x="16627" y="4339"/>
                  <a:pt x="16627" y="4339"/>
                  <a:pt x="16627" y="4371"/>
                </a:cubicBezTo>
                <a:cubicBezTo>
                  <a:pt x="16659" y="4402"/>
                  <a:pt x="16659" y="4434"/>
                  <a:pt x="16690" y="4497"/>
                </a:cubicBezTo>
                <a:cubicBezTo>
                  <a:pt x="16713" y="4520"/>
                  <a:pt x="16751" y="4542"/>
                  <a:pt x="16783" y="4542"/>
                </a:cubicBezTo>
                <a:cubicBezTo>
                  <a:pt x="16796" y="4542"/>
                  <a:pt x="16808" y="4538"/>
                  <a:pt x="16817" y="4529"/>
                </a:cubicBezTo>
                <a:lnTo>
                  <a:pt x="16975" y="4529"/>
                </a:lnTo>
                <a:cubicBezTo>
                  <a:pt x="17102" y="4529"/>
                  <a:pt x="17197" y="4466"/>
                  <a:pt x="17260" y="4371"/>
                </a:cubicBezTo>
                <a:cubicBezTo>
                  <a:pt x="17324" y="4276"/>
                  <a:pt x="17355" y="4212"/>
                  <a:pt x="17387" y="4149"/>
                </a:cubicBezTo>
                <a:cubicBezTo>
                  <a:pt x="17387" y="4117"/>
                  <a:pt x="17387" y="4117"/>
                  <a:pt x="17387" y="4117"/>
                </a:cubicBezTo>
                <a:cubicBezTo>
                  <a:pt x="17387" y="3959"/>
                  <a:pt x="17260" y="3801"/>
                  <a:pt x="17007" y="3801"/>
                </a:cubicBezTo>
                <a:lnTo>
                  <a:pt x="16025" y="3801"/>
                </a:lnTo>
                <a:cubicBezTo>
                  <a:pt x="15962" y="3832"/>
                  <a:pt x="15899" y="3832"/>
                  <a:pt x="15804" y="3896"/>
                </a:cubicBezTo>
                <a:cubicBezTo>
                  <a:pt x="15740" y="3991"/>
                  <a:pt x="15740" y="4054"/>
                  <a:pt x="15740" y="4149"/>
                </a:cubicBezTo>
                <a:cubicBezTo>
                  <a:pt x="15740" y="4244"/>
                  <a:pt x="15772" y="4339"/>
                  <a:pt x="15772" y="4402"/>
                </a:cubicBezTo>
                <a:cubicBezTo>
                  <a:pt x="15740" y="4434"/>
                  <a:pt x="15740" y="4466"/>
                  <a:pt x="15740" y="4466"/>
                </a:cubicBezTo>
                <a:cubicBezTo>
                  <a:pt x="15740" y="4529"/>
                  <a:pt x="15772" y="4561"/>
                  <a:pt x="15804" y="4624"/>
                </a:cubicBezTo>
                <a:cubicBezTo>
                  <a:pt x="15804" y="4624"/>
                  <a:pt x="15804" y="4624"/>
                  <a:pt x="15804" y="4656"/>
                </a:cubicBezTo>
                <a:lnTo>
                  <a:pt x="15772" y="4656"/>
                </a:lnTo>
                <a:cubicBezTo>
                  <a:pt x="15709" y="4656"/>
                  <a:pt x="15645" y="4670"/>
                  <a:pt x="15582" y="4670"/>
                </a:cubicBezTo>
                <a:cubicBezTo>
                  <a:pt x="15550" y="4670"/>
                  <a:pt x="15518" y="4666"/>
                  <a:pt x="15487" y="4656"/>
                </a:cubicBezTo>
                <a:cubicBezTo>
                  <a:pt x="15518" y="4656"/>
                  <a:pt x="15518" y="4656"/>
                  <a:pt x="15550" y="4624"/>
                </a:cubicBezTo>
                <a:cubicBezTo>
                  <a:pt x="15582" y="4592"/>
                  <a:pt x="15645" y="4561"/>
                  <a:pt x="15645" y="4466"/>
                </a:cubicBezTo>
                <a:cubicBezTo>
                  <a:pt x="15677" y="4371"/>
                  <a:pt x="15709" y="4054"/>
                  <a:pt x="15709" y="4054"/>
                </a:cubicBezTo>
                <a:cubicBezTo>
                  <a:pt x="15740" y="4022"/>
                  <a:pt x="15740" y="4022"/>
                  <a:pt x="15709" y="3991"/>
                </a:cubicBezTo>
                <a:cubicBezTo>
                  <a:pt x="15709" y="3991"/>
                  <a:pt x="15677" y="3832"/>
                  <a:pt x="15487" y="3801"/>
                </a:cubicBezTo>
                <a:cubicBezTo>
                  <a:pt x="15455" y="3801"/>
                  <a:pt x="15423" y="3832"/>
                  <a:pt x="15360" y="3832"/>
                </a:cubicBezTo>
                <a:cubicBezTo>
                  <a:pt x="15265" y="3927"/>
                  <a:pt x="15233" y="3927"/>
                  <a:pt x="15202" y="3927"/>
                </a:cubicBezTo>
                <a:lnTo>
                  <a:pt x="15170" y="3927"/>
                </a:lnTo>
                <a:cubicBezTo>
                  <a:pt x="15170" y="3927"/>
                  <a:pt x="15138" y="3864"/>
                  <a:pt x="15107" y="3801"/>
                </a:cubicBezTo>
                <a:cubicBezTo>
                  <a:pt x="15075" y="3769"/>
                  <a:pt x="14980" y="3674"/>
                  <a:pt x="14885" y="3674"/>
                </a:cubicBezTo>
                <a:lnTo>
                  <a:pt x="14822" y="3674"/>
                </a:lnTo>
                <a:cubicBezTo>
                  <a:pt x="14568" y="3737"/>
                  <a:pt x="14505" y="3959"/>
                  <a:pt x="14473" y="3959"/>
                </a:cubicBezTo>
                <a:cubicBezTo>
                  <a:pt x="14442" y="3991"/>
                  <a:pt x="14347" y="4022"/>
                  <a:pt x="14315" y="4022"/>
                </a:cubicBezTo>
                <a:cubicBezTo>
                  <a:pt x="14252" y="3991"/>
                  <a:pt x="13998" y="3801"/>
                  <a:pt x="13998" y="3801"/>
                </a:cubicBezTo>
                <a:cubicBezTo>
                  <a:pt x="13998" y="3801"/>
                  <a:pt x="13967" y="3769"/>
                  <a:pt x="13967" y="3769"/>
                </a:cubicBezTo>
                <a:cubicBezTo>
                  <a:pt x="14062" y="3769"/>
                  <a:pt x="14188" y="3706"/>
                  <a:pt x="14252" y="3706"/>
                </a:cubicBezTo>
                <a:cubicBezTo>
                  <a:pt x="14283" y="3706"/>
                  <a:pt x="14283" y="3737"/>
                  <a:pt x="14283" y="3737"/>
                </a:cubicBezTo>
                <a:cubicBezTo>
                  <a:pt x="14347" y="3769"/>
                  <a:pt x="14410" y="3801"/>
                  <a:pt x="14442" y="3801"/>
                </a:cubicBezTo>
                <a:cubicBezTo>
                  <a:pt x="14505" y="3801"/>
                  <a:pt x="14568" y="3769"/>
                  <a:pt x="14600" y="3737"/>
                </a:cubicBezTo>
                <a:cubicBezTo>
                  <a:pt x="14663" y="3706"/>
                  <a:pt x="14695" y="3674"/>
                  <a:pt x="14695" y="3579"/>
                </a:cubicBezTo>
                <a:lnTo>
                  <a:pt x="14695" y="3547"/>
                </a:lnTo>
                <a:cubicBezTo>
                  <a:pt x="14695" y="3515"/>
                  <a:pt x="14727" y="3420"/>
                  <a:pt x="14727" y="3325"/>
                </a:cubicBezTo>
                <a:cubicBezTo>
                  <a:pt x="14727" y="3294"/>
                  <a:pt x="14727" y="3230"/>
                  <a:pt x="14695" y="3167"/>
                </a:cubicBezTo>
                <a:cubicBezTo>
                  <a:pt x="14663" y="3104"/>
                  <a:pt x="14600" y="3072"/>
                  <a:pt x="14537" y="3040"/>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grpSp>
        <p:nvGrpSpPr>
          <p:cNvPr id="348" name="Google Shape;348;p6"/>
          <p:cNvGrpSpPr/>
          <p:nvPr/>
        </p:nvGrpSpPr>
        <p:grpSpPr>
          <a:xfrm>
            <a:off x="7439723" y="4137051"/>
            <a:ext cx="640931" cy="862064"/>
            <a:chOff x="3893257" y="2898594"/>
            <a:chExt cx="483443" cy="661340"/>
          </a:xfrm>
        </p:grpSpPr>
        <p:sp>
          <p:nvSpPr>
            <p:cNvPr id="349" name="Google Shape;349;p6"/>
            <p:cNvSpPr/>
            <p:nvPr/>
          </p:nvSpPr>
          <p:spPr>
            <a:xfrm>
              <a:off x="3929038" y="2898594"/>
              <a:ext cx="404156" cy="628460"/>
            </a:xfrm>
            <a:custGeom>
              <a:rect b="b" l="l" r="r" t="t"/>
              <a:pathLst>
                <a:path extrusionOk="0" h="20585" w="13238">
                  <a:moveTo>
                    <a:pt x="3135" y="0"/>
                  </a:moveTo>
                  <a:cubicBezTo>
                    <a:pt x="1394" y="0"/>
                    <a:pt x="0" y="1457"/>
                    <a:pt x="0" y="3199"/>
                  </a:cubicBezTo>
                  <a:lnTo>
                    <a:pt x="0" y="20585"/>
                  </a:lnTo>
                  <a:lnTo>
                    <a:pt x="13238" y="20585"/>
                  </a:lnTo>
                  <a:lnTo>
                    <a:pt x="13238" y="3199"/>
                  </a:lnTo>
                  <a:cubicBezTo>
                    <a:pt x="13238" y="1457"/>
                    <a:pt x="11813" y="0"/>
                    <a:pt x="10103"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50" name="Google Shape;350;p6"/>
            <p:cNvSpPr/>
            <p:nvPr/>
          </p:nvSpPr>
          <p:spPr>
            <a:xfrm>
              <a:off x="3893257" y="3503820"/>
              <a:ext cx="483443" cy="56114"/>
            </a:xfrm>
            <a:custGeom>
              <a:rect b="b" l="l" r="r" t="t"/>
              <a:pathLst>
                <a:path extrusionOk="0" h="1838" w="15835">
                  <a:moveTo>
                    <a:pt x="0" y="1"/>
                  </a:moveTo>
                  <a:lnTo>
                    <a:pt x="0" y="1838"/>
                  </a:lnTo>
                  <a:lnTo>
                    <a:pt x="15835" y="1838"/>
                  </a:lnTo>
                  <a:lnTo>
                    <a:pt x="15835" y="1"/>
                  </a:ln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51" name="Google Shape;351;p6"/>
            <p:cNvSpPr/>
            <p:nvPr/>
          </p:nvSpPr>
          <p:spPr>
            <a:xfrm>
              <a:off x="4052776" y="2963348"/>
              <a:ext cx="70616" cy="93819"/>
            </a:xfrm>
            <a:custGeom>
              <a:rect b="b" l="l" r="r" t="t"/>
              <a:pathLst>
                <a:path extrusionOk="0" h="3073" w="2313">
                  <a:moveTo>
                    <a:pt x="919" y="349"/>
                  </a:moveTo>
                  <a:cubicBezTo>
                    <a:pt x="1109" y="349"/>
                    <a:pt x="1236" y="381"/>
                    <a:pt x="1331" y="476"/>
                  </a:cubicBezTo>
                  <a:cubicBezTo>
                    <a:pt x="1458" y="571"/>
                    <a:pt x="1489" y="698"/>
                    <a:pt x="1489" y="888"/>
                  </a:cubicBezTo>
                  <a:cubicBezTo>
                    <a:pt x="1489" y="1078"/>
                    <a:pt x="1458" y="1204"/>
                    <a:pt x="1331" y="1299"/>
                  </a:cubicBezTo>
                  <a:cubicBezTo>
                    <a:pt x="1236" y="1394"/>
                    <a:pt x="1109" y="1426"/>
                    <a:pt x="919" y="1426"/>
                  </a:cubicBezTo>
                  <a:lnTo>
                    <a:pt x="413" y="1426"/>
                  </a:lnTo>
                  <a:lnTo>
                    <a:pt x="413" y="349"/>
                  </a:lnTo>
                  <a:close/>
                  <a:moveTo>
                    <a:pt x="1" y="1"/>
                  </a:moveTo>
                  <a:lnTo>
                    <a:pt x="1" y="3073"/>
                  </a:lnTo>
                  <a:lnTo>
                    <a:pt x="413" y="3073"/>
                  </a:lnTo>
                  <a:lnTo>
                    <a:pt x="413" y="1774"/>
                  </a:lnTo>
                  <a:lnTo>
                    <a:pt x="856" y="1774"/>
                  </a:lnTo>
                  <a:cubicBezTo>
                    <a:pt x="1014" y="1774"/>
                    <a:pt x="1141" y="1806"/>
                    <a:pt x="1204" y="1869"/>
                  </a:cubicBezTo>
                  <a:cubicBezTo>
                    <a:pt x="1299" y="1933"/>
                    <a:pt x="1394" y="2091"/>
                    <a:pt x="1489" y="2281"/>
                  </a:cubicBezTo>
                  <a:lnTo>
                    <a:pt x="1869" y="3073"/>
                  </a:lnTo>
                  <a:lnTo>
                    <a:pt x="2313" y="3073"/>
                  </a:lnTo>
                  <a:lnTo>
                    <a:pt x="1901" y="2249"/>
                  </a:lnTo>
                  <a:cubicBezTo>
                    <a:pt x="1806" y="2059"/>
                    <a:pt x="1743" y="1933"/>
                    <a:pt x="1648" y="1838"/>
                  </a:cubicBezTo>
                  <a:cubicBezTo>
                    <a:pt x="1584" y="1743"/>
                    <a:pt x="1489" y="1679"/>
                    <a:pt x="1394" y="1648"/>
                  </a:cubicBezTo>
                  <a:cubicBezTo>
                    <a:pt x="1584" y="1584"/>
                    <a:pt x="1711" y="1489"/>
                    <a:pt x="1774" y="1363"/>
                  </a:cubicBezTo>
                  <a:cubicBezTo>
                    <a:pt x="1869" y="1236"/>
                    <a:pt x="1901" y="1078"/>
                    <a:pt x="1901" y="888"/>
                  </a:cubicBezTo>
                  <a:cubicBezTo>
                    <a:pt x="1901" y="603"/>
                    <a:pt x="1838" y="381"/>
                    <a:pt x="1679" y="223"/>
                  </a:cubicBezTo>
                  <a:cubicBezTo>
                    <a:pt x="1489" y="64"/>
                    <a:pt x="1236" y="1"/>
                    <a:pt x="91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52" name="Google Shape;352;p6"/>
            <p:cNvSpPr/>
            <p:nvPr/>
          </p:nvSpPr>
          <p:spPr>
            <a:xfrm>
              <a:off x="4138840" y="2963348"/>
              <a:ext cx="12609" cy="93819"/>
            </a:xfrm>
            <a:custGeom>
              <a:rect b="b" l="l" r="r" t="t"/>
              <a:pathLst>
                <a:path extrusionOk="0" h="3073" w="413">
                  <a:moveTo>
                    <a:pt x="0" y="1"/>
                  </a:moveTo>
                  <a:lnTo>
                    <a:pt x="0" y="3073"/>
                  </a:lnTo>
                  <a:lnTo>
                    <a:pt x="412" y="3073"/>
                  </a:lnTo>
                  <a:lnTo>
                    <a:pt x="41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sp>
          <p:nvSpPr>
            <p:cNvPr id="353" name="Google Shape;353;p6"/>
            <p:cNvSpPr/>
            <p:nvPr/>
          </p:nvSpPr>
          <p:spPr>
            <a:xfrm>
              <a:off x="4175568" y="2963348"/>
              <a:ext cx="58038" cy="93819"/>
            </a:xfrm>
            <a:custGeom>
              <a:rect b="b" l="l" r="r" t="t"/>
              <a:pathLst>
                <a:path extrusionOk="0" h="3073" w="1901">
                  <a:moveTo>
                    <a:pt x="888" y="349"/>
                  </a:moveTo>
                  <a:cubicBezTo>
                    <a:pt x="1078" y="349"/>
                    <a:pt x="1204" y="381"/>
                    <a:pt x="1331" y="508"/>
                  </a:cubicBezTo>
                  <a:cubicBezTo>
                    <a:pt x="1426" y="603"/>
                    <a:pt x="1458" y="729"/>
                    <a:pt x="1458" y="919"/>
                  </a:cubicBezTo>
                  <a:cubicBezTo>
                    <a:pt x="1458" y="1109"/>
                    <a:pt x="1426" y="1236"/>
                    <a:pt x="1331" y="1363"/>
                  </a:cubicBezTo>
                  <a:cubicBezTo>
                    <a:pt x="1204" y="1458"/>
                    <a:pt x="1078" y="1489"/>
                    <a:pt x="888" y="1489"/>
                  </a:cubicBezTo>
                  <a:lnTo>
                    <a:pt x="381" y="1489"/>
                  </a:lnTo>
                  <a:lnTo>
                    <a:pt x="381" y="349"/>
                  </a:lnTo>
                  <a:close/>
                  <a:moveTo>
                    <a:pt x="1" y="1"/>
                  </a:moveTo>
                  <a:lnTo>
                    <a:pt x="1" y="3073"/>
                  </a:lnTo>
                  <a:lnTo>
                    <a:pt x="381" y="3073"/>
                  </a:lnTo>
                  <a:lnTo>
                    <a:pt x="381" y="1838"/>
                  </a:lnTo>
                  <a:lnTo>
                    <a:pt x="888" y="1838"/>
                  </a:lnTo>
                  <a:cubicBezTo>
                    <a:pt x="1204" y="1838"/>
                    <a:pt x="1458" y="1774"/>
                    <a:pt x="1648" y="1616"/>
                  </a:cubicBezTo>
                  <a:cubicBezTo>
                    <a:pt x="1806" y="1458"/>
                    <a:pt x="1901" y="1236"/>
                    <a:pt x="1901" y="919"/>
                  </a:cubicBezTo>
                  <a:cubicBezTo>
                    <a:pt x="1901" y="634"/>
                    <a:pt x="1806" y="381"/>
                    <a:pt x="1648" y="223"/>
                  </a:cubicBezTo>
                  <a:cubicBezTo>
                    <a:pt x="1458" y="96"/>
                    <a:pt x="1204" y="1"/>
                    <a:pt x="888"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t/>
              </a:r>
              <a:endParaRPr sz="1400">
                <a:solidFill>
                  <a:srgbClr val="000000"/>
                </a:solidFill>
                <a:latin typeface="Arial"/>
                <a:ea typeface="Arial"/>
                <a:cs typeface="Arial"/>
                <a:sym typeface="Arial"/>
              </a:endParaRPr>
            </a:p>
          </p:txBody>
        </p:sp>
      </p:grpSp>
      <p:sp>
        <p:nvSpPr>
          <p:cNvPr id="354" name="Google Shape;354;p6"/>
          <p:cNvSpPr txBox="1"/>
          <p:nvPr/>
        </p:nvSpPr>
        <p:spPr>
          <a:xfrm>
            <a:off x="7662619" y="2362035"/>
            <a:ext cx="2130224" cy="819126"/>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3600"/>
              <a:buFont typeface="Arial"/>
              <a:buNone/>
            </a:pPr>
            <a:r>
              <a:rPr lang="en-US" sz="3600">
                <a:solidFill>
                  <a:srgbClr val="000000"/>
                </a:solidFill>
                <a:latin typeface="Fira Sans Medium"/>
                <a:ea typeface="Fira Sans Medium"/>
                <a:cs typeface="Fira Sans Medium"/>
                <a:sym typeface="Fira Sans Medium"/>
              </a:rPr>
              <a:t>90M</a:t>
            </a:r>
            <a:endParaRPr sz="3600">
              <a:solidFill>
                <a:srgbClr val="000000"/>
              </a:solidFill>
              <a:latin typeface="Fira Sans Medium"/>
              <a:ea typeface="Fira Sans Medium"/>
              <a:cs typeface="Fira Sans Medium"/>
              <a:sym typeface="Fira Sans Medium"/>
            </a:endParaRPr>
          </a:p>
        </p:txBody>
      </p:sp>
      <p:sp>
        <p:nvSpPr>
          <p:cNvPr id="355" name="Google Shape;355;p6"/>
          <p:cNvSpPr txBox="1"/>
          <p:nvPr/>
        </p:nvSpPr>
        <p:spPr>
          <a:xfrm>
            <a:off x="7662621" y="3004673"/>
            <a:ext cx="2130222" cy="4631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000000"/>
              </a:buClr>
              <a:buSzPts val="1400"/>
              <a:buFont typeface="Arial"/>
              <a:buNone/>
            </a:pPr>
            <a:r>
              <a:rPr b="1" i="0" lang="en-US" sz="1400">
                <a:solidFill>
                  <a:schemeClr val="dk1"/>
                </a:solidFill>
                <a:latin typeface="Arial"/>
                <a:ea typeface="Arial"/>
                <a:cs typeface="Arial"/>
                <a:sym typeface="Arial"/>
              </a:rPr>
              <a:t>1 in 11 adults (90 million) are living with diabetes</a:t>
            </a:r>
            <a:endParaRPr b="1" sz="1400">
              <a:solidFill>
                <a:schemeClr val="dk1"/>
              </a:solidFill>
              <a:latin typeface="Roboto"/>
              <a:ea typeface="Roboto"/>
              <a:cs typeface="Roboto"/>
              <a:sym typeface="Roboto"/>
            </a:endParaRPr>
          </a:p>
        </p:txBody>
      </p:sp>
      <p:sp>
        <p:nvSpPr>
          <p:cNvPr id="356" name="Google Shape;356;p6"/>
          <p:cNvSpPr txBox="1"/>
          <p:nvPr/>
        </p:nvSpPr>
        <p:spPr>
          <a:xfrm>
            <a:off x="5456678" y="4178585"/>
            <a:ext cx="1890300" cy="887513"/>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Clr>
                <a:srgbClr val="000000"/>
              </a:buClr>
              <a:buSzPts val="1200"/>
              <a:buFont typeface="Arial"/>
              <a:buNone/>
            </a:pPr>
            <a:r>
              <a:rPr b="1" i="0" lang="en-US" sz="1200">
                <a:solidFill>
                  <a:schemeClr val="dk1"/>
                </a:solidFill>
                <a:latin typeface="Calibri"/>
                <a:ea typeface="Calibri"/>
                <a:cs typeface="Calibri"/>
                <a:sym typeface="Calibri"/>
              </a:rPr>
              <a:t>diabetes management </a:t>
            </a:r>
            <a:r>
              <a:rPr b="1" lang="en-US" sz="1200">
                <a:solidFill>
                  <a:schemeClr val="dk1"/>
                </a:solidFill>
                <a:latin typeface="Calibri"/>
                <a:ea typeface="Calibri"/>
                <a:cs typeface="Calibri"/>
                <a:sym typeface="Calibri"/>
              </a:rPr>
              <a:t>expending is about </a:t>
            </a:r>
            <a:r>
              <a:rPr b="1" i="0" lang="en-US" sz="1200">
                <a:solidFill>
                  <a:schemeClr val="dk1"/>
                </a:solidFill>
                <a:latin typeface="Calibri"/>
                <a:ea typeface="Calibri"/>
                <a:cs typeface="Calibri"/>
                <a:sym typeface="Calibri"/>
              </a:rPr>
              <a:t> 827 billion USD  globally  </a:t>
            </a:r>
            <a:endParaRPr b="1" sz="1200">
              <a:solidFill>
                <a:schemeClr val="dk1"/>
              </a:solidFill>
              <a:latin typeface="Calibri"/>
              <a:ea typeface="Calibri"/>
              <a:cs typeface="Calibri"/>
              <a:sym typeface="Calibri"/>
            </a:endParaRPr>
          </a:p>
        </p:txBody>
      </p:sp>
      <p:sp>
        <p:nvSpPr>
          <p:cNvPr id="357" name="Google Shape;357;p6"/>
          <p:cNvSpPr txBox="1"/>
          <p:nvPr/>
        </p:nvSpPr>
        <p:spPr>
          <a:xfrm>
            <a:off x="8135176" y="4025785"/>
            <a:ext cx="2337788" cy="1143918"/>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rPr b="1" i="0" lang="en-US" sz="1200">
                <a:solidFill>
                  <a:schemeClr val="dk1"/>
                </a:solidFill>
                <a:latin typeface="Arial"/>
                <a:ea typeface="Arial"/>
                <a:cs typeface="Arial"/>
                <a:sym typeface="Arial"/>
              </a:rPr>
              <a:t>Diabetes is major cause </a:t>
            </a:r>
            <a:r>
              <a:rPr b="1" lang="en-US" sz="1200">
                <a:solidFill>
                  <a:schemeClr val="dk1"/>
                </a:solidFill>
                <a:latin typeface="Arial"/>
                <a:ea typeface="Arial"/>
                <a:cs typeface="Arial"/>
                <a:sym typeface="Arial"/>
              </a:rPr>
              <a:t>of death</a:t>
            </a:r>
            <a:endParaRPr b="1" i="0" sz="1200">
              <a:solidFill>
                <a:schemeClr val="dk1"/>
              </a:solidFill>
              <a:latin typeface="Arial"/>
              <a:ea typeface="Arial"/>
              <a:cs typeface="Arial"/>
              <a:sym typeface="Arial"/>
            </a:endParaRPr>
          </a:p>
        </p:txBody>
      </p:sp>
      <p:sp>
        <p:nvSpPr>
          <p:cNvPr id="358" name="Google Shape;358;p6"/>
          <p:cNvSpPr txBox="1"/>
          <p:nvPr>
            <p:ph type="title"/>
          </p:nvPr>
        </p:nvSpPr>
        <p:spPr>
          <a:xfrm>
            <a:off x="1044695" y="354273"/>
            <a:ext cx="10515600" cy="11336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5000"/>
              <a:buFont typeface="Calibri"/>
              <a:buNone/>
            </a:pPr>
            <a:r>
              <a:rPr b="1" lang="en-US" sz="5000">
                <a:latin typeface="Calibri"/>
                <a:ea typeface="Calibri"/>
                <a:cs typeface="Calibri"/>
                <a:sym typeface="Calibri"/>
              </a:rPr>
              <a:t>Diabetes Worldwide affect</a:t>
            </a:r>
            <a:endParaRPr/>
          </a:p>
        </p:txBody>
      </p:sp>
      <p:pic>
        <p:nvPicPr>
          <p:cNvPr id="359" name="Google Shape;359;p6"/>
          <p:cNvPicPr preferRelativeResize="0"/>
          <p:nvPr/>
        </p:nvPicPr>
        <p:blipFill rotWithShape="1">
          <a:blip r:embed="rId4">
            <a:alphaModFix/>
          </a:blip>
          <a:srcRect b="0" l="0" r="0" t="0"/>
          <a:stretch/>
        </p:blipFill>
        <p:spPr>
          <a:xfrm>
            <a:off x="4665397" y="4176863"/>
            <a:ext cx="864671" cy="864671"/>
          </a:xfrm>
          <a:prstGeom prst="rect">
            <a:avLst/>
          </a:prstGeom>
          <a:noFill/>
          <a:ln>
            <a:noFill/>
          </a:ln>
        </p:spPr>
      </p:pic>
    </p:spTree>
  </p:cSld>
  <p:clrMapOvr>
    <a:masterClrMapping/>
  </p:clrMapOvr>
  <p:transition spd="slow" p14:dur="1600">
    <p:blinds dir="ver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7"/>
          <p:cNvSpPr/>
          <p:nvPr>
            <p:ph type="title"/>
          </p:nvPr>
        </p:nvSpPr>
        <p:spPr>
          <a:xfrm>
            <a:off x="6096000" y="3621701"/>
            <a:ext cx="7047085" cy="1256211"/>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Literature Review </a:t>
            </a:r>
            <a:endParaRPr/>
          </a:p>
        </p:txBody>
      </p:sp>
      <p:pic>
        <p:nvPicPr>
          <p:cNvPr id="365" name="Google Shape;365;p7"/>
          <p:cNvPicPr preferRelativeResize="0"/>
          <p:nvPr/>
        </p:nvPicPr>
        <p:blipFill rotWithShape="1">
          <a:blip r:embed="rId3">
            <a:alphaModFix/>
          </a:blip>
          <a:srcRect b="0" l="0" r="0" t="0"/>
          <a:stretch/>
        </p:blipFill>
        <p:spPr>
          <a:xfrm>
            <a:off x="-297942" y="0"/>
            <a:ext cx="2511770" cy="1603387"/>
          </a:xfrm>
          <a:prstGeom prst="rect">
            <a:avLst/>
          </a:prstGeom>
          <a:noFill/>
          <a:ln>
            <a:noFill/>
          </a:ln>
        </p:spPr>
      </p:pic>
      <p:pic>
        <p:nvPicPr>
          <p:cNvPr descr="A magnifying glass next to a stack of books&#10;&#10;Description automatically generated" id="366" name="Google Shape;366;p7"/>
          <p:cNvPicPr preferRelativeResize="0"/>
          <p:nvPr/>
        </p:nvPicPr>
        <p:blipFill rotWithShape="1">
          <a:blip r:embed="rId4">
            <a:alphaModFix/>
          </a:blip>
          <a:srcRect b="0" l="0" r="0" t="0"/>
          <a:stretch/>
        </p:blipFill>
        <p:spPr>
          <a:xfrm>
            <a:off x="0" y="1273187"/>
            <a:ext cx="5791200" cy="5121068"/>
          </a:xfrm>
          <a:prstGeom prst="rect">
            <a:avLst/>
          </a:prstGeom>
          <a:noFill/>
          <a:ln>
            <a:noFill/>
          </a:ln>
        </p:spPr>
      </p:pic>
      <p:sp>
        <p:nvSpPr>
          <p:cNvPr id="367" name="Google Shape;367;p7"/>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02</a:t>
            </a:r>
            <a:endParaRPr/>
          </a:p>
        </p:txBody>
      </p:sp>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8"/>
          <p:cNvSpPr txBox="1"/>
          <p:nvPr>
            <p:ph type="title"/>
          </p:nvPr>
        </p:nvSpPr>
        <p:spPr>
          <a:xfrm>
            <a:off x="2670250" y="372162"/>
            <a:ext cx="8006222" cy="120241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50000"/>
              </a:lnSpc>
              <a:spcBef>
                <a:spcPts val="0"/>
              </a:spcBef>
              <a:spcAft>
                <a:spcPts val="0"/>
              </a:spcAft>
              <a:buClr>
                <a:schemeClr val="dk1"/>
              </a:buClr>
              <a:buSzPct val="100000"/>
              <a:buFont typeface="Calibri"/>
              <a:buNone/>
            </a:pPr>
            <a:r>
              <a:rPr b="1" lang="en-US" sz="2800">
                <a:latin typeface="Calibri"/>
                <a:ea typeface="Calibri"/>
                <a:cs typeface="Calibri"/>
                <a:sym typeface="Calibri"/>
              </a:rPr>
              <a:t>Machine Learning Models for Data-Driven Prediction of Diabetes by Lifestyle Type</a:t>
            </a:r>
            <a:endParaRPr/>
          </a:p>
        </p:txBody>
      </p:sp>
      <p:sp>
        <p:nvSpPr>
          <p:cNvPr id="373" name="Google Shape;373;p8"/>
          <p:cNvSpPr txBox="1"/>
          <p:nvPr>
            <p:ph idx="1" type="body"/>
          </p:nvPr>
        </p:nvSpPr>
        <p:spPr>
          <a:xfrm>
            <a:off x="280684" y="1820872"/>
            <a:ext cx="6392677" cy="4247317"/>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The study evaluated five machine-learning models (CATBoost, XGBoost, Random Forest, Logistic Regression, and SVM) using data from 17,833 individuals in the (NHANES)  database for diabetes prediction. Key lifestyle factors included energy, carbohydrate, and fat intake. (CATBoost) outperformed other models, achieving an accuracy of 82.1% and an AUC of 0.83. The findings highlight the potential of machine-learning models, especially CATBoost.</a:t>
            </a:r>
            <a:endParaRPr b="0" i="0" sz="1600" u="none" cap="none" strike="noStrike">
              <a:solidFill>
                <a:schemeClr val="dk1"/>
              </a:solidFill>
              <a:latin typeface="Arial"/>
              <a:ea typeface="Arial"/>
              <a:cs typeface="Arial"/>
              <a:sym typeface="Arial"/>
            </a:endParaRPr>
          </a:p>
        </p:txBody>
      </p:sp>
      <p:pic>
        <p:nvPicPr>
          <p:cNvPr id="374" name="Google Shape;374;p8"/>
          <p:cNvPicPr preferRelativeResize="0"/>
          <p:nvPr/>
        </p:nvPicPr>
        <p:blipFill rotWithShape="1">
          <a:blip r:embed="rId3">
            <a:alphaModFix/>
          </a:blip>
          <a:srcRect b="0" l="0" r="0" t="0"/>
          <a:stretch/>
        </p:blipFill>
        <p:spPr>
          <a:xfrm>
            <a:off x="-94745" y="-28808"/>
            <a:ext cx="2511770" cy="1603387"/>
          </a:xfrm>
          <a:prstGeom prst="rect">
            <a:avLst/>
          </a:prstGeom>
          <a:noFill/>
          <a:ln>
            <a:noFill/>
          </a:ln>
        </p:spPr>
      </p:pic>
      <p:graphicFrame>
        <p:nvGraphicFramePr>
          <p:cNvPr id="375" name="Google Shape;375;p8"/>
          <p:cNvGraphicFramePr/>
          <p:nvPr/>
        </p:nvGraphicFramePr>
        <p:xfrm>
          <a:off x="7091069" y="2084621"/>
          <a:ext cx="3000000" cy="3000000"/>
        </p:xfrm>
        <a:graphic>
          <a:graphicData uri="http://schemas.openxmlformats.org/drawingml/2006/table">
            <a:tbl>
              <a:tblPr bandRow="1" firstRow="1">
                <a:noFill/>
                <a:tableStyleId>{19F6D792-8C73-4E83-9AE1-A7C4400F5AB0}</a:tableStyleId>
              </a:tblPr>
              <a:tblGrid>
                <a:gridCol w="2416100"/>
                <a:gridCol w="2416100"/>
              </a:tblGrid>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Publish Year</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spcBef>
                          <a:spcPts val="0"/>
                        </a:spcBef>
                        <a:spcAft>
                          <a:spcPts val="0"/>
                        </a:spcAft>
                        <a:buNone/>
                      </a:pPr>
                      <a:r>
                        <a:rPr b="0" lang="en-US" sz="2400" u="none" cap="none" strike="noStrike">
                          <a:solidFill>
                            <a:schemeClr val="dk1"/>
                          </a:solidFill>
                          <a:latin typeface="Calibri"/>
                          <a:ea typeface="Calibri"/>
                          <a:cs typeface="Calibri"/>
                          <a:sym typeface="Calibri"/>
                        </a:rPr>
                        <a:t>2023</a:t>
                      </a:r>
                      <a:endParaRPr b="0" sz="2400" u="none" cap="none" strike="noStrike">
                        <a:solidFill>
                          <a:schemeClr val="dk1"/>
                        </a:solidFill>
                        <a:latin typeface="Calibri"/>
                        <a:ea typeface="Calibri"/>
                        <a:cs typeface="Calibri"/>
                        <a:sym typeface="Calibri"/>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Algorithm</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CATBoost</a:t>
                      </a:r>
                      <a:endParaRPr b="0" sz="2400" u="none" cap="none" strike="noStrike">
                        <a:solidFill>
                          <a:schemeClr val="dk1"/>
                        </a:solidFill>
                        <a:latin typeface="Calibri"/>
                        <a:ea typeface="Calibri"/>
                        <a:cs typeface="Calibri"/>
                        <a:sym typeface="Calibri"/>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Accuracy</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82.1%</a:t>
                      </a:r>
                      <a:endParaRPr b="0" sz="2400" u="none" cap="none" strike="noStrike">
                        <a:solidFill>
                          <a:schemeClr val="dk1"/>
                        </a:solidFill>
                        <a:latin typeface="Calibri"/>
                        <a:ea typeface="Calibri"/>
                        <a:cs typeface="Calibri"/>
                        <a:sym typeface="Calibri"/>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Dataset</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spcBef>
                          <a:spcPts val="0"/>
                        </a:spcBef>
                        <a:spcAft>
                          <a:spcPts val="0"/>
                        </a:spcAft>
                        <a:buNone/>
                      </a:pPr>
                      <a:r>
                        <a:rPr b="0" lang="en-US" sz="2400" u="none" cap="none" strike="noStrike">
                          <a:solidFill>
                            <a:schemeClr val="dk1"/>
                          </a:solidFill>
                          <a:latin typeface="Calibri"/>
                          <a:ea typeface="Calibri"/>
                          <a:cs typeface="Calibri"/>
                          <a:sym typeface="Calibri"/>
                        </a:rPr>
                        <a:t>NHANES</a:t>
                      </a:r>
                      <a:endParaRPr/>
                    </a:p>
                  </a:txBody>
                  <a:tcPr marT="45725" marB="45725" marR="91450" marL="9145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9"/>
          <p:cNvSpPr txBox="1"/>
          <p:nvPr>
            <p:ph type="title"/>
          </p:nvPr>
        </p:nvSpPr>
        <p:spPr>
          <a:xfrm>
            <a:off x="2739257" y="427094"/>
            <a:ext cx="7709841" cy="114748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50000"/>
              </a:lnSpc>
              <a:spcBef>
                <a:spcPts val="0"/>
              </a:spcBef>
              <a:spcAft>
                <a:spcPts val="0"/>
              </a:spcAft>
              <a:buClr>
                <a:schemeClr val="dk1"/>
              </a:buClr>
              <a:buSzPct val="100000"/>
              <a:buFont typeface="Calibri"/>
              <a:buNone/>
            </a:pPr>
            <a:r>
              <a:rPr b="1" lang="en-US" sz="2500">
                <a:latin typeface="Calibri"/>
                <a:ea typeface="Calibri"/>
                <a:cs typeface="Calibri"/>
                <a:sym typeface="Calibri"/>
              </a:rPr>
              <a:t>Predictive modelling and analytics for diabetes using a machine learning approach</a:t>
            </a:r>
            <a:endParaRPr/>
          </a:p>
        </p:txBody>
      </p:sp>
      <p:sp>
        <p:nvSpPr>
          <p:cNvPr id="381" name="Google Shape;381;p9"/>
          <p:cNvSpPr txBox="1"/>
          <p:nvPr>
            <p:ph idx="1" type="body"/>
          </p:nvPr>
        </p:nvSpPr>
        <p:spPr>
          <a:xfrm>
            <a:off x="242762" y="1752657"/>
            <a:ext cx="6606446" cy="4708981"/>
          </a:xfrm>
          <a:prstGeom prst="rect">
            <a:avLst/>
          </a:prstGeom>
          <a:noFill/>
          <a:ln>
            <a:noFill/>
          </a:ln>
        </p:spPr>
        <p:txBody>
          <a:bodyPr anchorCtr="0" anchor="ctr" bIns="45700" lIns="91425" spcFirstLastPara="1" rIns="91425" wrap="square" tIns="45700">
            <a:spAutoFit/>
          </a:bodyPr>
          <a:lstStyle/>
          <a:p>
            <a:pPr indent="0" lvl="0" marL="0" rtl="0" algn="just">
              <a:lnSpc>
                <a:spcPct val="150000"/>
              </a:lnSpc>
              <a:spcBef>
                <a:spcPts val="0"/>
              </a:spcBef>
              <a:spcAft>
                <a:spcPts val="0"/>
              </a:spcAft>
              <a:buClr>
                <a:schemeClr val="dk1"/>
              </a:buClr>
              <a:buSzPts val="2000"/>
              <a:buFont typeface="Arial"/>
              <a:buNone/>
            </a:pPr>
            <a:r>
              <a:rPr lang="en-US" sz="2000">
                <a:latin typeface="Arial"/>
                <a:ea typeface="Arial"/>
                <a:cs typeface="Arial"/>
                <a:sym typeface="Arial"/>
              </a:rPr>
              <a:t>The study applied machine learning to the Pima Indian diabetes dataset using R tools to predict diabetes and identify risk factors. Five supervised models were evaluated: SVM with linear and RBF kernels, k-Nearest Neighbor (k-NN), Artificial Neural Network (ANN), and Multifactor Dimensionality Reduction (MDR). The research emphasizes early diabetes detection to reduce risks like cardiac stroke and nephropathy, demonstrating the potential of ML for accurate predictions and healthcare improvements.</a:t>
            </a:r>
            <a:endParaRPr/>
          </a:p>
        </p:txBody>
      </p:sp>
      <p:pic>
        <p:nvPicPr>
          <p:cNvPr id="382" name="Google Shape;382;p9"/>
          <p:cNvPicPr preferRelativeResize="0"/>
          <p:nvPr/>
        </p:nvPicPr>
        <p:blipFill rotWithShape="1">
          <a:blip r:embed="rId3">
            <a:alphaModFix/>
          </a:blip>
          <a:srcRect b="0" l="0" r="0" t="0"/>
          <a:stretch/>
        </p:blipFill>
        <p:spPr>
          <a:xfrm>
            <a:off x="-94745" y="-28808"/>
            <a:ext cx="2511770" cy="1603387"/>
          </a:xfrm>
          <a:prstGeom prst="rect">
            <a:avLst/>
          </a:prstGeom>
          <a:noFill/>
          <a:ln>
            <a:noFill/>
          </a:ln>
        </p:spPr>
      </p:pic>
      <p:graphicFrame>
        <p:nvGraphicFramePr>
          <p:cNvPr id="383" name="Google Shape;383;p9"/>
          <p:cNvGraphicFramePr/>
          <p:nvPr/>
        </p:nvGraphicFramePr>
        <p:xfrm>
          <a:off x="7136223" y="2002246"/>
          <a:ext cx="3000000" cy="3000000"/>
        </p:xfrm>
        <a:graphic>
          <a:graphicData uri="http://schemas.openxmlformats.org/drawingml/2006/table">
            <a:tbl>
              <a:tblPr bandRow="1" firstRow="1">
                <a:noFill/>
                <a:tableStyleId>{19F6D792-8C73-4E83-9AE1-A7C4400F5AB0}</a:tableStyleId>
              </a:tblPr>
              <a:tblGrid>
                <a:gridCol w="2416100"/>
                <a:gridCol w="2416100"/>
              </a:tblGrid>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Publish Year</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spcBef>
                          <a:spcPts val="0"/>
                        </a:spcBef>
                        <a:spcAft>
                          <a:spcPts val="0"/>
                        </a:spcAft>
                        <a:buNone/>
                      </a:pPr>
                      <a:r>
                        <a:rPr b="0" lang="en-US" sz="2400" u="none" cap="none" strike="noStrike">
                          <a:solidFill>
                            <a:schemeClr val="dk1"/>
                          </a:solidFill>
                          <a:latin typeface="Calibri"/>
                          <a:ea typeface="Calibri"/>
                          <a:cs typeface="Calibri"/>
                          <a:sym typeface="Calibri"/>
                        </a:rPr>
                        <a:t>2018</a:t>
                      </a:r>
                      <a:endParaRPr b="0" sz="2400" u="none" cap="none" strike="noStrike">
                        <a:solidFill>
                          <a:schemeClr val="dk1"/>
                        </a:solidFill>
                        <a:latin typeface="Calibri"/>
                        <a:ea typeface="Calibri"/>
                        <a:cs typeface="Calibri"/>
                        <a:sym typeface="Calibri"/>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Algorithm</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SVM</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Accuracy</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77.3%</a:t>
                      </a:r>
                      <a:endParaRPr b="0" sz="2400" u="none" cap="none" strike="noStrike">
                        <a:solidFill>
                          <a:schemeClr val="dk1"/>
                        </a:solidFill>
                        <a:latin typeface="Calibri"/>
                        <a:ea typeface="Calibri"/>
                        <a:cs typeface="Calibri"/>
                        <a:sym typeface="Calibri"/>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Dataset</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PIMA</a:t>
                      </a:r>
                      <a:endParaRPr b="0" sz="2400" u="none" cap="none" strike="noStrike">
                        <a:solidFill>
                          <a:schemeClr val="dk1"/>
                        </a:solidFill>
                        <a:latin typeface="Calibri"/>
                        <a:ea typeface="Calibri"/>
                        <a:cs typeface="Calibri"/>
                        <a:sym typeface="Calibri"/>
                      </a:endParaRPr>
                    </a:p>
                  </a:txBody>
                  <a:tcPr marT="45725" marB="45725" marR="91450" marL="9145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0"/>
          <p:cNvSpPr txBox="1"/>
          <p:nvPr>
            <p:ph type="title"/>
          </p:nvPr>
        </p:nvSpPr>
        <p:spPr>
          <a:xfrm>
            <a:off x="2734888" y="464878"/>
            <a:ext cx="8020396" cy="100647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50000"/>
              </a:lnSpc>
              <a:spcBef>
                <a:spcPts val="0"/>
              </a:spcBef>
              <a:spcAft>
                <a:spcPts val="0"/>
              </a:spcAft>
              <a:buClr>
                <a:schemeClr val="dk1"/>
              </a:buClr>
              <a:buSzPct val="100000"/>
              <a:buFont typeface="Calibri"/>
              <a:buNone/>
            </a:pPr>
            <a:r>
              <a:rPr b="1" lang="en-US" sz="2600">
                <a:latin typeface="Calibri"/>
                <a:ea typeface="Calibri"/>
                <a:cs typeface="Calibri"/>
                <a:sym typeface="Calibri"/>
              </a:rPr>
              <a:t>SACDNet: Towards Early Type 2 Diabetes Prediction with Uncertainty for Electronic Health Records</a:t>
            </a:r>
            <a:endParaRPr/>
          </a:p>
        </p:txBody>
      </p:sp>
      <p:sp>
        <p:nvSpPr>
          <p:cNvPr id="389" name="Google Shape;389;p10"/>
          <p:cNvSpPr txBox="1"/>
          <p:nvPr>
            <p:ph idx="1" type="body"/>
          </p:nvPr>
        </p:nvSpPr>
        <p:spPr>
          <a:xfrm>
            <a:off x="343752" y="1831365"/>
            <a:ext cx="6224101" cy="3804504"/>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Arial"/>
                <a:ea typeface="Arial"/>
                <a:cs typeface="Arial"/>
                <a:sym typeface="Arial"/>
              </a:rPr>
              <a:t>The study introduces SACDNet, a novel neural network for early T2DM prediction using self-attention layers, achieving 89.3% accuracy and 89.1% F1-Score. Monte Carlo Dropout is used for uncertainty quantification. Evaluations on a real-world EHR dataset (4,124 diabetic, 181,767 non-diabetic) and fairness analysis validate its effectiveness across demographics.</a:t>
            </a:r>
            <a:endParaRPr/>
          </a:p>
        </p:txBody>
      </p:sp>
      <p:pic>
        <p:nvPicPr>
          <p:cNvPr id="390" name="Google Shape;390;p10"/>
          <p:cNvPicPr preferRelativeResize="0"/>
          <p:nvPr/>
        </p:nvPicPr>
        <p:blipFill rotWithShape="1">
          <a:blip r:embed="rId3">
            <a:alphaModFix/>
          </a:blip>
          <a:srcRect b="0" l="0" r="0" t="0"/>
          <a:stretch/>
        </p:blipFill>
        <p:spPr>
          <a:xfrm>
            <a:off x="-94745" y="-28808"/>
            <a:ext cx="2511770" cy="1603387"/>
          </a:xfrm>
          <a:prstGeom prst="rect">
            <a:avLst/>
          </a:prstGeom>
          <a:noFill/>
          <a:ln>
            <a:noFill/>
          </a:ln>
        </p:spPr>
      </p:pic>
      <p:graphicFrame>
        <p:nvGraphicFramePr>
          <p:cNvPr id="391" name="Google Shape;391;p10"/>
          <p:cNvGraphicFramePr/>
          <p:nvPr/>
        </p:nvGraphicFramePr>
        <p:xfrm>
          <a:off x="7115536" y="2020225"/>
          <a:ext cx="3000000" cy="3000000"/>
        </p:xfrm>
        <a:graphic>
          <a:graphicData uri="http://schemas.openxmlformats.org/drawingml/2006/table">
            <a:tbl>
              <a:tblPr bandRow="1" firstRow="1">
                <a:noFill/>
                <a:tableStyleId>{19F6D792-8C73-4E83-9AE1-A7C4400F5AB0}</a:tableStyleId>
              </a:tblPr>
              <a:tblGrid>
                <a:gridCol w="2416100"/>
                <a:gridCol w="2416100"/>
              </a:tblGrid>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Publish Year</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2023</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Algorithm</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SACDNet</a:t>
                      </a:r>
                      <a:endParaRPr b="0" sz="2400" u="none" cap="none" strike="noStrike">
                        <a:solidFill>
                          <a:schemeClr val="dk1"/>
                        </a:solidFill>
                        <a:latin typeface="Calibri"/>
                        <a:ea typeface="Calibri"/>
                        <a:cs typeface="Calibri"/>
                        <a:sym typeface="Calibri"/>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Accuracy</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89.3%</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Dataset</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EHR</a:t>
                      </a:r>
                      <a:endParaRPr b="0" sz="2400" u="none" cap="none" strike="noStrike">
                        <a:solidFill>
                          <a:schemeClr val="dk1"/>
                        </a:solidFill>
                        <a:latin typeface="Calibri"/>
                        <a:ea typeface="Calibri"/>
                        <a:cs typeface="Calibri"/>
                        <a:sym typeface="Calibri"/>
                      </a:endParaRPr>
                    </a:p>
                  </a:txBody>
                  <a:tcPr marT="45725" marB="45725" marR="91450" marL="9145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1"/>
          <p:cNvSpPr txBox="1"/>
          <p:nvPr>
            <p:ph type="title"/>
          </p:nvPr>
        </p:nvSpPr>
        <p:spPr>
          <a:xfrm>
            <a:off x="2759825" y="472174"/>
            <a:ext cx="7712825" cy="92436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50000"/>
              </a:lnSpc>
              <a:spcBef>
                <a:spcPts val="0"/>
              </a:spcBef>
              <a:spcAft>
                <a:spcPts val="0"/>
              </a:spcAft>
              <a:buClr>
                <a:schemeClr val="dk1"/>
              </a:buClr>
              <a:buSzPct val="100000"/>
              <a:buFont typeface="Calibri"/>
              <a:buNone/>
            </a:pPr>
            <a:r>
              <a:rPr b="1" lang="en-US" sz="2300">
                <a:latin typeface="Calibri"/>
                <a:ea typeface="Calibri"/>
                <a:cs typeface="Calibri"/>
                <a:sym typeface="Calibri"/>
              </a:rPr>
              <a:t>Toward reliable diabetes prediction: Innovations in data engineering and machine learning applications</a:t>
            </a:r>
            <a:endParaRPr/>
          </a:p>
        </p:txBody>
      </p:sp>
      <p:sp>
        <p:nvSpPr>
          <p:cNvPr id="397" name="Google Shape;397;p11"/>
          <p:cNvSpPr txBox="1"/>
          <p:nvPr>
            <p:ph idx="1" type="body"/>
          </p:nvPr>
        </p:nvSpPr>
        <p:spPr>
          <a:xfrm>
            <a:off x="356062" y="1792374"/>
            <a:ext cx="5965608" cy="348301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Arial"/>
                <a:ea typeface="Arial"/>
                <a:cs typeface="Arial"/>
                <a:sym typeface="Arial"/>
              </a:rPr>
              <a:t>This study developed a data preprocessing pipeline and evaluated various ML algorithms on four diabetes datasets. Random Forest, XGBoost, and Decision Tree achieved top accuracies, with preprocessing boosting accuracy by 12.15%. These models show promise for accurate diabetes diagnosis, aiding in preventative healthcare efforts.</a:t>
            </a:r>
            <a:endParaRPr/>
          </a:p>
        </p:txBody>
      </p:sp>
      <p:pic>
        <p:nvPicPr>
          <p:cNvPr id="398" name="Google Shape;398;p11"/>
          <p:cNvPicPr preferRelativeResize="0"/>
          <p:nvPr/>
        </p:nvPicPr>
        <p:blipFill rotWithShape="1">
          <a:blip r:embed="rId3">
            <a:alphaModFix/>
          </a:blip>
          <a:srcRect b="0" l="0" r="0" t="0"/>
          <a:stretch/>
        </p:blipFill>
        <p:spPr>
          <a:xfrm>
            <a:off x="-94745" y="-28808"/>
            <a:ext cx="2511770" cy="1603387"/>
          </a:xfrm>
          <a:prstGeom prst="rect">
            <a:avLst/>
          </a:prstGeom>
          <a:noFill/>
          <a:ln>
            <a:noFill/>
          </a:ln>
        </p:spPr>
      </p:pic>
      <p:graphicFrame>
        <p:nvGraphicFramePr>
          <p:cNvPr id="399" name="Google Shape;399;p11"/>
          <p:cNvGraphicFramePr/>
          <p:nvPr/>
        </p:nvGraphicFramePr>
        <p:xfrm>
          <a:off x="7097951" y="2036787"/>
          <a:ext cx="3000000" cy="3000000"/>
        </p:xfrm>
        <a:graphic>
          <a:graphicData uri="http://schemas.openxmlformats.org/drawingml/2006/table">
            <a:tbl>
              <a:tblPr bandRow="1" firstRow="1">
                <a:noFill/>
                <a:tableStyleId>{19F6D792-8C73-4E83-9AE1-A7C4400F5AB0}</a:tableStyleId>
              </a:tblPr>
              <a:tblGrid>
                <a:gridCol w="2416100"/>
                <a:gridCol w="2416100"/>
              </a:tblGrid>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Publish Year</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2024</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Algorithm</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Decision tree</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Accuracy</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99%</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Dataset</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000"/>
                        <a:buFont typeface="Calibri"/>
                        <a:buNone/>
                      </a:pPr>
                      <a:r>
                        <a:rPr b="0" lang="en-US" sz="2000" u="none" cap="none" strike="noStrike">
                          <a:solidFill>
                            <a:schemeClr val="dk1"/>
                          </a:solidFill>
                          <a:latin typeface="Calibri"/>
                          <a:ea typeface="Calibri"/>
                          <a:cs typeface="Calibri"/>
                          <a:sym typeface="Calibri"/>
                        </a:rPr>
                        <a:t>Mendeley Diabetes Dataset</a:t>
                      </a:r>
                      <a:endParaRPr/>
                    </a:p>
                  </a:txBody>
                  <a:tcPr marT="45725" marB="45725" marR="91450" marL="9145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2"/>
          <p:cNvSpPr txBox="1"/>
          <p:nvPr>
            <p:ph type="title"/>
          </p:nvPr>
        </p:nvSpPr>
        <p:spPr>
          <a:xfrm>
            <a:off x="3495920" y="456766"/>
            <a:ext cx="5747239" cy="765406"/>
          </a:xfrm>
          <a:prstGeom prst="rect">
            <a:avLst/>
          </a:prstGeom>
          <a:noFill/>
          <a:ln>
            <a:noFill/>
          </a:ln>
        </p:spPr>
        <p:txBody>
          <a:bodyPr anchorCtr="0" anchor="ctr" bIns="45700" lIns="91425" spcFirstLastPara="1" rIns="91425" wrap="square" tIns="45700">
            <a:normAutofit/>
          </a:bodyPr>
          <a:lstStyle/>
          <a:p>
            <a:pPr indent="0" lvl="0" marL="0" rtl="0" algn="ctr">
              <a:lnSpc>
                <a:spcPct val="150000"/>
              </a:lnSpc>
              <a:spcBef>
                <a:spcPts val="0"/>
              </a:spcBef>
              <a:spcAft>
                <a:spcPts val="0"/>
              </a:spcAft>
              <a:buClr>
                <a:schemeClr val="dk1"/>
              </a:buClr>
              <a:buSzPts val="2100"/>
              <a:buFont typeface="Calibri"/>
              <a:buNone/>
            </a:pPr>
            <a:r>
              <a:rPr b="1" lang="en-US" sz="2100">
                <a:latin typeface="Calibri"/>
                <a:ea typeface="Calibri"/>
                <a:cs typeface="Calibri"/>
                <a:sym typeface="Calibri"/>
              </a:rPr>
              <a:t>Pediatric diabetes prediction using deep learning</a:t>
            </a:r>
            <a:endParaRPr/>
          </a:p>
        </p:txBody>
      </p:sp>
      <p:sp>
        <p:nvSpPr>
          <p:cNvPr id="405" name="Google Shape;405;p12"/>
          <p:cNvSpPr txBox="1"/>
          <p:nvPr>
            <p:ph idx="1" type="body"/>
          </p:nvPr>
        </p:nvSpPr>
        <p:spPr>
          <a:xfrm>
            <a:off x="406401" y="1618545"/>
            <a:ext cx="6179038" cy="4708981"/>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2000"/>
              <a:buFont typeface="Arial"/>
              <a:buNone/>
            </a:pPr>
            <a:r>
              <a:rPr lang="en-US" sz="2000">
                <a:latin typeface="Arial"/>
                <a:ea typeface="Arial"/>
                <a:cs typeface="Arial"/>
                <a:sym typeface="Arial"/>
              </a:rPr>
              <a:t>The study introduces a Deep Learning-based method for early diabetes prediction using a Multi-Layer Perceptron (MLP) model, tested on the Mansoura University Children's Hospital Diabetes (MUCHD) dataset. The model achieved 99.8% accuracy, with a 4.15% performance improvement over existing methods. Various validation techniques and metrics were employed, ensuring robust results. The approach is recommended as an effective tool for clinical diabetes forecasting and diagnosis.</a:t>
            </a:r>
            <a:endParaRPr/>
          </a:p>
        </p:txBody>
      </p:sp>
      <p:pic>
        <p:nvPicPr>
          <p:cNvPr id="406" name="Google Shape;406;p12"/>
          <p:cNvPicPr preferRelativeResize="0"/>
          <p:nvPr/>
        </p:nvPicPr>
        <p:blipFill rotWithShape="1">
          <a:blip r:embed="rId3">
            <a:alphaModFix/>
          </a:blip>
          <a:srcRect b="0" l="0" r="0" t="0"/>
          <a:stretch/>
        </p:blipFill>
        <p:spPr>
          <a:xfrm>
            <a:off x="-94745" y="-12183"/>
            <a:ext cx="2511770" cy="1603387"/>
          </a:xfrm>
          <a:prstGeom prst="rect">
            <a:avLst/>
          </a:prstGeom>
          <a:noFill/>
          <a:ln>
            <a:noFill/>
          </a:ln>
        </p:spPr>
      </p:pic>
      <p:graphicFrame>
        <p:nvGraphicFramePr>
          <p:cNvPr id="407" name="Google Shape;407;p12"/>
          <p:cNvGraphicFramePr/>
          <p:nvPr/>
        </p:nvGraphicFramePr>
        <p:xfrm>
          <a:off x="7106743" y="1877116"/>
          <a:ext cx="3000000" cy="3000000"/>
        </p:xfrm>
        <a:graphic>
          <a:graphicData uri="http://schemas.openxmlformats.org/drawingml/2006/table">
            <a:tbl>
              <a:tblPr bandRow="1" firstRow="1">
                <a:noFill/>
                <a:tableStyleId>{19F6D792-8C73-4E83-9AE1-A7C4400F5AB0}</a:tableStyleId>
              </a:tblPr>
              <a:tblGrid>
                <a:gridCol w="2416100"/>
                <a:gridCol w="2416100"/>
              </a:tblGrid>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Publish Year</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2024</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Algorithm</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DNN</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Accuracy</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99.8%</a:t>
                      </a:r>
                      <a:endParaRPr/>
                    </a:p>
                  </a:txBody>
                  <a:tcPr marT="45725" marB="45725" marR="91450" marL="91450" anchor="ctr"/>
                </a:tc>
              </a:tr>
              <a:tr h="748550">
                <a:tc>
                  <a:txBody>
                    <a:bodyPr/>
                    <a:lstStyle/>
                    <a:p>
                      <a:pPr indent="0" lvl="0" marL="0" marR="0" rtl="0" algn="ctr">
                        <a:spcBef>
                          <a:spcPts val="0"/>
                        </a:spcBef>
                        <a:spcAft>
                          <a:spcPts val="0"/>
                        </a:spcAft>
                        <a:buNone/>
                      </a:pPr>
                      <a:r>
                        <a:rPr b="1" lang="en-US" sz="2400" u="none" cap="none" strike="noStrike">
                          <a:solidFill>
                            <a:schemeClr val="dk1"/>
                          </a:solidFill>
                          <a:latin typeface="Calibri"/>
                          <a:ea typeface="Calibri"/>
                          <a:cs typeface="Calibri"/>
                          <a:sym typeface="Calibri"/>
                        </a:rPr>
                        <a:t>Dataset</a:t>
                      </a:r>
                      <a:endParaRPr b="1" sz="24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2400"/>
                        <a:buFont typeface="Calibri"/>
                        <a:buNone/>
                      </a:pPr>
                      <a:r>
                        <a:rPr b="0" lang="en-US" sz="2400" u="none" cap="none" strike="noStrike">
                          <a:solidFill>
                            <a:schemeClr val="dk1"/>
                          </a:solidFill>
                          <a:latin typeface="Calibri"/>
                          <a:ea typeface="Calibri"/>
                          <a:cs typeface="Calibri"/>
                          <a:sym typeface="Calibri"/>
                        </a:rPr>
                        <a:t>MUCHD</a:t>
                      </a:r>
                      <a:endParaRPr/>
                    </a:p>
                  </a:txBody>
                  <a:tcPr marT="45725" marB="45725" marR="91450" marL="91450"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1" name="Shape 411"/>
        <p:cNvGrpSpPr/>
        <p:nvPr/>
      </p:nvGrpSpPr>
      <p:grpSpPr>
        <a:xfrm>
          <a:off x="0" y="0"/>
          <a:ext cx="0" cy="0"/>
          <a:chOff x="0" y="0"/>
          <a:chExt cx="0" cy="0"/>
        </a:xfrm>
      </p:grpSpPr>
      <p:pic>
        <p:nvPicPr>
          <p:cNvPr id="412" name="Google Shape;412;p13"/>
          <p:cNvPicPr preferRelativeResize="0"/>
          <p:nvPr/>
        </p:nvPicPr>
        <p:blipFill rotWithShape="1">
          <a:blip r:embed="rId3">
            <a:alphaModFix/>
          </a:blip>
          <a:srcRect b="0" l="0" r="0" t="0"/>
          <a:stretch/>
        </p:blipFill>
        <p:spPr>
          <a:xfrm>
            <a:off x="-283430" y="0"/>
            <a:ext cx="2511770" cy="1603387"/>
          </a:xfrm>
          <a:prstGeom prst="rect">
            <a:avLst/>
          </a:prstGeom>
          <a:noFill/>
          <a:ln>
            <a:noFill/>
          </a:ln>
        </p:spPr>
      </p:pic>
      <p:pic>
        <p:nvPicPr>
          <p:cNvPr descr="A hand writing on a blackboard&#10;&#10;Description automatically generated" id="413" name="Google Shape;413;p13"/>
          <p:cNvPicPr preferRelativeResize="0"/>
          <p:nvPr/>
        </p:nvPicPr>
        <p:blipFill rotWithShape="1">
          <a:blip r:embed="rId4">
            <a:alphaModFix/>
          </a:blip>
          <a:srcRect b="0" l="0" r="0" t="0"/>
          <a:stretch/>
        </p:blipFill>
        <p:spPr>
          <a:xfrm>
            <a:off x="474132" y="1384685"/>
            <a:ext cx="5715001" cy="4920199"/>
          </a:xfrm>
          <a:prstGeom prst="rect">
            <a:avLst/>
          </a:prstGeom>
          <a:noFill/>
          <a:ln>
            <a:noFill/>
          </a:ln>
        </p:spPr>
      </p:pic>
      <p:sp>
        <p:nvSpPr>
          <p:cNvPr id="414" name="Google Shape;414;p13"/>
          <p:cNvSpPr/>
          <p:nvPr/>
        </p:nvSpPr>
        <p:spPr>
          <a:xfrm>
            <a:off x="7168280" y="3960368"/>
            <a:ext cx="4727387"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Problem Statement</a:t>
            </a:r>
            <a:endParaRPr/>
          </a:p>
        </p:txBody>
      </p:sp>
      <p:sp>
        <p:nvSpPr>
          <p:cNvPr id="415" name="Google Shape;415;p13"/>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03</a:t>
            </a:r>
            <a:endParaRPr/>
          </a:p>
        </p:txBody>
      </p:sp>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9" name="Shape 419"/>
        <p:cNvGrpSpPr/>
        <p:nvPr/>
      </p:nvGrpSpPr>
      <p:grpSpPr>
        <a:xfrm>
          <a:off x="0" y="0"/>
          <a:ext cx="0" cy="0"/>
          <a:chOff x="0" y="0"/>
          <a:chExt cx="0" cy="0"/>
        </a:xfrm>
      </p:grpSpPr>
      <p:sp>
        <p:nvSpPr>
          <p:cNvPr id="420" name="Google Shape;420;p14"/>
          <p:cNvSpPr txBox="1"/>
          <p:nvPr>
            <p:ph type="title"/>
          </p:nvPr>
        </p:nvSpPr>
        <p:spPr>
          <a:xfrm>
            <a:off x="460829" y="343516"/>
            <a:ext cx="10515600" cy="113369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C0C0C"/>
              </a:buClr>
              <a:buSzPts val="5000"/>
              <a:buFont typeface="Calibri"/>
              <a:buNone/>
            </a:pPr>
            <a:r>
              <a:rPr b="1" lang="en-US" sz="5000">
                <a:solidFill>
                  <a:srgbClr val="0C0C0C"/>
                </a:solidFill>
                <a:latin typeface="Calibri"/>
                <a:ea typeface="Calibri"/>
                <a:cs typeface="Calibri"/>
                <a:sym typeface="Calibri"/>
              </a:rPr>
              <a:t>Problems of </a:t>
            </a:r>
            <a:r>
              <a:rPr b="1" lang="en-US" sz="5000">
                <a:latin typeface="Calibri"/>
                <a:ea typeface="Calibri"/>
                <a:cs typeface="Calibri"/>
                <a:sym typeface="Calibri"/>
              </a:rPr>
              <a:t>Diabetes</a:t>
            </a:r>
            <a:endParaRPr b="1" sz="5000">
              <a:solidFill>
                <a:srgbClr val="0C0C0C"/>
              </a:solidFill>
              <a:latin typeface="Calibri"/>
              <a:ea typeface="Calibri"/>
              <a:cs typeface="Calibri"/>
              <a:sym typeface="Calibri"/>
            </a:endParaRPr>
          </a:p>
        </p:txBody>
      </p:sp>
      <p:pic>
        <p:nvPicPr>
          <p:cNvPr id="421" name="Google Shape;421;p14"/>
          <p:cNvPicPr preferRelativeResize="0"/>
          <p:nvPr/>
        </p:nvPicPr>
        <p:blipFill rotWithShape="1">
          <a:blip r:embed="rId3">
            <a:alphaModFix/>
          </a:blip>
          <a:srcRect b="0" l="0" r="0" t="0"/>
          <a:stretch/>
        </p:blipFill>
        <p:spPr>
          <a:xfrm>
            <a:off x="-138285" y="0"/>
            <a:ext cx="2511770" cy="1603387"/>
          </a:xfrm>
          <a:prstGeom prst="rect">
            <a:avLst/>
          </a:prstGeom>
          <a:noFill/>
          <a:ln>
            <a:noFill/>
          </a:ln>
        </p:spPr>
      </p:pic>
      <p:grpSp>
        <p:nvGrpSpPr>
          <p:cNvPr id="422" name="Google Shape;422;p14"/>
          <p:cNvGrpSpPr/>
          <p:nvPr/>
        </p:nvGrpSpPr>
        <p:grpSpPr>
          <a:xfrm>
            <a:off x="301172" y="2445701"/>
            <a:ext cx="2833914" cy="2661976"/>
            <a:chOff x="457188" y="1854623"/>
            <a:chExt cx="2236707" cy="2237626"/>
          </a:xfrm>
        </p:grpSpPr>
        <p:sp>
          <p:nvSpPr>
            <p:cNvPr id="423" name="Google Shape;423;p14"/>
            <p:cNvSpPr/>
            <p:nvPr/>
          </p:nvSpPr>
          <p:spPr>
            <a:xfrm>
              <a:off x="457188" y="1854623"/>
              <a:ext cx="2236707" cy="2237626"/>
            </a:xfrm>
            <a:custGeom>
              <a:rect b="b" l="l" r="r" t="t"/>
              <a:pathLst>
                <a:path extrusionOk="0" h="75468" w="75437">
                  <a:moveTo>
                    <a:pt x="37719" y="0"/>
                  </a:moveTo>
                  <a:cubicBezTo>
                    <a:pt x="16881" y="0"/>
                    <a:pt x="1" y="16911"/>
                    <a:pt x="1" y="37750"/>
                  </a:cubicBezTo>
                  <a:cubicBezTo>
                    <a:pt x="1" y="58588"/>
                    <a:pt x="16881" y="75467"/>
                    <a:pt x="37719" y="75467"/>
                  </a:cubicBezTo>
                  <a:cubicBezTo>
                    <a:pt x="58557" y="75467"/>
                    <a:pt x="75437" y="58588"/>
                    <a:pt x="75437" y="37750"/>
                  </a:cubicBezTo>
                  <a:cubicBezTo>
                    <a:pt x="75437" y="16911"/>
                    <a:pt x="58557" y="0"/>
                    <a:pt x="37719" y="0"/>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4"/>
            <p:cNvSpPr/>
            <p:nvPr/>
          </p:nvSpPr>
          <p:spPr>
            <a:xfrm>
              <a:off x="1776464" y="3963568"/>
              <a:ext cx="69529" cy="110832"/>
            </a:xfrm>
            <a:custGeom>
              <a:rect b="b" l="l" r="r" t="t"/>
              <a:pathLst>
                <a:path extrusionOk="0" h="3738" w="2345">
                  <a:moveTo>
                    <a:pt x="1" y="1"/>
                  </a:moveTo>
                  <a:lnTo>
                    <a:pt x="1" y="3737"/>
                  </a:lnTo>
                  <a:cubicBezTo>
                    <a:pt x="793" y="3579"/>
                    <a:pt x="1553" y="3421"/>
                    <a:pt x="2345" y="3231"/>
                  </a:cubicBezTo>
                  <a:cubicBezTo>
                    <a:pt x="1806" y="2027"/>
                    <a:pt x="1014" y="951"/>
                    <a:pt x="1"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4"/>
            <p:cNvSpPr/>
            <p:nvPr/>
          </p:nvSpPr>
          <p:spPr>
            <a:xfrm>
              <a:off x="625273" y="3382339"/>
              <a:ext cx="1151221" cy="704276"/>
            </a:xfrm>
            <a:custGeom>
              <a:rect b="b" l="l" r="r" t="t"/>
              <a:pathLst>
                <a:path extrusionOk="0" h="23753" w="38827">
                  <a:moveTo>
                    <a:pt x="13333" y="0"/>
                  </a:moveTo>
                  <a:cubicBezTo>
                    <a:pt x="8013" y="0"/>
                    <a:pt x="3231" y="2376"/>
                    <a:pt x="1" y="6113"/>
                  </a:cubicBezTo>
                  <a:cubicBezTo>
                    <a:pt x="5891" y="15550"/>
                    <a:pt x="15804" y="22200"/>
                    <a:pt x="27331" y="23657"/>
                  </a:cubicBezTo>
                  <a:cubicBezTo>
                    <a:pt x="26539" y="20459"/>
                    <a:pt x="26159" y="18147"/>
                    <a:pt x="26128" y="18020"/>
                  </a:cubicBezTo>
                  <a:lnTo>
                    <a:pt x="34077" y="16753"/>
                  </a:lnTo>
                  <a:cubicBezTo>
                    <a:pt x="34425" y="18748"/>
                    <a:pt x="34963" y="21219"/>
                    <a:pt x="35692" y="23752"/>
                  </a:cubicBezTo>
                  <a:cubicBezTo>
                    <a:pt x="36737" y="23657"/>
                    <a:pt x="37782" y="23530"/>
                    <a:pt x="38827" y="23340"/>
                  </a:cubicBezTo>
                  <a:lnTo>
                    <a:pt x="38827" y="19604"/>
                  </a:lnTo>
                  <a:cubicBezTo>
                    <a:pt x="37370" y="18242"/>
                    <a:pt x="35438" y="17070"/>
                    <a:pt x="33063" y="15898"/>
                  </a:cubicBezTo>
                  <a:lnTo>
                    <a:pt x="30118" y="507"/>
                  </a:lnTo>
                  <a:lnTo>
                    <a:pt x="30118" y="507"/>
                  </a:lnTo>
                  <a:cubicBezTo>
                    <a:pt x="30720" y="571"/>
                    <a:pt x="31290" y="634"/>
                    <a:pt x="31860" y="697"/>
                  </a:cubicBezTo>
                  <a:cubicBezTo>
                    <a:pt x="30688" y="254"/>
                    <a:pt x="29453" y="0"/>
                    <a:pt x="2812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4"/>
            <p:cNvSpPr/>
            <p:nvPr/>
          </p:nvSpPr>
          <p:spPr>
            <a:xfrm>
              <a:off x="1399939" y="3879066"/>
              <a:ext cx="283602" cy="213183"/>
            </a:xfrm>
            <a:custGeom>
              <a:rect b="b" l="l" r="r" t="t"/>
              <a:pathLst>
                <a:path extrusionOk="0" h="7190" w="9565">
                  <a:moveTo>
                    <a:pt x="7950" y="0"/>
                  </a:moveTo>
                  <a:lnTo>
                    <a:pt x="1" y="1267"/>
                  </a:lnTo>
                  <a:cubicBezTo>
                    <a:pt x="32" y="1394"/>
                    <a:pt x="412" y="3706"/>
                    <a:pt x="1204" y="6904"/>
                  </a:cubicBezTo>
                  <a:cubicBezTo>
                    <a:pt x="2756" y="7094"/>
                    <a:pt x="4339" y="7189"/>
                    <a:pt x="5923" y="7189"/>
                  </a:cubicBezTo>
                  <a:cubicBezTo>
                    <a:pt x="7158" y="7189"/>
                    <a:pt x="8361" y="7126"/>
                    <a:pt x="9565" y="6999"/>
                  </a:cubicBezTo>
                  <a:cubicBezTo>
                    <a:pt x="8836" y="4466"/>
                    <a:pt x="8298" y="1995"/>
                    <a:pt x="7950" y="0"/>
                  </a:cubicBezTo>
                  <a:close/>
                </a:path>
              </a:pathLst>
            </a:custGeom>
            <a:solidFill>
              <a:srgbClr val="F992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4"/>
            <p:cNvSpPr/>
            <p:nvPr/>
          </p:nvSpPr>
          <p:spPr>
            <a:xfrm>
              <a:off x="1569893" y="3403005"/>
              <a:ext cx="669527" cy="656362"/>
            </a:xfrm>
            <a:custGeom>
              <a:rect b="b" l="l" r="r" t="t"/>
              <a:pathLst>
                <a:path extrusionOk="0" h="22137" w="22581">
                  <a:moveTo>
                    <a:pt x="1" y="0"/>
                  </a:moveTo>
                  <a:lnTo>
                    <a:pt x="1" y="0"/>
                  </a:lnTo>
                  <a:cubicBezTo>
                    <a:pt x="4054" y="1520"/>
                    <a:pt x="6968" y="5416"/>
                    <a:pt x="6968" y="10008"/>
                  </a:cubicBezTo>
                  <a:lnTo>
                    <a:pt x="6968" y="18907"/>
                  </a:lnTo>
                  <a:cubicBezTo>
                    <a:pt x="7981" y="19857"/>
                    <a:pt x="8773" y="20933"/>
                    <a:pt x="9312" y="22137"/>
                  </a:cubicBezTo>
                  <a:cubicBezTo>
                    <a:pt x="10293" y="21883"/>
                    <a:pt x="11275" y="21598"/>
                    <a:pt x="12225" y="21282"/>
                  </a:cubicBezTo>
                  <a:cubicBezTo>
                    <a:pt x="12162" y="20965"/>
                    <a:pt x="12067" y="20648"/>
                    <a:pt x="12003" y="20332"/>
                  </a:cubicBezTo>
                  <a:lnTo>
                    <a:pt x="18179" y="18685"/>
                  </a:lnTo>
                  <a:cubicBezTo>
                    <a:pt x="19699" y="17861"/>
                    <a:pt x="21187" y="16911"/>
                    <a:pt x="22581" y="15898"/>
                  </a:cubicBezTo>
                  <a:cubicBezTo>
                    <a:pt x="20586" y="7632"/>
                    <a:pt x="14474" y="1647"/>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4"/>
            <p:cNvSpPr/>
            <p:nvPr/>
          </p:nvSpPr>
          <p:spPr>
            <a:xfrm>
              <a:off x="1519191" y="3397372"/>
              <a:ext cx="257303" cy="566226"/>
            </a:xfrm>
            <a:custGeom>
              <a:rect b="b" l="l" r="r" t="t"/>
              <a:pathLst>
                <a:path extrusionOk="0" h="19097" w="8678">
                  <a:moveTo>
                    <a:pt x="1" y="0"/>
                  </a:moveTo>
                  <a:lnTo>
                    <a:pt x="2914" y="15391"/>
                  </a:lnTo>
                  <a:cubicBezTo>
                    <a:pt x="5258" y="16563"/>
                    <a:pt x="7221" y="17735"/>
                    <a:pt x="8678" y="19097"/>
                  </a:cubicBezTo>
                  <a:lnTo>
                    <a:pt x="8678" y="10198"/>
                  </a:lnTo>
                  <a:cubicBezTo>
                    <a:pt x="8678" y="5606"/>
                    <a:pt x="5764" y="1710"/>
                    <a:pt x="1711" y="190"/>
                  </a:cubicBezTo>
                  <a:cubicBezTo>
                    <a:pt x="1141" y="127"/>
                    <a:pt x="571" y="64"/>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4"/>
            <p:cNvSpPr/>
            <p:nvPr/>
          </p:nvSpPr>
          <p:spPr>
            <a:xfrm>
              <a:off x="1925782" y="3956986"/>
              <a:ext cx="183118" cy="77031"/>
            </a:xfrm>
            <a:custGeom>
              <a:rect b="b" l="l" r="r" t="t"/>
              <a:pathLst>
                <a:path extrusionOk="0" h="2598" w="6176">
                  <a:moveTo>
                    <a:pt x="6176" y="1"/>
                  </a:moveTo>
                  <a:lnTo>
                    <a:pt x="0" y="1648"/>
                  </a:lnTo>
                  <a:cubicBezTo>
                    <a:pt x="64" y="1964"/>
                    <a:pt x="159" y="2281"/>
                    <a:pt x="222" y="2598"/>
                  </a:cubicBezTo>
                  <a:cubicBezTo>
                    <a:pt x="2312" y="1901"/>
                    <a:pt x="4276" y="1046"/>
                    <a:pt x="617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4"/>
            <p:cNvSpPr/>
            <p:nvPr/>
          </p:nvSpPr>
          <p:spPr>
            <a:xfrm>
              <a:off x="1046896" y="3466842"/>
              <a:ext cx="598159" cy="309902"/>
            </a:xfrm>
            <a:custGeom>
              <a:rect b="b" l="l" r="r" t="t"/>
              <a:pathLst>
                <a:path extrusionOk="0" h="10452" w="20174">
                  <a:moveTo>
                    <a:pt x="222" y="1"/>
                  </a:moveTo>
                  <a:cubicBezTo>
                    <a:pt x="158" y="1"/>
                    <a:pt x="63" y="64"/>
                    <a:pt x="63" y="127"/>
                  </a:cubicBezTo>
                  <a:cubicBezTo>
                    <a:pt x="0" y="2819"/>
                    <a:pt x="982" y="5353"/>
                    <a:pt x="2850" y="7316"/>
                  </a:cubicBezTo>
                  <a:cubicBezTo>
                    <a:pt x="4687" y="9248"/>
                    <a:pt x="7189" y="10356"/>
                    <a:pt x="9881" y="10451"/>
                  </a:cubicBezTo>
                  <a:lnTo>
                    <a:pt x="10134" y="10451"/>
                  </a:lnTo>
                  <a:cubicBezTo>
                    <a:pt x="12731" y="10451"/>
                    <a:pt x="15170" y="9470"/>
                    <a:pt x="17038" y="7665"/>
                  </a:cubicBezTo>
                  <a:cubicBezTo>
                    <a:pt x="19002" y="5828"/>
                    <a:pt x="20110" y="3326"/>
                    <a:pt x="20173" y="634"/>
                  </a:cubicBezTo>
                  <a:cubicBezTo>
                    <a:pt x="20173" y="571"/>
                    <a:pt x="20110" y="507"/>
                    <a:pt x="20015" y="507"/>
                  </a:cubicBezTo>
                  <a:cubicBezTo>
                    <a:pt x="19952" y="507"/>
                    <a:pt x="19888" y="571"/>
                    <a:pt x="19888" y="634"/>
                  </a:cubicBezTo>
                  <a:cubicBezTo>
                    <a:pt x="19793" y="3263"/>
                    <a:pt x="18717" y="5669"/>
                    <a:pt x="16848" y="7475"/>
                  </a:cubicBezTo>
                  <a:cubicBezTo>
                    <a:pt x="15007" y="9192"/>
                    <a:pt x="12632" y="10138"/>
                    <a:pt x="10125" y="10138"/>
                  </a:cubicBezTo>
                  <a:cubicBezTo>
                    <a:pt x="10044" y="10138"/>
                    <a:pt x="9962" y="10137"/>
                    <a:pt x="9881" y="10135"/>
                  </a:cubicBezTo>
                  <a:cubicBezTo>
                    <a:pt x="7252" y="10071"/>
                    <a:pt x="4845" y="8995"/>
                    <a:pt x="3040" y="7095"/>
                  </a:cubicBezTo>
                  <a:cubicBezTo>
                    <a:pt x="1267" y="5226"/>
                    <a:pt x="317" y="2756"/>
                    <a:pt x="380" y="127"/>
                  </a:cubicBezTo>
                  <a:cubicBezTo>
                    <a:pt x="380" y="64"/>
                    <a:pt x="317" y="1"/>
                    <a:pt x="222"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4"/>
            <p:cNvSpPr/>
            <p:nvPr/>
          </p:nvSpPr>
          <p:spPr>
            <a:xfrm>
              <a:off x="1129531" y="3073416"/>
              <a:ext cx="555908" cy="622205"/>
            </a:xfrm>
            <a:custGeom>
              <a:rect b="b" l="l" r="r" t="t"/>
              <a:pathLst>
                <a:path extrusionOk="0" h="20985" w="18749">
                  <a:moveTo>
                    <a:pt x="7791" y="0"/>
                  </a:moveTo>
                  <a:lnTo>
                    <a:pt x="1583" y="11971"/>
                  </a:lnTo>
                  <a:cubicBezTo>
                    <a:pt x="0" y="15011"/>
                    <a:pt x="1203" y="18717"/>
                    <a:pt x="4244" y="20300"/>
                  </a:cubicBezTo>
                  <a:cubicBezTo>
                    <a:pt x="5143" y="20764"/>
                    <a:pt x="6107" y="20985"/>
                    <a:pt x="7060" y="20985"/>
                  </a:cubicBezTo>
                  <a:cubicBezTo>
                    <a:pt x="9294" y="20985"/>
                    <a:pt x="11462" y="19771"/>
                    <a:pt x="12573" y="17640"/>
                  </a:cubicBezTo>
                  <a:lnTo>
                    <a:pt x="18748" y="5669"/>
                  </a:lnTo>
                  <a:lnTo>
                    <a:pt x="7791" y="0"/>
                  </a:lnTo>
                  <a:close/>
                </a:path>
              </a:pathLst>
            </a:custGeom>
            <a:solidFill>
              <a:srgbClr val="EA84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4"/>
            <p:cNvSpPr/>
            <p:nvPr/>
          </p:nvSpPr>
          <p:spPr>
            <a:xfrm>
              <a:off x="1264735" y="2423636"/>
              <a:ext cx="720228" cy="1006618"/>
            </a:xfrm>
            <a:custGeom>
              <a:rect b="b" l="l" r="r" t="t"/>
              <a:pathLst>
                <a:path extrusionOk="0" h="33950" w="24291">
                  <a:moveTo>
                    <a:pt x="127" y="1"/>
                  </a:moveTo>
                  <a:lnTo>
                    <a:pt x="32" y="21820"/>
                  </a:lnTo>
                  <a:cubicBezTo>
                    <a:pt x="0" y="28471"/>
                    <a:pt x="5384" y="33918"/>
                    <a:pt x="12066" y="33950"/>
                  </a:cubicBezTo>
                  <a:cubicBezTo>
                    <a:pt x="12086" y="33950"/>
                    <a:pt x="12105" y="33950"/>
                    <a:pt x="12125" y="33950"/>
                  </a:cubicBezTo>
                  <a:cubicBezTo>
                    <a:pt x="18780" y="33950"/>
                    <a:pt x="24164" y="28578"/>
                    <a:pt x="24196" y="21915"/>
                  </a:cubicBezTo>
                  <a:lnTo>
                    <a:pt x="24291" y="96"/>
                  </a:lnTo>
                  <a:lnTo>
                    <a:pt x="127" y="1"/>
                  </a:lnTo>
                  <a:close/>
                </a:path>
              </a:pathLst>
            </a:custGeom>
            <a:solidFill>
              <a:srgbClr val="F992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4"/>
            <p:cNvSpPr/>
            <p:nvPr/>
          </p:nvSpPr>
          <p:spPr>
            <a:xfrm>
              <a:off x="1176467" y="2287483"/>
              <a:ext cx="800046" cy="677028"/>
            </a:xfrm>
            <a:custGeom>
              <a:rect b="b" l="l" r="r" t="t"/>
              <a:pathLst>
                <a:path extrusionOk="0" h="22834" w="26983">
                  <a:moveTo>
                    <a:pt x="11306" y="1"/>
                  </a:moveTo>
                  <a:cubicBezTo>
                    <a:pt x="5068" y="1"/>
                    <a:pt x="32" y="5036"/>
                    <a:pt x="32" y="11243"/>
                  </a:cubicBezTo>
                  <a:lnTo>
                    <a:pt x="0" y="22802"/>
                  </a:lnTo>
                  <a:lnTo>
                    <a:pt x="4149" y="22834"/>
                  </a:lnTo>
                  <a:lnTo>
                    <a:pt x="4149" y="14315"/>
                  </a:lnTo>
                  <a:cubicBezTo>
                    <a:pt x="4180" y="12529"/>
                    <a:pt x="5638" y="11053"/>
                    <a:pt x="7418" y="11053"/>
                  </a:cubicBezTo>
                  <a:cubicBezTo>
                    <a:pt x="7437" y="11053"/>
                    <a:pt x="7455" y="11053"/>
                    <a:pt x="7474" y="11053"/>
                  </a:cubicBezTo>
                  <a:lnTo>
                    <a:pt x="24956" y="11085"/>
                  </a:lnTo>
                  <a:cubicBezTo>
                    <a:pt x="26064" y="11085"/>
                    <a:pt x="26983" y="10166"/>
                    <a:pt x="26951" y="9026"/>
                  </a:cubicBezTo>
                  <a:cubicBezTo>
                    <a:pt x="26919" y="7949"/>
                    <a:pt x="25969" y="7094"/>
                    <a:pt x="24892" y="7094"/>
                  </a:cubicBezTo>
                  <a:lnTo>
                    <a:pt x="14093" y="1"/>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4"/>
            <p:cNvSpPr/>
            <p:nvPr/>
          </p:nvSpPr>
          <p:spPr>
            <a:xfrm>
              <a:off x="1134216" y="2912861"/>
              <a:ext cx="267651" cy="266702"/>
            </a:xfrm>
            <a:custGeom>
              <a:rect b="b" l="l" r="r" t="t"/>
              <a:pathLst>
                <a:path extrusionOk="0" h="8995" w="9027">
                  <a:moveTo>
                    <a:pt x="4529" y="0"/>
                  </a:moveTo>
                  <a:cubicBezTo>
                    <a:pt x="2027" y="0"/>
                    <a:pt x="0" y="1995"/>
                    <a:pt x="0" y="4465"/>
                  </a:cubicBezTo>
                  <a:cubicBezTo>
                    <a:pt x="0" y="6967"/>
                    <a:pt x="1996" y="8994"/>
                    <a:pt x="4497" y="8994"/>
                  </a:cubicBezTo>
                  <a:cubicBezTo>
                    <a:pt x="6968" y="8994"/>
                    <a:pt x="8994" y="6999"/>
                    <a:pt x="8994" y="4497"/>
                  </a:cubicBezTo>
                  <a:cubicBezTo>
                    <a:pt x="9026" y="2027"/>
                    <a:pt x="6999" y="0"/>
                    <a:pt x="4529" y="0"/>
                  </a:cubicBezTo>
                  <a:close/>
                </a:path>
              </a:pathLst>
            </a:custGeom>
            <a:solidFill>
              <a:srgbClr val="F992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14"/>
            <p:cNvSpPr/>
            <p:nvPr/>
          </p:nvSpPr>
          <p:spPr>
            <a:xfrm>
              <a:off x="1183968" y="2962614"/>
              <a:ext cx="88298" cy="167167"/>
            </a:xfrm>
            <a:custGeom>
              <a:rect b="b" l="l" r="r" t="t"/>
              <a:pathLst>
                <a:path extrusionOk="0" h="5638" w="2978">
                  <a:moveTo>
                    <a:pt x="2819" y="1"/>
                  </a:moveTo>
                  <a:cubicBezTo>
                    <a:pt x="1268" y="1"/>
                    <a:pt x="1" y="1236"/>
                    <a:pt x="1" y="2787"/>
                  </a:cubicBezTo>
                  <a:cubicBezTo>
                    <a:pt x="1" y="4371"/>
                    <a:pt x="1268" y="5638"/>
                    <a:pt x="2819" y="5638"/>
                  </a:cubicBezTo>
                  <a:cubicBezTo>
                    <a:pt x="2914" y="5638"/>
                    <a:pt x="2978" y="5574"/>
                    <a:pt x="2978" y="5479"/>
                  </a:cubicBezTo>
                  <a:cubicBezTo>
                    <a:pt x="2978" y="5416"/>
                    <a:pt x="2914" y="5353"/>
                    <a:pt x="2819" y="5353"/>
                  </a:cubicBezTo>
                  <a:cubicBezTo>
                    <a:pt x="1426" y="5321"/>
                    <a:pt x="286" y="4212"/>
                    <a:pt x="286" y="2819"/>
                  </a:cubicBezTo>
                  <a:cubicBezTo>
                    <a:pt x="286" y="1426"/>
                    <a:pt x="1426" y="286"/>
                    <a:pt x="2819" y="286"/>
                  </a:cubicBezTo>
                  <a:cubicBezTo>
                    <a:pt x="2914" y="286"/>
                    <a:pt x="2978" y="222"/>
                    <a:pt x="2978" y="127"/>
                  </a:cubicBezTo>
                  <a:cubicBezTo>
                    <a:pt x="2978" y="64"/>
                    <a:pt x="2914" y="1"/>
                    <a:pt x="2819"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4"/>
            <p:cNvSpPr/>
            <p:nvPr/>
          </p:nvSpPr>
          <p:spPr>
            <a:xfrm>
              <a:off x="1381171" y="2288432"/>
              <a:ext cx="813181" cy="327721"/>
            </a:xfrm>
            <a:custGeom>
              <a:rect b="b" l="l" r="r" t="t"/>
              <a:pathLst>
                <a:path extrusionOk="0" h="11053" w="27426">
                  <a:moveTo>
                    <a:pt x="6461" y="0"/>
                  </a:moveTo>
                  <a:cubicBezTo>
                    <a:pt x="2882" y="0"/>
                    <a:pt x="0" y="2882"/>
                    <a:pt x="0" y="6429"/>
                  </a:cubicBezTo>
                  <a:lnTo>
                    <a:pt x="0" y="11053"/>
                  </a:lnTo>
                  <a:lnTo>
                    <a:pt x="18052" y="11053"/>
                  </a:lnTo>
                  <a:cubicBezTo>
                    <a:pt x="23214" y="11053"/>
                    <a:pt x="27426" y="6872"/>
                    <a:pt x="27426" y="1710"/>
                  </a:cubicBezTo>
                  <a:lnTo>
                    <a:pt x="27426"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4"/>
            <p:cNvSpPr/>
            <p:nvPr/>
          </p:nvSpPr>
          <p:spPr>
            <a:xfrm>
              <a:off x="1445956" y="2079044"/>
              <a:ext cx="654494" cy="458241"/>
            </a:xfrm>
            <a:custGeom>
              <a:rect b="b" l="l" r="r" t="t"/>
              <a:pathLst>
                <a:path extrusionOk="0" h="15455" w="22074">
                  <a:moveTo>
                    <a:pt x="20300" y="0"/>
                  </a:moveTo>
                  <a:lnTo>
                    <a:pt x="3389" y="6746"/>
                  </a:lnTo>
                  <a:cubicBezTo>
                    <a:pt x="1109" y="7632"/>
                    <a:pt x="0" y="10229"/>
                    <a:pt x="919" y="12509"/>
                  </a:cubicBezTo>
                  <a:lnTo>
                    <a:pt x="2122" y="15454"/>
                  </a:lnTo>
                  <a:lnTo>
                    <a:pt x="17165" y="9469"/>
                  </a:lnTo>
                  <a:cubicBezTo>
                    <a:pt x="20459" y="8171"/>
                    <a:pt x="22074" y="4402"/>
                    <a:pt x="20744" y="1077"/>
                  </a:cubicBezTo>
                  <a:lnTo>
                    <a:pt x="20300"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4"/>
            <p:cNvSpPr/>
            <p:nvPr/>
          </p:nvSpPr>
          <p:spPr>
            <a:xfrm>
              <a:off x="1552073" y="2871529"/>
              <a:ext cx="57284" cy="50968"/>
            </a:xfrm>
            <a:custGeom>
              <a:rect b="b" l="l" r="r" t="t"/>
              <a:pathLst>
                <a:path extrusionOk="0" h="1719" w="1932">
                  <a:moveTo>
                    <a:pt x="1457" y="1"/>
                  </a:moveTo>
                  <a:lnTo>
                    <a:pt x="0" y="919"/>
                  </a:lnTo>
                  <a:cubicBezTo>
                    <a:pt x="58" y="1386"/>
                    <a:pt x="493" y="1718"/>
                    <a:pt x="957" y="1718"/>
                  </a:cubicBezTo>
                  <a:cubicBezTo>
                    <a:pt x="997" y="1718"/>
                    <a:pt x="1037" y="1716"/>
                    <a:pt x="1077" y="1711"/>
                  </a:cubicBezTo>
                  <a:cubicBezTo>
                    <a:pt x="1584" y="1616"/>
                    <a:pt x="1932" y="1109"/>
                    <a:pt x="1837" y="602"/>
                  </a:cubicBezTo>
                  <a:cubicBezTo>
                    <a:pt x="1805" y="349"/>
                    <a:pt x="1679" y="127"/>
                    <a:pt x="1457" y="1"/>
                  </a:cubicBezTo>
                  <a:close/>
                </a:path>
              </a:pathLst>
            </a:custGeom>
            <a:solidFill>
              <a:srgbClr val="2A1C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4"/>
            <p:cNvSpPr/>
            <p:nvPr/>
          </p:nvSpPr>
          <p:spPr>
            <a:xfrm>
              <a:off x="1691043" y="2860944"/>
              <a:ext cx="76082" cy="265071"/>
            </a:xfrm>
            <a:custGeom>
              <a:rect b="b" l="l" r="r" t="t"/>
              <a:pathLst>
                <a:path extrusionOk="0" h="8940" w="2566">
                  <a:moveTo>
                    <a:pt x="176" y="1"/>
                  </a:moveTo>
                  <a:cubicBezTo>
                    <a:pt x="161" y="1"/>
                    <a:pt x="144" y="3"/>
                    <a:pt x="127" y="9"/>
                  </a:cubicBezTo>
                  <a:cubicBezTo>
                    <a:pt x="63" y="41"/>
                    <a:pt x="0" y="104"/>
                    <a:pt x="32" y="199"/>
                  </a:cubicBezTo>
                  <a:lnTo>
                    <a:pt x="2249" y="7515"/>
                  </a:lnTo>
                  <a:lnTo>
                    <a:pt x="222" y="8655"/>
                  </a:lnTo>
                  <a:cubicBezTo>
                    <a:pt x="158" y="8687"/>
                    <a:pt x="127" y="8782"/>
                    <a:pt x="190" y="8845"/>
                  </a:cubicBezTo>
                  <a:cubicBezTo>
                    <a:pt x="222" y="8908"/>
                    <a:pt x="253" y="8940"/>
                    <a:pt x="317" y="8940"/>
                  </a:cubicBezTo>
                  <a:cubicBezTo>
                    <a:pt x="348" y="8940"/>
                    <a:pt x="348" y="8940"/>
                    <a:pt x="380" y="8908"/>
                  </a:cubicBezTo>
                  <a:lnTo>
                    <a:pt x="2470" y="7736"/>
                  </a:lnTo>
                  <a:cubicBezTo>
                    <a:pt x="2534" y="7705"/>
                    <a:pt x="2565" y="7610"/>
                    <a:pt x="2565" y="7546"/>
                  </a:cubicBezTo>
                  <a:lnTo>
                    <a:pt x="317" y="104"/>
                  </a:lnTo>
                  <a:cubicBezTo>
                    <a:pt x="291" y="53"/>
                    <a:pt x="244" y="1"/>
                    <a:pt x="176"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4"/>
            <p:cNvSpPr/>
            <p:nvPr/>
          </p:nvSpPr>
          <p:spPr>
            <a:xfrm>
              <a:off x="1280687" y="3492044"/>
              <a:ext cx="382218" cy="509120"/>
            </a:xfrm>
            <a:custGeom>
              <a:rect b="b" l="l" r="r" t="t"/>
              <a:pathLst>
                <a:path extrusionOk="0" h="17171" w="12891">
                  <a:moveTo>
                    <a:pt x="2870" y="1"/>
                  </a:moveTo>
                  <a:cubicBezTo>
                    <a:pt x="2424" y="1"/>
                    <a:pt x="2026" y="518"/>
                    <a:pt x="1996" y="1178"/>
                  </a:cubicBezTo>
                  <a:cubicBezTo>
                    <a:pt x="1901" y="2888"/>
                    <a:pt x="2028" y="4629"/>
                    <a:pt x="2344" y="6308"/>
                  </a:cubicBezTo>
                  <a:cubicBezTo>
                    <a:pt x="2154" y="6340"/>
                    <a:pt x="1996" y="6371"/>
                    <a:pt x="1806" y="6403"/>
                  </a:cubicBezTo>
                  <a:cubicBezTo>
                    <a:pt x="1648" y="5453"/>
                    <a:pt x="1521" y="4503"/>
                    <a:pt x="1489" y="3521"/>
                  </a:cubicBezTo>
                  <a:cubicBezTo>
                    <a:pt x="1458" y="2951"/>
                    <a:pt x="1109" y="2476"/>
                    <a:pt x="729" y="2476"/>
                  </a:cubicBezTo>
                  <a:cubicBezTo>
                    <a:pt x="317" y="2476"/>
                    <a:pt x="1" y="2983"/>
                    <a:pt x="32" y="3616"/>
                  </a:cubicBezTo>
                  <a:cubicBezTo>
                    <a:pt x="64" y="4629"/>
                    <a:pt x="191" y="5643"/>
                    <a:pt x="381" y="6656"/>
                  </a:cubicBezTo>
                  <a:cubicBezTo>
                    <a:pt x="761" y="8778"/>
                    <a:pt x="1426" y="10868"/>
                    <a:pt x="2376" y="12800"/>
                  </a:cubicBezTo>
                  <a:cubicBezTo>
                    <a:pt x="3389" y="14985"/>
                    <a:pt x="6430" y="17170"/>
                    <a:pt x="6430" y="17170"/>
                  </a:cubicBezTo>
                  <a:lnTo>
                    <a:pt x="12890" y="16379"/>
                  </a:lnTo>
                  <a:lnTo>
                    <a:pt x="12510" y="13243"/>
                  </a:lnTo>
                  <a:lnTo>
                    <a:pt x="12478" y="13212"/>
                  </a:lnTo>
                  <a:lnTo>
                    <a:pt x="12827" y="5928"/>
                  </a:lnTo>
                  <a:cubicBezTo>
                    <a:pt x="12858" y="5453"/>
                    <a:pt x="12478" y="5041"/>
                    <a:pt x="12003" y="5009"/>
                  </a:cubicBezTo>
                  <a:cubicBezTo>
                    <a:pt x="11528" y="5009"/>
                    <a:pt x="11117" y="5358"/>
                    <a:pt x="11117" y="5865"/>
                  </a:cubicBezTo>
                  <a:lnTo>
                    <a:pt x="10832" y="11090"/>
                  </a:lnTo>
                  <a:cubicBezTo>
                    <a:pt x="10357" y="10361"/>
                    <a:pt x="9945" y="9601"/>
                    <a:pt x="9596" y="8810"/>
                  </a:cubicBezTo>
                  <a:cubicBezTo>
                    <a:pt x="9090" y="7638"/>
                    <a:pt x="8710" y="6435"/>
                    <a:pt x="8488" y="5168"/>
                  </a:cubicBezTo>
                  <a:cubicBezTo>
                    <a:pt x="8266" y="3964"/>
                    <a:pt x="8203" y="2729"/>
                    <a:pt x="8266" y="1463"/>
                  </a:cubicBezTo>
                  <a:cubicBezTo>
                    <a:pt x="8266" y="987"/>
                    <a:pt x="7950" y="544"/>
                    <a:pt x="7475" y="481"/>
                  </a:cubicBezTo>
                  <a:cubicBezTo>
                    <a:pt x="7442" y="476"/>
                    <a:pt x="7410" y="474"/>
                    <a:pt x="7378" y="474"/>
                  </a:cubicBezTo>
                  <a:cubicBezTo>
                    <a:pt x="6941" y="474"/>
                    <a:pt x="6554" y="868"/>
                    <a:pt x="6525" y="1399"/>
                  </a:cubicBezTo>
                  <a:cubicBezTo>
                    <a:pt x="6461" y="2761"/>
                    <a:pt x="6525" y="4154"/>
                    <a:pt x="6778" y="5484"/>
                  </a:cubicBezTo>
                  <a:cubicBezTo>
                    <a:pt x="6620" y="5516"/>
                    <a:pt x="6430" y="5548"/>
                    <a:pt x="6271" y="5579"/>
                  </a:cubicBezTo>
                  <a:cubicBezTo>
                    <a:pt x="6018" y="4218"/>
                    <a:pt x="5923" y="2793"/>
                    <a:pt x="5986" y="1368"/>
                  </a:cubicBezTo>
                  <a:cubicBezTo>
                    <a:pt x="6018" y="797"/>
                    <a:pt x="5701" y="291"/>
                    <a:pt x="5226" y="259"/>
                  </a:cubicBezTo>
                  <a:cubicBezTo>
                    <a:pt x="5196" y="255"/>
                    <a:pt x="5165" y="253"/>
                    <a:pt x="5135" y="253"/>
                  </a:cubicBezTo>
                  <a:cubicBezTo>
                    <a:pt x="4668" y="253"/>
                    <a:pt x="4274" y="707"/>
                    <a:pt x="4244" y="1273"/>
                  </a:cubicBezTo>
                  <a:cubicBezTo>
                    <a:pt x="4181" y="2824"/>
                    <a:pt x="4276" y="4376"/>
                    <a:pt x="4561" y="5896"/>
                  </a:cubicBezTo>
                  <a:cubicBezTo>
                    <a:pt x="4403" y="5928"/>
                    <a:pt x="4213" y="5960"/>
                    <a:pt x="4054" y="5991"/>
                  </a:cubicBezTo>
                  <a:cubicBezTo>
                    <a:pt x="3769" y="4439"/>
                    <a:pt x="3643" y="2856"/>
                    <a:pt x="3738" y="1241"/>
                  </a:cubicBezTo>
                  <a:cubicBezTo>
                    <a:pt x="3769" y="607"/>
                    <a:pt x="3453" y="69"/>
                    <a:pt x="2946" y="6"/>
                  </a:cubicBezTo>
                  <a:cubicBezTo>
                    <a:pt x="2920" y="2"/>
                    <a:pt x="2895" y="1"/>
                    <a:pt x="2870" y="1"/>
                  </a:cubicBezTo>
                  <a:close/>
                </a:path>
              </a:pathLst>
            </a:custGeom>
            <a:solidFill>
              <a:srgbClr val="F992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4"/>
            <p:cNvSpPr/>
            <p:nvPr/>
          </p:nvSpPr>
          <p:spPr>
            <a:xfrm>
              <a:off x="1438454" y="2771490"/>
              <a:ext cx="201887" cy="119341"/>
            </a:xfrm>
            <a:custGeom>
              <a:rect b="b" l="l" r="r" t="t"/>
              <a:pathLst>
                <a:path extrusionOk="0" h="4025" w="6809">
                  <a:moveTo>
                    <a:pt x="5541" y="1"/>
                  </a:moveTo>
                  <a:cubicBezTo>
                    <a:pt x="5402" y="1"/>
                    <a:pt x="5263" y="27"/>
                    <a:pt x="5131" y="81"/>
                  </a:cubicBezTo>
                  <a:lnTo>
                    <a:pt x="792" y="1950"/>
                  </a:lnTo>
                  <a:cubicBezTo>
                    <a:pt x="253" y="2171"/>
                    <a:pt x="0" y="2805"/>
                    <a:pt x="222" y="3375"/>
                  </a:cubicBezTo>
                  <a:cubicBezTo>
                    <a:pt x="413" y="3781"/>
                    <a:pt x="821" y="4025"/>
                    <a:pt x="1240" y="4025"/>
                  </a:cubicBezTo>
                  <a:cubicBezTo>
                    <a:pt x="1377" y="4025"/>
                    <a:pt x="1515" y="3999"/>
                    <a:pt x="1647" y="3945"/>
                  </a:cubicBezTo>
                  <a:lnTo>
                    <a:pt x="5986" y="2076"/>
                  </a:lnTo>
                  <a:cubicBezTo>
                    <a:pt x="6524" y="1855"/>
                    <a:pt x="6809" y="1221"/>
                    <a:pt x="6556" y="651"/>
                  </a:cubicBezTo>
                  <a:cubicBezTo>
                    <a:pt x="6388" y="245"/>
                    <a:pt x="5969" y="1"/>
                    <a:pt x="5541"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4"/>
            <p:cNvSpPr/>
            <p:nvPr/>
          </p:nvSpPr>
          <p:spPr>
            <a:xfrm>
              <a:off x="1797130" y="2871529"/>
              <a:ext cx="58262" cy="50968"/>
            </a:xfrm>
            <a:custGeom>
              <a:rect b="b" l="l" r="r" t="t"/>
              <a:pathLst>
                <a:path extrusionOk="0" h="1719" w="1965">
                  <a:moveTo>
                    <a:pt x="476" y="1"/>
                  </a:moveTo>
                  <a:cubicBezTo>
                    <a:pt x="286" y="127"/>
                    <a:pt x="159" y="349"/>
                    <a:pt x="96" y="602"/>
                  </a:cubicBezTo>
                  <a:cubicBezTo>
                    <a:pt x="1" y="1109"/>
                    <a:pt x="349" y="1616"/>
                    <a:pt x="887" y="1711"/>
                  </a:cubicBezTo>
                  <a:cubicBezTo>
                    <a:pt x="927" y="1716"/>
                    <a:pt x="967" y="1718"/>
                    <a:pt x="1007" y="1718"/>
                  </a:cubicBezTo>
                  <a:cubicBezTo>
                    <a:pt x="1467" y="1718"/>
                    <a:pt x="1877" y="1386"/>
                    <a:pt x="1964" y="919"/>
                  </a:cubicBezTo>
                  <a:lnTo>
                    <a:pt x="476" y="1"/>
                  </a:lnTo>
                  <a:close/>
                </a:path>
              </a:pathLst>
            </a:custGeom>
            <a:solidFill>
              <a:srgbClr val="2A1C2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14"/>
            <p:cNvSpPr/>
            <p:nvPr/>
          </p:nvSpPr>
          <p:spPr>
            <a:xfrm>
              <a:off x="1767095" y="2771490"/>
              <a:ext cx="201917" cy="119341"/>
            </a:xfrm>
            <a:custGeom>
              <a:rect b="b" l="l" r="r" t="t"/>
              <a:pathLst>
                <a:path extrusionOk="0" h="4025" w="6810">
                  <a:moveTo>
                    <a:pt x="1255" y="1"/>
                  </a:moveTo>
                  <a:cubicBezTo>
                    <a:pt x="823" y="1"/>
                    <a:pt x="421" y="245"/>
                    <a:pt x="254" y="651"/>
                  </a:cubicBezTo>
                  <a:cubicBezTo>
                    <a:pt x="0" y="1221"/>
                    <a:pt x="254" y="1855"/>
                    <a:pt x="824" y="2076"/>
                  </a:cubicBezTo>
                  <a:lnTo>
                    <a:pt x="5131" y="3945"/>
                  </a:lnTo>
                  <a:cubicBezTo>
                    <a:pt x="5271" y="3999"/>
                    <a:pt x="5414" y="4025"/>
                    <a:pt x="5555" y="4025"/>
                  </a:cubicBezTo>
                  <a:cubicBezTo>
                    <a:pt x="5987" y="4025"/>
                    <a:pt x="6389" y="3781"/>
                    <a:pt x="6556" y="3375"/>
                  </a:cubicBezTo>
                  <a:cubicBezTo>
                    <a:pt x="6809" y="2805"/>
                    <a:pt x="6556" y="2171"/>
                    <a:pt x="5986" y="1950"/>
                  </a:cubicBezTo>
                  <a:lnTo>
                    <a:pt x="1679" y="81"/>
                  </a:lnTo>
                  <a:cubicBezTo>
                    <a:pt x="1539" y="27"/>
                    <a:pt x="1395" y="1"/>
                    <a:pt x="1255"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4"/>
            <p:cNvSpPr/>
            <p:nvPr/>
          </p:nvSpPr>
          <p:spPr>
            <a:xfrm>
              <a:off x="1653476" y="3184307"/>
              <a:ext cx="174668" cy="95710"/>
            </a:xfrm>
            <a:custGeom>
              <a:rect b="b" l="l" r="r" t="t"/>
              <a:pathLst>
                <a:path extrusionOk="0" h="3228" w="5891">
                  <a:moveTo>
                    <a:pt x="3110" y="1"/>
                  </a:moveTo>
                  <a:cubicBezTo>
                    <a:pt x="2389" y="1"/>
                    <a:pt x="1673" y="330"/>
                    <a:pt x="1109" y="852"/>
                  </a:cubicBezTo>
                  <a:cubicBezTo>
                    <a:pt x="507" y="1391"/>
                    <a:pt x="95" y="2151"/>
                    <a:pt x="0" y="2943"/>
                  </a:cubicBezTo>
                  <a:cubicBezTo>
                    <a:pt x="880" y="2659"/>
                    <a:pt x="1708" y="2426"/>
                    <a:pt x="2600" y="2426"/>
                  </a:cubicBezTo>
                  <a:cubicBezTo>
                    <a:pt x="2703" y="2426"/>
                    <a:pt x="2808" y="2429"/>
                    <a:pt x="2914" y="2436"/>
                  </a:cubicBezTo>
                  <a:cubicBezTo>
                    <a:pt x="3959" y="2468"/>
                    <a:pt x="4909" y="2974"/>
                    <a:pt x="5891" y="3228"/>
                  </a:cubicBezTo>
                  <a:cubicBezTo>
                    <a:pt x="5827" y="2341"/>
                    <a:pt x="5542" y="1612"/>
                    <a:pt x="5067" y="1011"/>
                  </a:cubicBezTo>
                  <a:cubicBezTo>
                    <a:pt x="4814" y="694"/>
                    <a:pt x="4529" y="472"/>
                    <a:pt x="4212" y="282"/>
                  </a:cubicBezTo>
                  <a:cubicBezTo>
                    <a:pt x="3857" y="88"/>
                    <a:pt x="3483" y="1"/>
                    <a:pt x="3110" y="1"/>
                  </a:cubicBezTo>
                  <a:close/>
                </a:path>
              </a:pathLst>
            </a:custGeom>
            <a:solidFill>
              <a:srgbClr val="B752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14"/>
            <p:cNvSpPr/>
            <p:nvPr/>
          </p:nvSpPr>
          <p:spPr>
            <a:xfrm>
              <a:off x="1653476" y="3234801"/>
              <a:ext cx="213183" cy="187358"/>
            </a:xfrm>
            <a:custGeom>
              <a:rect b="b" l="l" r="r" t="t"/>
              <a:pathLst>
                <a:path extrusionOk="0" h="6319" w="7190">
                  <a:moveTo>
                    <a:pt x="2827" y="1"/>
                  </a:moveTo>
                  <a:cubicBezTo>
                    <a:pt x="972" y="1"/>
                    <a:pt x="0" y="1271"/>
                    <a:pt x="0" y="1271"/>
                  </a:cubicBezTo>
                  <a:lnTo>
                    <a:pt x="2027" y="1366"/>
                  </a:lnTo>
                  <a:lnTo>
                    <a:pt x="2661" y="1651"/>
                  </a:lnTo>
                  <a:cubicBezTo>
                    <a:pt x="3452" y="2031"/>
                    <a:pt x="3864" y="2886"/>
                    <a:pt x="3674" y="3741"/>
                  </a:cubicBezTo>
                  <a:lnTo>
                    <a:pt x="3516" y="4375"/>
                  </a:lnTo>
                  <a:cubicBezTo>
                    <a:pt x="3357" y="5135"/>
                    <a:pt x="3769" y="5927"/>
                    <a:pt x="4529" y="6212"/>
                  </a:cubicBezTo>
                  <a:cubicBezTo>
                    <a:pt x="4713" y="6284"/>
                    <a:pt x="4903" y="6318"/>
                    <a:pt x="5090" y="6318"/>
                  </a:cubicBezTo>
                  <a:cubicBezTo>
                    <a:pt x="5802" y="6318"/>
                    <a:pt x="6469" y="5824"/>
                    <a:pt x="6619" y="5072"/>
                  </a:cubicBezTo>
                  <a:lnTo>
                    <a:pt x="6778" y="4406"/>
                  </a:lnTo>
                  <a:cubicBezTo>
                    <a:pt x="7189" y="2411"/>
                    <a:pt x="5859" y="480"/>
                    <a:pt x="3864" y="131"/>
                  </a:cubicBezTo>
                  <a:cubicBezTo>
                    <a:pt x="3769" y="99"/>
                    <a:pt x="3674" y="68"/>
                    <a:pt x="3579" y="68"/>
                  </a:cubicBezTo>
                  <a:cubicBezTo>
                    <a:pt x="3314" y="21"/>
                    <a:pt x="3063" y="1"/>
                    <a:pt x="2827" y="1"/>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6" name="Google Shape;446;p14"/>
          <p:cNvSpPr txBox="1"/>
          <p:nvPr/>
        </p:nvSpPr>
        <p:spPr>
          <a:xfrm>
            <a:off x="5059712" y="1907648"/>
            <a:ext cx="4282478" cy="128753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800">
                <a:solidFill>
                  <a:schemeClr val="dk1"/>
                </a:solidFill>
                <a:latin typeface="Arial"/>
                <a:ea typeface="Arial"/>
                <a:cs typeface="Arial"/>
                <a:sym typeface="Arial"/>
              </a:rPr>
              <a:t>Many diabetes patients lack personalized guidance on diet, exercise, and health.</a:t>
            </a:r>
            <a:endParaRPr sz="1800">
              <a:solidFill>
                <a:schemeClr val="dk1"/>
              </a:solidFill>
              <a:latin typeface="Arial"/>
              <a:ea typeface="Arial"/>
              <a:cs typeface="Arial"/>
              <a:sym typeface="Arial"/>
            </a:endParaRPr>
          </a:p>
        </p:txBody>
      </p:sp>
      <p:sp>
        <p:nvSpPr>
          <p:cNvPr id="447" name="Google Shape;447;p14"/>
          <p:cNvSpPr txBox="1"/>
          <p:nvPr/>
        </p:nvSpPr>
        <p:spPr>
          <a:xfrm>
            <a:off x="5021943" y="3282037"/>
            <a:ext cx="3686629" cy="128753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800">
                <a:solidFill>
                  <a:schemeClr val="dk1"/>
                </a:solidFill>
                <a:latin typeface="Arial"/>
                <a:ea typeface="Arial"/>
                <a:cs typeface="Arial"/>
                <a:sym typeface="Arial"/>
              </a:rPr>
              <a:t>Available sources are often general and do not fit individual patient conditions.</a:t>
            </a:r>
            <a:endParaRPr/>
          </a:p>
        </p:txBody>
      </p:sp>
      <p:sp>
        <p:nvSpPr>
          <p:cNvPr id="448" name="Google Shape;448;p14"/>
          <p:cNvSpPr txBox="1"/>
          <p:nvPr/>
        </p:nvSpPr>
        <p:spPr>
          <a:xfrm>
            <a:off x="5037373" y="4732339"/>
            <a:ext cx="4603320" cy="128753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1800">
                <a:solidFill>
                  <a:schemeClr val="dk1"/>
                </a:solidFill>
                <a:latin typeface="Arial"/>
                <a:ea typeface="Arial"/>
                <a:cs typeface="Arial"/>
                <a:sym typeface="Arial"/>
              </a:rPr>
              <a:t>Lack of personalized guidance makes it difficult to make optimal health decisions and can lead to deteriorating health.</a:t>
            </a:r>
            <a:endParaRPr/>
          </a:p>
        </p:txBody>
      </p:sp>
      <p:sp>
        <p:nvSpPr>
          <p:cNvPr id="449" name="Google Shape;449;p14"/>
          <p:cNvSpPr/>
          <p:nvPr/>
        </p:nvSpPr>
        <p:spPr>
          <a:xfrm>
            <a:off x="3605208" y="4759682"/>
            <a:ext cx="1218717" cy="1133693"/>
          </a:xfrm>
          <a:custGeom>
            <a:rect b="b" l="l" r="r" t="t"/>
            <a:pathLst>
              <a:path extrusionOk="0" h="20554" w="20523">
                <a:moveTo>
                  <a:pt x="10262" y="0"/>
                </a:moveTo>
                <a:cubicBezTo>
                  <a:pt x="4593" y="0"/>
                  <a:pt x="1" y="4592"/>
                  <a:pt x="1" y="10261"/>
                </a:cubicBezTo>
                <a:cubicBezTo>
                  <a:pt x="1" y="15930"/>
                  <a:pt x="4593" y="20553"/>
                  <a:pt x="10262" y="20553"/>
                </a:cubicBezTo>
                <a:cubicBezTo>
                  <a:pt x="15931" y="20553"/>
                  <a:pt x="20523" y="15930"/>
                  <a:pt x="20523" y="10261"/>
                </a:cubicBezTo>
                <a:cubicBezTo>
                  <a:pt x="20523" y="4592"/>
                  <a:pt x="15931" y="0"/>
                  <a:pt x="10262"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0" name="Google Shape;450;p14"/>
          <p:cNvSpPr/>
          <p:nvPr/>
        </p:nvSpPr>
        <p:spPr>
          <a:xfrm>
            <a:off x="3605208" y="3413199"/>
            <a:ext cx="1218717" cy="1133693"/>
          </a:xfrm>
          <a:custGeom>
            <a:rect b="b" l="l" r="r" t="t"/>
            <a:pathLst>
              <a:path extrusionOk="0" h="20554" w="20523">
                <a:moveTo>
                  <a:pt x="10262" y="0"/>
                </a:moveTo>
                <a:cubicBezTo>
                  <a:pt x="4593" y="0"/>
                  <a:pt x="1" y="4592"/>
                  <a:pt x="1" y="10261"/>
                </a:cubicBezTo>
                <a:cubicBezTo>
                  <a:pt x="1" y="15930"/>
                  <a:pt x="4593" y="20553"/>
                  <a:pt x="10262" y="20553"/>
                </a:cubicBezTo>
                <a:cubicBezTo>
                  <a:pt x="15931" y="20553"/>
                  <a:pt x="20523" y="15930"/>
                  <a:pt x="20523" y="10261"/>
                </a:cubicBezTo>
                <a:cubicBezTo>
                  <a:pt x="20523" y="4592"/>
                  <a:pt x="15931" y="0"/>
                  <a:pt x="10262"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1" name="Google Shape;451;p14"/>
          <p:cNvSpPr/>
          <p:nvPr/>
        </p:nvSpPr>
        <p:spPr>
          <a:xfrm>
            <a:off x="3605209" y="2090086"/>
            <a:ext cx="1218717" cy="1133693"/>
          </a:xfrm>
          <a:custGeom>
            <a:rect b="b" l="l" r="r" t="t"/>
            <a:pathLst>
              <a:path extrusionOk="0" h="20554" w="20523">
                <a:moveTo>
                  <a:pt x="10262" y="0"/>
                </a:moveTo>
                <a:cubicBezTo>
                  <a:pt x="4593" y="0"/>
                  <a:pt x="1" y="4592"/>
                  <a:pt x="1" y="10261"/>
                </a:cubicBezTo>
                <a:cubicBezTo>
                  <a:pt x="1" y="15930"/>
                  <a:pt x="4593" y="20553"/>
                  <a:pt x="10262" y="20553"/>
                </a:cubicBezTo>
                <a:cubicBezTo>
                  <a:pt x="15931" y="20553"/>
                  <a:pt x="20523" y="15930"/>
                  <a:pt x="20523" y="10261"/>
                </a:cubicBezTo>
                <a:cubicBezTo>
                  <a:pt x="20523" y="4592"/>
                  <a:pt x="15931" y="0"/>
                  <a:pt x="10262"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452" name="Google Shape;452;p14"/>
          <p:cNvGrpSpPr/>
          <p:nvPr/>
        </p:nvGrpSpPr>
        <p:grpSpPr>
          <a:xfrm>
            <a:off x="3840519" y="2259719"/>
            <a:ext cx="726350" cy="764144"/>
            <a:chOff x="5787868" y="2671294"/>
            <a:chExt cx="726350" cy="764144"/>
          </a:xfrm>
        </p:grpSpPr>
        <p:sp>
          <p:nvSpPr>
            <p:cNvPr id="453" name="Google Shape;453;p14"/>
            <p:cNvSpPr/>
            <p:nvPr/>
          </p:nvSpPr>
          <p:spPr>
            <a:xfrm>
              <a:off x="6347332" y="2699277"/>
              <a:ext cx="163889" cy="111931"/>
            </a:xfrm>
            <a:custGeom>
              <a:rect b="b" l="l" r="r" t="t"/>
              <a:pathLst>
                <a:path extrusionOk="0" h="3548" w="5195">
                  <a:moveTo>
                    <a:pt x="2598" y="0"/>
                  </a:moveTo>
                  <a:cubicBezTo>
                    <a:pt x="2598" y="0"/>
                    <a:pt x="2091" y="253"/>
                    <a:pt x="1806" y="729"/>
                  </a:cubicBezTo>
                  <a:cubicBezTo>
                    <a:pt x="1521" y="1235"/>
                    <a:pt x="1838" y="2154"/>
                    <a:pt x="1838" y="2154"/>
                  </a:cubicBezTo>
                  <a:cubicBezTo>
                    <a:pt x="1289" y="1562"/>
                    <a:pt x="655" y="1464"/>
                    <a:pt x="294" y="1464"/>
                  </a:cubicBezTo>
                  <a:cubicBezTo>
                    <a:pt x="113" y="1464"/>
                    <a:pt x="1" y="1489"/>
                    <a:pt x="1" y="1489"/>
                  </a:cubicBezTo>
                  <a:cubicBezTo>
                    <a:pt x="507" y="3262"/>
                    <a:pt x="2534" y="3547"/>
                    <a:pt x="2534" y="3547"/>
                  </a:cubicBezTo>
                  <a:lnTo>
                    <a:pt x="2661" y="3547"/>
                  </a:lnTo>
                  <a:cubicBezTo>
                    <a:pt x="2661" y="3547"/>
                    <a:pt x="4656" y="3262"/>
                    <a:pt x="5194" y="1489"/>
                  </a:cubicBezTo>
                  <a:cubicBezTo>
                    <a:pt x="5194" y="1489"/>
                    <a:pt x="5082" y="1464"/>
                    <a:pt x="4900" y="1464"/>
                  </a:cubicBezTo>
                  <a:cubicBezTo>
                    <a:pt x="4536" y="1464"/>
                    <a:pt x="3896" y="1562"/>
                    <a:pt x="3326" y="2154"/>
                  </a:cubicBezTo>
                  <a:cubicBezTo>
                    <a:pt x="3326" y="2154"/>
                    <a:pt x="3643" y="1235"/>
                    <a:pt x="3358" y="729"/>
                  </a:cubicBezTo>
                  <a:cubicBezTo>
                    <a:pt x="3073" y="253"/>
                    <a:pt x="2598" y="0"/>
                    <a:pt x="2598"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4" name="Google Shape;454;p14"/>
            <p:cNvSpPr/>
            <p:nvPr/>
          </p:nvSpPr>
          <p:spPr>
            <a:xfrm>
              <a:off x="6343357" y="2811176"/>
              <a:ext cx="170861" cy="480563"/>
            </a:xfrm>
            <a:custGeom>
              <a:rect b="b" l="l" r="r" t="t"/>
              <a:pathLst>
                <a:path extrusionOk="0" h="15233" w="5416">
                  <a:moveTo>
                    <a:pt x="2724" y="0"/>
                  </a:moveTo>
                  <a:cubicBezTo>
                    <a:pt x="1679" y="0"/>
                    <a:pt x="222" y="570"/>
                    <a:pt x="127" y="1932"/>
                  </a:cubicBezTo>
                  <a:cubicBezTo>
                    <a:pt x="0" y="3294"/>
                    <a:pt x="697" y="12731"/>
                    <a:pt x="2724" y="15233"/>
                  </a:cubicBezTo>
                  <a:cubicBezTo>
                    <a:pt x="4750" y="12731"/>
                    <a:pt x="5415" y="3294"/>
                    <a:pt x="5320" y="1932"/>
                  </a:cubicBezTo>
                  <a:cubicBezTo>
                    <a:pt x="5225" y="570"/>
                    <a:pt x="3737" y="0"/>
                    <a:pt x="2724" y="0"/>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5" name="Google Shape;455;p14"/>
            <p:cNvSpPr/>
            <p:nvPr/>
          </p:nvSpPr>
          <p:spPr>
            <a:xfrm>
              <a:off x="6422257" y="2971027"/>
              <a:ext cx="83979" cy="12998"/>
            </a:xfrm>
            <a:custGeom>
              <a:rect b="b" l="l" r="r" t="t"/>
              <a:pathLst>
                <a:path extrusionOk="0" h="412" w="2662">
                  <a:moveTo>
                    <a:pt x="191" y="0"/>
                  </a:moveTo>
                  <a:cubicBezTo>
                    <a:pt x="96" y="0"/>
                    <a:pt x="1" y="95"/>
                    <a:pt x="1" y="190"/>
                  </a:cubicBezTo>
                  <a:cubicBezTo>
                    <a:pt x="1" y="317"/>
                    <a:pt x="96" y="412"/>
                    <a:pt x="191" y="412"/>
                  </a:cubicBezTo>
                  <a:lnTo>
                    <a:pt x="2629" y="412"/>
                  </a:lnTo>
                  <a:cubicBezTo>
                    <a:pt x="2661" y="253"/>
                    <a:pt x="2661" y="127"/>
                    <a:pt x="2661" y="0"/>
                  </a:cubicBezTo>
                  <a:close/>
                </a:path>
              </a:pathLst>
            </a:custGeom>
            <a:solidFill>
              <a:srgbClr val="D1975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6" name="Google Shape;456;p14"/>
            <p:cNvSpPr/>
            <p:nvPr/>
          </p:nvSpPr>
          <p:spPr>
            <a:xfrm>
              <a:off x="6402288" y="2926040"/>
              <a:ext cx="107924" cy="13029"/>
            </a:xfrm>
            <a:custGeom>
              <a:rect b="b" l="l" r="r" t="t"/>
              <a:pathLst>
                <a:path extrusionOk="0" h="413" w="3421">
                  <a:moveTo>
                    <a:pt x="191" y="1"/>
                  </a:moveTo>
                  <a:cubicBezTo>
                    <a:pt x="96" y="1"/>
                    <a:pt x="1" y="96"/>
                    <a:pt x="1" y="191"/>
                  </a:cubicBezTo>
                  <a:cubicBezTo>
                    <a:pt x="1" y="318"/>
                    <a:pt x="96" y="413"/>
                    <a:pt x="222" y="413"/>
                  </a:cubicBezTo>
                  <a:lnTo>
                    <a:pt x="3389" y="413"/>
                  </a:lnTo>
                  <a:cubicBezTo>
                    <a:pt x="3389" y="254"/>
                    <a:pt x="3421" y="128"/>
                    <a:pt x="3421" y="1"/>
                  </a:cubicBezTo>
                  <a:close/>
                </a:path>
              </a:pathLst>
            </a:custGeom>
            <a:solidFill>
              <a:srgbClr val="D1975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7" name="Google Shape;457;p14"/>
            <p:cNvSpPr/>
            <p:nvPr/>
          </p:nvSpPr>
          <p:spPr>
            <a:xfrm>
              <a:off x="6402288" y="3026961"/>
              <a:ext cx="98933" cy="12020"/>
            </a:xfrm>
            <a:custGeom>
              <a:rect b="b" l="l" r="r" t="t"/>
              <a:pathLst>
                <a:path extrusionOk="0" h="381" w="3136">
                  <a:moveTo>
                    <a:pt x="222" y="1"/>
                  </a:moveTo>
                  <a:cubicBezTo>
                    <a:pt x="96" y="1"/>
                    <a:pt x="1" y="96"/>
                    <a:pt x="1" y="191"/>
                  </a:cubicBezTo>
                  <a:cubicBezTo>
                    <a:pt x="1" y="286"/>
                    <a:pt x="96" y="381"/>
                    <a:pt x="222" y="381"/>
                  </a:cubicBezTo>
                  <a:lnTo>
                    <a:pt x="3072" y="381"/>
                  </a:lnTo>
                  <a:cubicBezTo>
                    <a:pt x="3104" y="254"/>
                    <a:pt x="3104" y="127"/>
                    <a:pt x="3136" y="1"/>
                  </a:cubicBezTo>
                  <a:close/>
                </a:path>
              </a:pathLst>
            </a:custGeom>
            <a:solidFill>
              <a:srgbClr val="D1975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8" name="Google Shape;458;p14"/>
            <p:cNvSpPr/>
            <p:nvPr/>
          </p:nvSpPr>
          <p:spPr>
            <a:xfrm>
              <a:off x="6412288" y="3093904"/>
              <a:ext cx="78963" cy="13029"/>
            </a:xfrm>
            <a:custGeom>
              <a:rect b="b" l="l" r="r" t="t"/>
              <a:pathLst>
                <a:path extrusionOk="0" h="413" w="2503">
                  <a:moveTo>
                    <a:pt x="190" y="0"/>
                  </a:moveTo>
                  <a:cubicBezTo>
                    <a:pt x="95" y="0"/>
                    <a:pt x="0" y="95"/>
                    <a:pt x="0" y="190"/>
                  </a:cubicBezTo>
                  <a:cubicBezTo>
                    <a:pt x="0" y="317"/>
                    <a:pt x="95" y="412"/>
                    <a:pt x="190" y="412"/>
                  </a:cubicBezTo>
                  <a:lnTo>
                    <a:pt x="2439" y="412"/>
                  </a:lnTo>
                  <a:cubicBezTo>
                    <a:pt x="2470" y="254"/>
                    <a:pt x="2502" y="127"/>
                    <a:pt x="2502" y="0"/>
                  </a:cubicBezTo>
                  <a:close/>
                </a:path>
              </a:pathLst>
            </a:custGeom>
            <a:solidFill>
              <a:srgbClr val="D1975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59" name="Google Shape;459;p14"/>
            <p:cNvSpPr/>
            <p:nvPr/>
          </p:nvSpPr>
          <p:spPr>
            <a:xfrm>
              <a:off x="5787868" y="2781174"/>
              <a:ext cx="518546" cy="613473"/>
            </a:xfrm>
            <a:custGeom>
              <a:rect b="b" l="l" r="r" t="t"/>
              <a:pathLst>
                <a:path extrusionOk="0" h="19446" w="16437">
                  <a:moveTo>
                    <a:pt x="918" y="1"/>
                  </a:moveTo>
                  <a:cubicBezTo>
                    <a:pt x="412" y="1"/>
                    <a:pt x="0" y="444"/>
                    <a:pt x="0" y="951"/>
                  </a:cubicBezTo>
                  <a:lnTo>
                    <a:pt x="0" y="18496"/>
                  </a:lnTo>
                  <a:cubicBezTo>
                    <a:pt x="0" y="19002"/>
                    <a:pt x="412" y="19446"/>
                    <a:pt x="918" y="19446"/>
                  </a:cubicBezTo>
                  <a:lnTo>
                    <a:pt x="15486" y="19446"/>
                  </a:lnTo>
                  <a:cubicBezTo>
                    <a:pt x="15993" y="19446"/>
                    <a:pt x="16436" y="19002"/>
                    <a:pt x="16436" y="18496"/>
                  </a:cubicBezTo>
                  <a:lnTo>
                    <a:pt x="16436" y="951"/>
                  </a:lnTo>
                  <a:cubicBezTo>
                    <a:pt x="16436" y="444"/>
                    <a:pt x="15993" y="1"/>
                    <a:pt x="15486" y="1"/>
                  </a:cubicBezTo>
                  <a:close/>
                </a:path>
              </a:pathLst>
            </a:custGeom>
            <a:solidFill>
              <a:srgbClr val="E0A46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0" name="Google Shape;460;p14"/>
            <p:cNvSpPr/>
            <p:nvPr/>
          </p:nvSpPr>
          <p:spPr>
            <a:xfrm>
              <a:off x="5829827" y="2830136"/>
              <a:ext cx="433620" cy="522553"/>
            </a:xfrm>
            <a:custGeom>
              <a:rect b="b" l="l" r="r" t="t"/>
              <a:pathLst>
                <a:path extrusionOk="0" h="16564" w="13745">
                  <a:moveTo>
                    <a:pt x="0" y="1"/>
                  </a:moveTo>
                  <a:lnTo>
                    <a:pt x="0" y="16564"/>
                  </a:lnTo>
                  <a:lnTo>
                    <a:pt x="13745" y="16564"/>
                  </a:lnTo>
                  <a:lnTo>
                    <a:pt x="13745" y="1"/>
                  </a:lnTo>
                  <a:close/>
                </a:path>
              </a:pathLst>
            </a:custGeom>
            <a:solidFill>
              <a:srgbClr val="FFFE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1" name="Google Shape;461;p14"/>
            <p:cNvSpPr/>
            <p:nvPr/>
          </p:nvSpPr>
          <p:spPr>
            <a:xfrm>
              <a:off x="5923744" y="2671294"/>
              <a:ext cx="245787" cy="201841"/>
            </a:xfrm>
            <a:custGeom>
              <a:rect b="b" l="l" r="r" t="t"/>
              <a:pathLst>
                <a:path extrusionOk="0" h="6398" w="7791">
                  <a:moveTo>
                    <a:pt x="3895" y="1140"/>
                  </a:moveTo>
                  <a:cubicBezTo>
                    <a:pt x="4402" y="1140"/>
                    <a:pt x="4814" y="1521"/>
                    <a:pt x="4814" y="2027"/>
                  </a:cubicBezTo>
                  <a:cubicBezTo>
                    <a:pt x="4814" y="2534"/>
                    <a:pt x="4402" y="2946"/>
                    <a:pt x="3895" y="2946"/>
                  </a:cubicBezTo>
                  <a:cubicBezTo>
                    <a:pt x="3389" y="2946"/>
                    <a:pt x="2977" y="2534"/>
                    <a:pt x="2977" y="2027"/>
                  </a:cubicBezTo>
                  <a:cubicBezTo>
                    <a:pt x="2977" y="1521"/>
                    <a:pt x="3389" y="1140"/>
                    <a:pt x="3895" y="1140"/>
                  </a:cubicBezTo>
                  <a:close/>
                  <a:moveTo>
                    <a:pt x="3895" y="0"/>
                  </a:moveTo>
                  <a:cubicBezTo>
                    <a:pt x="2534" y="0"/>
                    <a:pt x="1457" y="1109"/>
                    <a:pt x="1457" y="2471"/>
                  </a:cubicBezTo>
                  <a:cubicBezTo>
                    <a:pt x="1457" y="2534"/>
                    <a:pt x="1457" y="2597"/>
                    <a:pt x="1457" y="2661"/>
                  </a:cubicBezTo>
                  <a:lnTo>
                    <a:pt x="475" y="2661"/>
                  </a:lnTo>
                  <a:cubicBezTo>
                    <a:pt x="222" y="2661"/>
                    <a:pt x="0" y="2882"/>
                    <a:pt x="0" y="3136"/>
                  </a:cubicBezTo>
                  <a:lnTo>
                    <a:pt x="0" y="5954"/>
                  </a:lnTo>
                  <a:cubicBezTo>
                    <a:pt x="0" y="6208"/>
                    <a:pt x="222" y="6398"/>
                    <a:pt x="475" y="6398"/>
                  </a:cubicBezTo>
                  <a:lnTo>
                    <a:pt x="7316" y="6398"/>
                  </a:lnTo>
                  <a:cubicBezTo>
                    <a:pt x="7601" y="6398"/>
                    <a:pt x="7791" y="6208"/>
                    <a:pt x="7791" y="5954"/>
                  </a:cubicBezTo>
                  <a:lnTo>
                    <a:pt x="7791" y="3136"/>
                  </a:lnTo>
                  <a:cubicBezTo>
                    <a:pt x="7791" y="2882"/>
                    <a:pt x="7601" y="2661"/>
                    <a:pt x="7316" y="2661"/>
                  </a:cubicBezTo>
                  <a:lnTo>
                    <a:pt x="6334" y="2661"/>
                  </a:lnTo>
                  <a:cubicBezTo>
                    <a:pt x="6334" y="2597"/>
                    <a:pt x="6366" y="2534"/>
                    <a:pt x="6366" y="2471"/>
                  </a:cubicBezTo>
                  <a:cubicBezTo>
                    <a:pt x="6366" y="1109"/>
                    <a:pt x="5257" y="0"/>
                    <a:pt x="3895"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2" name="Google Shape;462;p14"/>
            <p:cNvSpPr/>
            <p:nvPr/>
          </p:nvSpPr>
          <p:spPr>
            <a:xfrm>
              <a:off x="5900745" y="2946041"/>
              <a:ext cx="278785" cy="14007"/>
            </a:xfrm>
            <a:custGeom>
              <a:rect b="b" l="l" r="r" t="t"/>
              <a:pathLst>
                <a:path extrusionOk="0" h="444" w="8837">
                  <a:moveTo>
                    <a:pt x="222" y="0"/>
                  </a:moveTo>
                  <a:cubicBezTo>
                    <a:pt x="96" y="0"/>
                    <a:pt x="1" y="95"/>
                    <a:pt x="1" y="222"/>
                  </a:cubicBezTo>
                  <a:cubicBezTo>
                    <a:pt x="1" y="349"/>
                    <a:pt x="96" y="444"/>
                    <a:pt x="222" y="444"/>
                  </a:cubicBezTo>
                  <a:lnTo>
                    <a:pt x="8615" y="444"/>
                  </a:lnTo>
                  <a:cubicBezTo>
                    <a:pt x="8741" y="444"/>
                    <a:pt x="8836" y="349"/>
                    <a:pt x="8836" y="222"/>
                  </a:cubicBezTo>
                  <a:cubicBezTo>
                    <a:pt x="8836" y="95"/>
                    <a:pt x="8741" y="0"/>
                    <a:pt x="8615"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3" name="Google Shape;463;p14"/>
            <p:cNvSpPr/>
            <p:nvPr/>
          </p:nvSpPr>
          <p:spPr>
            <a:xfrm>
              <a:off x="5903742" y="3025951"/>
              <a:ext cx="278785" cy="13029"/>
            </a:xfrm>
            <a:custGeom>
              <a:rect b="b" l="l" r="r" t="t"/>
              <a:pathLst>
                <a:path extrusionOk="0" h="413" w="8837">
                  <a:moveTo>
                    <a:pt x="222" y="1"/>
                  </a:moveTo>
                  <a:cubicBezTo>
                    <a:pt x="96" y="1"/>
                    <a:pt x="1" y="96"/>
                    <a:pt x="1" y="191"/>
                  </a:cubicBezTo>
                  <a:cubicBezTo>
                    <a:pt x="1" y="318"/>
                    <a:pt x="96" y="413"/>
                    <a:pt x="222" y="413"/>
                  </a:cubicBezTo>
                  <a:lnTo>
                    <a:pt x="8615" y="413"/>
                  </a:lnTo>
                  <a:cubicBezTo>
                    <a:pt x="8741" y="413"/>
                    <a:pt x="8836" y="318"/>
                    <a:pt x="8836" y="191"/>
                  </a:cubicBezTo>
                  <a:cubicBezTo>
                    <a:pt x="8836" y="96"/>
                    <a:pt x="8741" y="1"/>
                    <a:pt x="8615"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4" name="Google Shape;464;p14"/>
            <p:cNvSpPr/>
            <p:nvPr/>
          </p:nvSpPr>
          <p:spPr>
            <a:xfrm>
              <a:off x="5907749" y="3104883"/>
              <a:ext cx="278785" cy="13029"/>
            </a:xfrm>
            <a:custGeom>
              <a:rect b="b" l="l" r="r" t="t"/>
              <a:pathLst>
                <a:path extrusionOk="0" h="413" w="8837">
                  <a:moveTo>
                    <a:pt x="190" y="1"/>
                  </a:moveTo>
                  <a:cubicBezTo>
                    <a:pt x="95" y="1"/>
                    <a:pt x="0" y="96"/>
                    <a:pt x="0" y="222"/>
                  </a:cubicBezTo>
                  <a:cubicBezTo>
                    <a:pt x="0" y="317"/>
                    <a:pt x="95" y="412"/>
                    <a:pt x="190" y="412"/>
                  </a:cubicBezTo>
                  <a:lnTo>
                    <a:pt x="8614" y="412"/>
                  </a:lnTo>
                  <a:cubicBezTo>
                    <a:pt x="8741" y="412"/>
                    <a:pt x="8836" y="317"/>
                    <a:pt x="8836" y="222"/>
                  </a:cubicBezTo>
                  <a:cubicBezTo>
                    <a:pt x="8836" y="96"/>
                    <a:pt x="8741" y="1"/>
                    <a:pt x="8614"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5" name="Google Shape;465;p14"/>
            <p:cNvSpPr/>
            <p:nvPr/>
          </p:nvSpPr>
          <p:spPr>
            <a:xfrm>
              <a:off x="5910746" y="3183815"/>
              <a:ext cx="278785" cy="14007"/>
            </a:xfrm>
            <a:custGeom>
              <a:rect b="b" l="l" r="r" t="t"/>
              <a:pathLst>
                <a:path extrusionOk="0" h="444" w="8837">
                  <a:moveTo>
                    <a:pt x="222" y="1"/>
                  </a:moveTo>
                  <a:cubicBezTo>
                    <a:pt x="95" y="1"/>
                    <a:pt x="0" y="96"/>
                    <a:pt x="0" y="222"/>
                  </a:cubicBezTo>
                  <a:cubicBezTo>
                    <a:pt x="0" y="349"/>
                    <a:pt x="95" y="444"/>
                    <a:pt x="222" y="444"/>
                  </a:cubicBezTo>
                  <a:lnTo>
                    <a:pt x="8614" y="444"/>
                  </a:lnTo>
                  <a:cubicBezTo>
                    <a:pt x="8741" y="444"/>
                    <a:pt x="8836" y="349"/>
                    <a:pt x="8836" y="222"/>
                  </a:cubicBezTo>
                  <a:cubicBezTo>
                    <a:pt x="8836" y="96"/>
                    <a:pt x="8741" y="1"/>
                    <a:pt x="8614"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6" name="Google Shape;466;p14"/>
            <p:cNvSpPr/>
            <p:nvPr/>
          </p:nvSpPr>
          <p:spPr>
            <a:xfrm>
              <a:off x="5913743" y="3262747"/>
              <a:ext cx="278785" cy="14007"/>
            </a:xfrm>
            <a:custGeom>
              <a:rect b="b" l="l" r="r" t="t"/>
              <a:pathLst>
                <a:path extrusionOk="0" h="444" w="8837">
                  <a:moveTo>
                    <a:pt x="222" y="0"/>
                  </a:moveTo>
                  <a:cubicBezTo>
                    <a:pt x="127" y="0"/>
                    <a:pt x="0" y="95"/>
                    <a:pt x="0" y="222"/>
                  </a:cubicBezTo>
                  <a:cubicBezTo>
                    <a:pt x="0" y="349"/>
                    <a:pt x="127" y="444"/>
                    <a:pt x="222" y="444"/>
                  </a:cubicBezTo>
                  <a:lnTo>
                    <a:pt x="8646" y="444"/>
                  </a:lnTo>
                  <a:cubicBezTo>
                    <a:pt x="8741" y="444"/>
                    <a:pt x="8836" y="349"/>
                    <a:pt x="8836" y="222"/>
                  </a:cubicBezTo>
                  <a:cubicBezTo>
                    <a:pt x="8836" y="95"/>
                    <a:pt x="8741" y="0"/>
                    <a:pt x="8646"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7" name="Google Shape;467;p14"/>
            <p:cNvSpPr/>
            <p:nvPr/>
          </p:nvSpPr>
          <p:spPr>
            <a:xfrm>
              <a:off x="6309380" y="3046552"/>
              <a:ext cx="115906" cy="94863"/>
            </a:xfrm>
            <a:custGeom>
              <a:rect b="b" l="l" r="r" t="t"/>
              <a:pathLst>
                <a:path extrusionOk="0" h="3007" w="3674">
                  <a:moveTo>
                    <a:pt x="2708" y="1"/>
                  </a:moveTo>
                  <a:cubicBezTo>
                    <a:pt x="2184" y="1"/>
                    <a:pt x="1542" y="100"/>
                    <a:pt x="1045" y="488"/>
                  </a:cubicBezTo>
                  <a:cubicBezTo>
                    <a:pt x="32" y="1248"/>
                    <a:pt x="0" y="2895"/>
                    <a:pt x="0" y="2895"/>
                  </a:cubicBezTo>
                  <a:cubicBezTo>
                    <a:pt x="0" y="2895"/>
                    <a:pt x="437" y="3006"/>
                    <a:pt x="999" y="3006"/>
                  </a:cubicBezTo>
                  <a:cubicBezTo>
                    <a:pt x="1517" y="3006"/>
                    <a:pt x="2142" y="2911"/>
                    <a:pt x="2629" y="2546"/>
                  </a:cubicBezTo>
                  <a:cubicBezTo>
                    <a:pt x="3642" y="1755"/>
                    <a:pt x="3674" y="108"/>
                    <a:pt x="3674" y="108"/>
                  </a:cubicBezTo>
                  <a:cubicBezTo>
                    <a:pt x="3674" y="108"/>
                    <a:pt x="3254" y="1"/>
                    <a:pt x="2708"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8" name="Google Shape;468;p14"/>
            <p:cNvSpPr/>
            <p:nvPr/>
          </p:nvSpPr>
          <p:spPr>
            <a:xfrm>
              <a:off x="6244424" y="3072925"/>
              <a:ext cx="80982" cy="101930"/>
            </a:xfrm>
            <a:custGeom>
              <a:rect b="b" l="l" r="r" t="t"/>
              <a:pathLst>
                <a:path extrusionOk="0" h="3231" w="2567">
                  <a:moveTo>
                    <a:pt x="698" y="0"/>
                  </a:moveTo>
                  <a:cubicBezTo>
                    <a:pt x="1" y="285"/>
                    <a:pt x="128" y="1109"/>
                    <a:pt x="128" y="1109"/>
                  </a:cubicBezTo>
                  <a:cubicBezTo>
                    <a:pt x="1869" y="1742"/>
                    <a:pt x="2249" y="3231"/>
                    <a:pt x="2249" y="3231"/>
                  </a:cubicBezTo>
                  <a:lnTo>
                    <a:pt x="2566" y="3231"/>
                  </a:lnTo>
                  <a:cubicBezTo>
                    <a:pt x="2408" y="1077"/>
                    <a:pt x="698" y="0"/>
                    <a:pt x="698" y="0"/>
                  </a:cubicBezTo>
                  <a:close/>
                </a:path>
              </a:pathLst>
            </a:custGeom>
            <a:solidFill>
              <a:srgbClr val="82594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69" name="Google Shape;469;p14"/>
            <p:cNvSpPr/>
            <p:nvPr/>
          </p:nvSpPr>
          <p:spPr>
            <a:xfrm>
              <a:off x="6149529" y="3157757"/>
              <a:ext cx="340713" cy="277681"/>
            </a:xfrm>
            <a:custGeom>
              <a:rect b="b" l="l" r="r" t="t"/>
              <a:pathLst>
                <a:path extrusionOk="0" h="8802" w="10800">
                  <a:moveTo>
                    <a:pt x="3486" y="1"/>
                  </a:moveTo>
                  <a:cubicBezTo>
                    <a:pt x="3055" y="1"/>
                    <a:pt x="2595" y="59"/>
                    <a:pt x="2154" y="225"/>
                  </a:cubicBezTo>
                  <a:cubicBezTo>
                    <a:pt x="665" y="795"/>
                    <a:pt x="0" y="1840"/>
                    <a:pt x="222" y="4025"/>
                  </a:cubicBezTo>
                  <a:cubicBezTo>
                    <a:pt x="317" y="5292"/>
                    <a:pt x="1299" y="8047"/>
                    <a:pt x="2280" y="8522"/>
                  </a:cubicBezTo>
                  <a:cubicBezTo>
                    <a:pt x="2695" y="8729"/>
                    <a:pt x="3081" y="8802"/>
                    <a:pt x="3437" y="8802"/>
                  </a:cubicBezTo>
                  <a:cubicBezTo>
                    <a:pt x="4278" y="8802"/>
                    <a:pt x="4948" y="8395"/>
                    <a:pt x="5416" y="8395"/>
                  </a:cubicBezTo>
                  <a:cubicBezTo>
                    <a:pt x="5884" y="8395"/>
                    <a:pt x="6557" y="8788"/>
                    <a:pt x="7389" y="8788"/>
                  </a:cubicBezTo>
                  <a:cubicBezTo>
                    <a:pt x="7739" y="8788"/>
                    <a:pt x="8116" y="8719"/>
                    <a:pt x="8519" y="8522"/>
                  </a:cubicBezTo>
                  <a:cubicBezTo>
                    <a:pt x="9501" y="8047"/>
                    <a:pt x="10483" y="5292"/>
                    <a:pt x="10609" y="4025"/>
                  </a:cubicBezTo>
                  <a:cubicBezTo>
                    <a:pt x="10799" y="1840"/>
                    <a:pt x="10166" y="795"/>
                    <a:pt x="8646" y="225"/>
                  </a:cubicBezTo>
                  <a:cubicBezTo>
                    <a:pt x="8214" y="59"/>
                    <a:pt x="7760" y="1"/>
                    <a:pt x="7334" y="1"/>
                  </a:cubicBezTo>
                  <a:cubicBezTo>
                    <a:pt x="6293" y="1"/>
                    <a:pt x="5416" y="352"/>
                    <a:pt x="5416" y="352"/>
                  </a:cubicBezTo>
                  <a:cubicBezTo>
                    <a:pt x="5416" y="352"/>
                    <a:pt x="4538" y="1"/>
                    <a:pt x="3486" y="1"/>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470" name="Google Shape;470;p14"/>
          <p:cNvSpPr/>
          <p:nvPr/>
        </p:nvSpPr>
        <p:spPr>
          <a:xfrm>
            <a:off x="3876442" y="3512422"/>
            <a:ext cx="773223" cy="799718"/>
          </a:xfrm>
          <a:prstGeom prst="pie">
            <a:avLst>
              <a:gd fmla="val 16171532" name="adj1"/>
              <a:gd fmla="val 1014" name="adj2"/>
            </a:avLst>
          </a:pr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71" name="Google Shape;471;p14"/>
          <p:cNvSpPr/>
          <p:nvPr/>
        </p:nvSpPr>
        <p:spPr>
          <a:xfrm>
            <a:off x="3778997" y="3571192"/>
            <a:ext cx="871137" cy="791900"/>
          </a:xfrm>
          <a:prstGeom prst="pie">
            <a:avLst>
              <a:gd fmla="val 0" name="adj1"/>
              <a:gd fmla="val 16200000" name="adj2"/>
            </a:avLst>
          </a:pr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472" name="Google Shape;472;p14"/>
          <p:cNvPicPr preferRelativeResize="0"/>
          <p:nvPr/>
        </p:nvPicPr>
        <p:blipFill rotWithShape="1">
          <a:blip r:embed="rId4">
            <a:alphaModFix/>
          </a:blip>
          <a:srcRect b="0" l="0" r="0" t="0"/>
          <a:stretch/>
        </p:blipFill>
        <p:spPr>
          <a:xfrm>
            <a:off x="3757724" y="4880559"/>
            <a:ext cx="891941" cy="891941"/>
          </a:xfrm>
          <a:prstGeom prst="rect">
            <a:avLst/>
          </a:prstGeom>
          <a:noFill/>
          <a:ln>
            <a:noFill/>
          </a:ln>
        </p:spPr>
      </p:pic>
    </p:spTree>
  </p:cSld>
  <p:clrMapOvr>
    <a:masterClrMapping/>
  </p:clrMapOvr>
  <p:transition spd="slow" p14:dur="1600">
    <p:blinds dir="ver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6" name="Shape 476"/>
        <p:cNvGrpSpPr/>
        <p:nvPr/>
      </p:nvGrpSpPr>
      <p:grpSpPr>
        <a:xfrm>
          <a:off x="0" y="0"/>
          <a:ext cx="0" cy="0"/>
          <a:chOff x="0" y="0"/>
          <a:chExt cx="0" cy="0"/>
        </a:xfrm>
      </p:grpSpPr>
      <p:pic>
        <p:nvPicPr>
          <p:cNvPr id="477" name="Google Shape;477;p15"/>
          <p:cNvPicPr preferRelativeResize="0"/>
          <p:nvPr/>
        </p:nvPicPr>
        <p:blipFill rotWithShape="1">
          <a:blip r:embed="rId3">
            <a:alphaModFix/>
          </a:blip>
          <a:srcRect b="0" l="0" r="0" t="0"/>
          <a:stretch/>
        </p:blipFill>
        <p:spPr>
          <a:xfrm>
            <a:off x="9680230" y="-97971"/>
            <a:ext cx="2511770" cy="1603387"/>
          </a:xfrm>
          <a:prstGeom prst="rect">
            <a:avLst/>
          </a:prstGeom>
          <a:noFill/>
          <a:ln>
            <a:noFill/>
          </a:ln>
        </p:spPr>
      </p:pic>
      <p:sp>
        <p:nvSpPr>
          <p:cNvPr id="478" name="Google Shape;478;p15"/>
          <p:cNvSpPr/>
          <p:nvPr/>
        </p:nvSpPr>
        <p:spPr>
          <a:xfrm>
            <a:off x="6441769" y="3626423"/>
            <a:ext cx="7524206"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Key Features</a:t>
            </a:r>
            <a:endParaRPr/>
          </a:p>
        </p:txBody>
      </p:sp>
      <p:sp>
        <p:nvSpPr>
          <p:cNvPr id="479" name="Google Shape;479;p15"/>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04</a:t>
            </a:r>
            <a:endParaRPr b="1" sz="13000">
              <a:solidFill>
                <a:schemeClr val="dk1"/>
              </a:solidFill>
              <a:latin typeface="Arial"/>
              <a:ea typeface="Arial"/>
              <a:cs typeface="Arial"/>
              <a:sym typeface="Arial"/>
            </a:endParaRPr>
          </a:p>
        </p:txBody>
      </p:sp>
      <p:pic>
        <p:nvPicPr>
          <p:cNvPr descr="A group of people standing on a ladder&#10;&#10;Description automatically generated" id="480" name="Google Shape;480;p15"/>
          <p:cNvPicPr preferRelativeResize="0"/>
          <p:nvPr/>
        </p:nvPicPr>
        <p:blipFill rotWithShape="1">
          <a:blip r:embed="rId4">
            <a:alphaModFix/>
          </a:blip>
          <a:srcRect b="0" l="0" r="0" t="0"/>
          <a:stretch/>
        </p:blipFill>
        <p:spPr>
          <a:xfrm>
            <a:off x="424366" y="390779"/>
            <a:ext cx="6576203" cy="6066547"/>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4" name="Shape 484"/>
        <p:cNvGrpSpPr/>
        <p:nvPr/>
      </p:nvGrpSpPr>
      <p:grpSpPr>
        <a:xfrm>
          <a:off x="0" y="0"/>
          <a:ext cx="0" cy="0"/>
          <a:chOff x="0" y="0"/>
          <a:chExt cx="0" cy="0"/>
        </a:xfrm>
      </p:grpSpPr>
      <p:sp>
        <p:nvSpPr>
          <p:cNvPr id="485" name="Google Shape;485;p16"/>
          <p:cNvSpPr txBox="1"/>
          <p:nvPr>
            <p:ph type="title"/>
          </p:nvPr>
        </p:nvSpPr>
        <p:spPr>
          <a:xfrm>
            <a:off x="4256038" y="305571"/>
            <a:ext cx="3443514" cy="113349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US" sz="4000">
                <a:latin typeface="Calibri"/>
                <a:ea typeface="Calibri"/>
                <a:cs typeface="Calibri"/>
                <a:sym typeface="Calibri"/>
              </a:rPr>
              <a:t>Key Features</a:t>
            </a:r>
            <a:endParaRPr/>
          </a:p>
        </p:txBody>
      </p:sp>
      <p:pic>
        <p:nvPicPr>
          <p:cNvPr id="486" name="Google Shape;486;p16"/>
          <p:cNvPicPr preferRelativeResize="0"/>
          <p:nvPr/>
        </p:nvPicPr>
        <p:blipFill rotWithShape="1">
          <a:blip r:embed="rId3">
            <a:alphaModFix/>
          </a:blip>
          <a:srcRect b="0" l="0" r="0" t="0"/>
          <a:stretch/>
        </p:blipFill>
        <p:spPr>
          <a:xfrm>
            <a:off x="0" y="0"/>
            <a:ext cx="2511770" cy="1603387"/>
          </a:xfrm>
          <a:prstGeom prst="rect">
            <a:avLst/>
          </a:prstGeom>
          <a:noFill/>
          <a:ln>
            <a:noFill/>
          </a:ln>
        </p:spPr>
      </p:pic>
      <p:sp>
        <p:nvSpPr>
          <p:cNvPr id="487" name="Google Shape;487;p16"/>
          <p:cNvSpPr/>
          <p:nvPr/>
        </p:nvSpPr>
        <p:spPr>
          <a:xfrm>
            <a:off x="2014424" y="1371205"/>
            <a:ext cx="1074703" cy="987797"/>
          </a:xfrm>
          <a:custGeom>
            <a:rect b="b" l="l" r="r" t="t"/>
            <a:pathLst>
              <a:path extrusionOk="0" h="20554" w="20523">
                <a:moveTo>
                  <a:pt x="10262" y="0"/>
                </a:moveTo>
                <a:cubicBezTo>
                  <a:pt x="4593" y="0"/>
                  <a:pt x="1" y="4592"/>
                  <a:pt x="1" y="10261"/>
                </a:cubicBezTo>
                <a:cubicBezTo>
                  <a:pt x="1" y="15930"/>
                  <a:pt x="4593" y="20553"/>
                  <a:pt x="10262" y="20553"/>
                </a:cubicBezTo>
                <a:cubicBezTo>
                  <a:pt x="15931" y="20553"/>
                  <a:pt x="20523" y="15930"/>
                  <a:pt x="20523" y="10261"/>
                </a:cubicBezTo>
                <a:cubicBezTo>
                  <a:pt x="20523" y="4592"/>
                  <a:pt x="15931" y="0"/>
                  <a:pt x="10262"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nvGrpSpPr>
          <p:cNvPr id="488" name="Google Shape;488;p16"/>
          <p:cNvGrpSpPr/>
          <p:nvPr/>
        </p:nvGrpSpPr>
        <p:grpSpPr>
          <a:xfrm>
            <a:off x="1949643" y="2416129"/>
            <a:ext cx="1236839" cy="987797"/>
            <a:chOff x="719570" y="3819491"/>
            <a:chExt cx="1017719" cy="917147"/>
          </a:xfrm>
        </p:grpSpPr>
        <p:sp>
          <p:nvSpPr>
            <p:cNvPr id="489" name="Google Shape;489;p16"/>
            <p:cNvSpPr/>
            <p:nvPr/>
          </p:nvSpPr>
          <p:spPr>
            <a:xfrm>
              <a:off x="719570" y="3819491"/>
              <a:ext cx="1017719" cy="917147"/>
            </a:xfrm>
            <a:custGeom>
              <a:rect b="b" l="l" r="r" t="t"/>
              <a:pathLst>
                <a:path extrusionOk="0" h="31024" w="34426">
                  <a:moveTo>
                    <a:pt x="17232" y="1"/>
                  </a:moveTo>
                  <a:cubicBezTo>
                    <a:pt x="10408" y="1"/>
                    <a:pt x="4159" y="4536"/>
                    <a:pt x="2281" y="11411"/>
                  </a:cubicBezTo>
                  <a:cubicBezTo>
                    <a:pt x="1" y="19677"/>
                    <a:pt x="4878" y="28196"/>
                    <a:pt x="13144" y="30476"/>
                  </a:cubicBezTo>
                  <a:cubicBezTo>
                    <a:pt x="14507" y="30847"/>
                    <a:pt x="15877" y="31024"/>
                    <a:pt x="17224" y="31024"/>
                  </a:cubicBezTo>
                  <a:cubicBezTo>
                    <a:pt x="24048" y="31024"/>
                    <a:pt x="30299" y="26484"/>
                    <a:pt x="32177" y="19582"/>
                  </a:cubicBezTo>
                  <a:cubicBezTo>
                    <a:pt x="34425" y="11316"/>
                    <a:pt x="29548" y="2797"/>
                    <a:pt x="21314" y="549"/>
                  </a:cubicBezTo>
                  <a:cubicBezTo>
                    <a:pt x="19951" y="178"/>
                    <a:pt x="18580" y="1"/>
                    <a:pt x="17232"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0" name="Google Shape;490;p16"/>
            <p:cNvSpPr/>
            <p:nvPr/>
          </p:nvSpPr>
          <p:spPr>
            <a:xfrm>
              <a:off x="917128" y="3991095"/>
              <a:ext cx="336126" cy="443792"/>
            </a:xfrm>
            <a:custGeom>
              <a:rect b="b" l="l" r="r" t="t"/>
              <a:pathLst>
                <a:path extrusionOk="0" h="15012" w="11370">
                  <a:moveTo>
                    <a:pt x="5685" y="2107"/>
                  </a:moveTo>
                  <a:cubicBezTo>
                    <a:pt x="7031" y="2107"/>
                    <a:pt x="8377" y="2376"/>
                    <a:pt x="8709" y="2914"/>
                  </a:cubicBezTo>
                  <a:cubicBezTo>
                    <a:pt x="9184" y="3643"/>
                    <a:pt x="8709" y="4815"/>
                    <a:pt x="8297" y="5543"/>
                  </a:cubicBezTo>
                  <a:cubicBezTo>
                    <a:pt x="7474" y="5258"/>
                    <a:pt x="6619" y="5068"/>
                    <a:pt x="5669" y="5068"/>
                  </a:cubicBezTo>
                  <a:cubicBezTo>
                    <a:pt x="4750" y="5068"/>
                    <a:pt x="3864" y="5258"/>
                    <a:pt x="3072" y="5543"/>
                  </a:cubicBezTo>
                  <a:cubicBezTo>
                    <a:pt x="2660" y="4815"/>
                    <a:pt x="2185" y="3643"/>
                    <a:pt x="2660" y="2914"/>
                  </a:cubicBezTo>
                  <a:cubicBezTo>
                    <a:pt x="2993" y="2376"/>
                    <a:pt x="4339" y="2107"/>
                    <a:pt x="5685" y="2107"/>
                  </a:cubicBezTo>
                  <a:close/>
                  <a:moveTo>
                    <a:pt x="5669" y="1"/>
                  </a:moveTo>
                  <a:cubicBezTo>
                    <a:pt x="3705" y="1"/>
                    <a:pt x="1710" y="413"/>
                    <a:pt x="1172" y="1236"/>
                  </a:cubicBezTo>
                  <a:cubicBezTo>
                    <a:pt x="475" y="2376"/>
                    <a:pt x="855" y="3643"/>
                    <a:pt x="950" y="5860"/>
                  </a:cubicBezTo>
                  <a:cubicBezTo>
                    <a:pt x="950" y="6081"/>
                    <a:pt x="824" y="6683"/>
                    <a:pt x="729" y="7126"/>
                  </a:cubicBezTo>
                  <a:cubicBezTo>
                    <a:pt x="665" y="7380"/>
                    <a:pt x="602" y="7665"/>
                    <a:pt x="475" y="7918"/>
                  </a:cubicBezTo>
                  <a:cubicBezTo>
                    <a:pt x="158" y="8520"/>
                    <a:pt x="0" y="9217"/>
                    <a:pt x="0" y="9945"/>
                  </a:cubicBezTo>
                  <a:cubicBezTo>
                    <a:pt x="0" y="12732"/>
                    <a:pt x="2534" y="15012"/>
                    <a:pt x="5669" y="15012"/>
                  </a:cubicBezTo>
                  <a:cubicBezTo>
                    <a:pt x="8804" y="15012"/>
                    <a:pt x="11338" y="12732"/>
                    <a:pt x="11338" y="9945"/>
                  </a:cubicBezTo>
                  <a:cubicBezTo>
                    <a:pt x="11369" y="9217"/>
                    <a:pt x="11179" y="8520"/>
                    <a:pt x="10894" y="7918"/>
                  </a:cubicBezTo>
                  <a:cubicBezTo>
                    <a:pt x="10768" y="7665"/>
                    <a:pt x="10673" y="7380"/>
                    <a:pt x="10609" y="7126"/>
                  </a:cubicBezTo>
                  <a:cubicBezTo>
                    <a:pt x="10546" y="6683"/>
                    <a:pt x="10419" y="6081"/>
                    <a:pt x="10419" y="5860"/>
                  </a:cubicBezTo>
                  <a:cubicBezTo>
                    <a:pt x="10514" y="3643"/>
                    <a:pt x="10894" y="2376"/>
                    <a:pt x="10166" y="1236"/>
                  </a:cubicBezTo>
                  <a:cubicBezTo>
                    <a:pt x="9659" y="413"/>
                    <a:pt x="7664" y="1"/>
                    <a:pt x="5669"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1" name="Google Shape;491;p16"/>
            <p:cNvSpPr/>
            <p:nvPr/>
          </p:nvSpPr>
          <p:spPr>
            <a:xfrm>
              <a:off x="917128" y="4237310"/>
              <a:ext cx="335180" cy="197566"/>
            </a:xfrm>
            <a:custGeom>
              <a:rect b="b" l="l" r="r" t="t"/>
              <a:pathLst>
                <a:path extrusionOk="0" h="6683" w="11338">
                  <a:moveTo>
                    <a:pt x="285" y="1"/>
                  </a:moveTo>
                  <a:cubicBezTo>
                    <a:pt x="95" y="508"/>
                    <a:pt x="0" y="1046"/>
                    <a:pt x="0" y="1616"/>
                  </a:cubicBezTo>
                  <a:cubicBezTo>
                    <a:pt x="0" y="4403"/>
                    <a:pt x="2534" y="6683"/>
                    <a:pt x="5669" y="6683"/>
                  </a:cubicBezTo>
                  <a:cubicBezTo>
                    <a:pt x="8709" y="6683"/>
                    <a:pt x="11148" y="4593"/>
                    <a:pt x="11338" y="1933"/>
                  </a:cubicBezTo>
                  <a:lnTo>
                    <a:pt x="11338" y="1933"/>
                  </a:lnTo>
                  <a:cubicBezTo>
                    <a:pt x="10578" y="3959"/>
                    <a:pt x="8456" y="5416"/>
                    <a:pt x="5954" y="5416"/>
                  </a:cubicBezTo>
                  <a:cubicBezTo>
                    <a:pt x="2819" y="5416"/>
                    <a:pt x="285" y="3136"/>
                    <a:pt x="285" y="318"/>
                  </a:cubicBezTo>
                  <a:cubicBezTo>
                    <a:pt x="285" y="223"/>
                    <a:pt x="285" y="96"/>
                    <a:pt x="285"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2" name="Google Shape;492;p16"/>
            <p:cNvSpPr/>
            <p:nvPr/>
          </p:nvSpPr>
          <p:spPr>
            <a:xfrm>
              <a:off x="951744" y="4210084"/>
              <a:ext cx="108642" cy="110179"/>
            </a:xfrm>
            <a:custGeom>
              <a:rect b="b" l="l" r="r" t="t"/>
              <a:pathLst>
                <a:path extrusionOk="0" h="3727" w="3675">
                  <a:moveTo>
                    <a:pt x="2249" y="0"/>
                  </a:moveTo>
                  <a:cubicBezTo>
                    <a:pt x="1779" y="0"/>
                    <a:pt x="1345" y="219"/>
                    <a:pt x="1078" y="605"/>
                  </a:cubicBezTo>
                  <a:cubicBezTo>
                    <a:pt x="634" y="1207"/>
                    <a:pt x="1" y="2315"/>
                    <a:pt x="634" y="3170"/>
                  </a:cubicBezTo>
                  <a:cubicBezTo>
                    <a:pt x="971" y="3592"/>
                    <a:pt x="1515" y="3726"/>
                    <a:pt x="2002" y="3726"/>
                  </a:cubicBezTo>
                  <a:cubicBezTo>
                    <a:pt x="2430" y="3726"/>
                    <a:pt x="2815" y="3622"/>
                    <a:pt x="2978" y="3519"/>
                  </a:cubicBezTo>
                  <a:cubicBezTo>
                    <a:pt x="2978" y="3519"/>
                    <a:pt x="2978" y="3487"/>
                    <a:pt x="2946" y="3487"/>
                  </a:cubicBezTo>
                  <a:cubicBezTo>
                    <a:pt x="2693" y="3075"/>
                    <a:pt x="2439" y="2569"/>
                    <a:pt x="2598" y="2062"/>
                  </a:cubicBezTo>
                  <a:cubicBezTo>
                    <a:pt x="2693" y="1745"/>
                    <a:pt x="2914" y="1587"/>
                    <a:pt x="3168" y="1460"/>
                  </a:cubicBezTo>
                  <a:cubicBezTo>
                    <a:pt x="3231" y="1365"/>
                    <a:pt x="3326" y="1302"/>
                    <a:pt x="3421" y="1239"/>
                  </a:cubicBezTo>
                  <a:cubicBezTo>
                    <a:pt x="3484" y="1049"/>
                    <a:pt x="3516" y="922"/>
                    <a:pt x="3548" y="795"/>
                  </a:cubicBezTo>
                  <a:cubicBezTo>
                    <a:pt x="3674" y="383"/>
                    <a:pt x="3009" y="67"/>
                    <a:pt x="2344" y="3"/>
                  </a:cubicBezTo>
                  <a:cubicBezTo>
                    <a:pt x="2312" y="1"/>
                    <a:pt x="2281" y="0"/>
                    <a:pt x="2249" y="0"/>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3" name="Google Shape;493;p16"/>
            <p:cNvSpPr/>
            <p:nvPr/>
          </p:nvSpPr>
          <p:spPr>
            <a:xfrm>
              <a:off x="1133369" y="4213159"/>
              <a:ext cx="90846" cy="92678"/>
            </a:xfrm>
            <a:custGeom>
              <a:rect b="b" l="l" r="r" t="t"/>
              <a:pathLst>
                <a:path extrusionOk="0" h="3135" w="3073">
                  <a:moveTo>
                    <a:pt x="1222" y="0"/>
                  </a:moveTo>
                  <a:cubicBezTo>
                    <a:pt x="1062" y="0"/>
                    <a:pt x="895" y="20"/>
                    <a:pt x="729" y="58"/>
                  </a:cubicBezTo>
                  <a:cubicBezTo>
                    <a:pt x="317" y="184"/>
                    <a:pt x="1" y="374"/>
                    <a:pt x="32" y="691"/>
                  </a:cubicBezTo>
                  <a:cubicBezTo>
                    <a:pt x="64" y="913"/>
                    <a:pt x="64" y="1198"/>
                    <a:pt x="96" y="1515"/>
                  </a:cubicBezTo>
                  <a:cubicBezTo>
                    <a:pt x="412" y="1895"/>
                    <a:pt x="507" y="2433"/>
                    <a:pt x="381" y="2971"/>
                  </a:cubicBezTo>
                  <a:cubicBezTo>
                    <a:pt x="530" y="3046"/>
                    <a:pt x="890" y="3135"/>
                    <a:pt x="1299" y="3135"/>
                  </a:cubicBezTo>
                  <a:cubicBezTo>
                    <a:pt x="1758" y="3135"/>
                    <a:pt x="2278" y="3023"/>
                    <a:pt x="2629" y="2655"/>
                  </a:cubicBezTo>
                  <a:cubicBezTo>
                    <a:pt x="3073" y="2243"/>
                    <a:pt x="2629" y="1071"/>
                    <a:pt x="2408" y="660"/>
                  </a:cubicBezTo>
                  <a:cubicBezTo>
                    <a:pt x="2191" y="201"/>
                    <a:pt x="1735" y="0"/>
                    <a:pt x="1222" y="0"/>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4" name="Google Shape;494;p16"/>
            <p:cNvSpPr/>
            <p:nvPr/>
          </p:nvSpPr>
          <p:spPr>
            <a:xfrm>
              <a:off x="1011665" y="4227023"/>
              <a:ext cx="146098" cy="108642"/>
            </a:xfrm>
            <a:custGeom>
              <a:rect b="b" l="l" r="r" t="t"/>
              <a:pathLst>
                <a:path extrusionOk="0" h="3675" w="4942">
                  <a:moveTo>
                    <a:pt x="2471" y="476"/>
                  </a:moveTo>
                  <a:cubicBezTo>
                    <a:pt x="3516" y="476"/>
                    <a:pt x="4339" y="1077"/>
                    <a:pt x="4339" y="1837"/>
                  </a:cubicBezTo>
                  <a:cubicBezTo>
                    <a:pt x="4339" y="2597"/>
                    <a:pt x="3516" y="3231"/>
                    <a:pt x="2471" y="3231"/>
                  </a:cubicBezTo>
                  <a:cubicBezTo>
                    <a:pt x="1457" y="3231"/>
                    <a:pt x="634" y="2597"/>
                    <a:pt x="634" y="1837"/>
                  </a:cubicBezTo>
                  <a:cubicBezTo>
                    <a:pt x="634" y="1077"/>
                    <a:pt x="1457" y="476"/>
                    <a:pt x="2471" y="476"/>
                  </a:cubicBezTo>
                  <a:close/>
                  <a:moveTo>
                    <a:pt x="2471" y="0"/>
                  </a:moveTo>
                  <a:cubicBezTo>
                    <a:pt x="1109" y="0"/>
                    <a:pt x="1" y="824"/>
                    <a:pt x="1" y="1837"/>
                  </a:cubicBezTo>
                  <a:cubicBezTo>
                    <a:pt x="1" y="2851"/>
                    <a:pt x="1109" y="3674"/>
                    <a:pt x="2471" y="3674"/>
                  </a:cubicBezTo>
                  <a:cubicBezTo>
                    <a:pt x="3833" y="3674"/>
                    <a:pt x="4941" y="2851"/>
                    <a:pt x="4941" y="1837"/>
                  </a:cubicBezTo>
                  <a:cubicBezTo>
                    <a:pt x="4941" y="824"/>
                    <a:pt x="3833" y="0"/>
                    <a:pt x="2471" y="0"/>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5" name="Google Shape;495;p16"/>
            <p:cNvSpPr/>
            <p:nvPr/>
          </p:nvSpPr>
          <p:spPr>
            <a:xfrm>
              <a:off x="1051928" y="4262585"/>
              <a:ext cx="30922" cy="37485"/>
            </a:xfrm>
            <a:custGeom>
              <a:rect b="b" l="l" r="r" t="t"/>
              <a:pathLst>
                <a:path extrusionOk="0" h="1268" w="1046">
                  <a:moveTo>
                    <a:pt x="539" y="1"/>
                  </a:moveTo>
                  <a:cubicBezTo>
                    <a:pt x="222" y="1"/>
                    <a:pt x="32" y="128"/>
                    <a:pt x="32" y="318"/>
                  </a:cubicBezTo>
                  <a:lnTo>
                    <a:pt x="32" y="381"/>
                  </a:lnTo>
                  <a:lnTo>
                    <a:pt x="349" y="381"/>
                  </a:lnTo>
                  <a:cubicBezTo>
                    <a:pt x="349" y="286"/>
                    <a:pt x="381" y="223"/>
                    <a:pt x="507" y="223"/>
                  </a:cubicBezTo>
                  <a:cubicBezTo>
                    <a:pt x="602" y="223"/>
                    <a:pt x="666" y="286"/>
                    <a:pt x="666" y="381"/>
                  </a:cubicBezTo>
                  <a:cubicBezTo>
                    <a:pt x="666" y="476"/>
                    <a:pt x="602" y="508"/>
                    <a:pt x="539" y="508"/>
                  </a:cubicBezTo>
                  <a:lnTo>
                    <a:pt x="444" y="508"/>
                  </a:lnTo>
                  <a:lnTo>
                    <a:pt x="444" y="729"/>
                  </a:lnTo>
                  <a:lnTo>
                    <a:pt x="571" y="729"/>
                  </a:lnTo>
                  <a:cubicBezTo>
                    <a:pt x="634" y="729"/>
                    <a:pt x="697" y="761"/>
                    <a:pt x="697" y="856"/>
                  </a:cubicBezTo>
                  <a:cubicBezTo>
                    <a:pt x="697" y="951"/>
                    <a:pt x="634" y="1014"/>
                    <a:pt x="507" y="1014"/>
                  </a:cubicBezTo>
                  <a:cubicBezTo>
                    <a:pt x="349" y="1014"/>
                    <a:pt x="317" y="951"/>
                    <a:pt x="317" y="888"/>
                  </a:cubicBezTo>
                  <a:lnTo>
                    <a:pt x="0" y="888"/>
                  </a:lnTo>
                  <a:lnTo>
                    <a:pt x="0" y="919"/>
                  </a:lnTo>
                  <a:cubicBezTo>
                    <a:pt x="0" y="1109"/>
                    <a:pt x="159" y="1268"/>
                    <a:pt x="539" y="1268"/>
                  </a:cubicBezTo>
                  <a:cubicBezTo>
                    <a:pt x="887" y="1268"/>
                    <a:pt x="1046" y="1109"/>
                    <a:pt x="1046" y="919"/>
                  </a:cubicBezTo>
                  <a:cubicBezTo>
                    <a:pt x="1046" y="761"/>
                    <a:pt x="982" y="666"/>
                    <a:pt x="824" y="603"/>
                  </a:cubicBezTo>
                  <a:cubicBezTo>
                    <a:pt x="951" y="571"/>
                    <a:pt x="1014" y="444"/>
                    <a:pt x="1014" y="318"/>
                  </a:cubicBezTo>
                  <a:cubicBezTo>
                    <a:pt x="1014" y="159"/>
                    <a:pt x="856" y="1"/>
                    <a:pt x="539"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6" name="Google Shape;496;p16"/>
            <p:cNvSpPr/>
            <p:nvPr/>
          </p:nvSpPr>
          <p:spPr>
            <a:xfrm>
              <a:off x="1087490" y="4262585"/>
              <a:ext cx="30922" cy="37485"/>
            </a:xfrm>
            <a:custGeom>
              <a:rect b="b" l="l" r="r" t="t"/>
              <a:pathLst>
                <a:path extrusionOk="0" h="1268" w="1046">
                  <a:moveTo>
                    <a:pt x="571" y="1"/>
                  </a:moveTo>
                  <a:cubicBezTo>
                    <a:pt x="191" y="1"/>
                    <a:pt x="33" y="159"/>
                    <a:pt x="33" y="413"/>
                  </a:cubicBezTo>
                  <a:lnTo>
                    <a:pt x="33" y="444"/>
                  </a:lnTo>
                  <a:lnTo>
                    <a:pt x="349" y="444"/>
                  </a:lnTo>
                  <a:lnTo>
                    <a:pt x="349" y="413"/>
                  </a:lnTo>
                  <a:cubicBezTo>
                    <a:pt x="349" y="318"/>
                    <a:pt x="413" y="254"/>
                    <a:pt x="508" y="254"/>
                  </a:cubicBezTo>
                  <a:cubicBezTo>
                    <a:pt x="634" y="254"/>
                    <a:pt x="666" y="318"/>
                    <a:pt x="666" y="381"/>
                  </a:cubicBezTo>
                  <a:cubicBezTo>
                    <a:pt x="666" y="508"/>
                    <a:pt x="476" y="603"/>
                    <a:pt x="191" y="856"/>
                  </a:cubicBezTo>
                  <a:cubicBezTo>
                    <a:pt x="96" y="951"/>
                    <a:pt x="1" y="1046"/>
                    <a:pt x="1" y="1173"/>
                  </a:cubicBezTo>
                  <a:lnTo>
                    <a:pt x="1" y="1268"/>
                  </a:lnTo>
                  <a:lnTo>
                    <a:pt x="1046" y="1268"/>
                  </a:lnTo>
                  <a:lnTo>
                    <a:pt x="1046" y="951"/>
                  </a:lnTo>
                  <a:lnTo>
                    <a:pt x="508" y="951"/>
                  </a:lnTo>
                  <a:cubicBezTo>
                    <a:pt x="761" y="761"/>
                    <a:pt x="1046" y="634"/>
                    <a:pt x="1046" y="381"/>
                  </a:cubicBezTo>
                  <a:cubicBezTo>
                    <a:pt x="1046" y="128"/>
                    <a:pt x="856" y="1"/>
                    <a:pt x="57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7" name="Google Shape;497;p16"/>
            <p:cNvSpPr/>
            <p:nvPr/>
          </p:nvSpPr>
          <p:spPr>
            <a:xfrm>
              <a:off x="1432026" y="4084715"/>
              <a:ext cx="88037" cy="69324"/>
            </a:xfrm>
            <a:custGeom>
              <a:rect b="b" l="l" r="r" t="t"/>
              <a:pathLst>
                <a:path extrusionOk="0" h="2345" w="2978">
                  <a:moveTo>
                    <a:pt x="0" y="1"/>
                  </a:moveTo>
                  <a:lnTo>
                    <a:pt x="0" y="1"/>
                  </a:lnTo>
                  <a:cubicBezTo>
                    <a:pt x="665" y="824"/>
                    <a:pt x="2977" y="2344"/>
                    <a:pt x="2977" y="2344"/>
                  </a:cubicBezTo>
                  <a:cubicBezTo>
                    <a:pt x="1964" y="1363"/>
                    <a:pt x="0" y="1"/>
                    <a:pt x="0"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8" name="Google Shape;498;p16"/>
            <p:cNvSpPr/>
            <p:nvPr/>
          </p:nvSpPr>
          <p:spPr>
            <a:xfrm>
              <a:off x="1463834" y="4072565"/>
              <a:ext cx="75887" cy="59007"/>
            </a:xfrm>
            <a:custGeom>
              <a:rect b="b" l="l" r="r" t="t"/>
              <a:pathLst>
                <a:path extrusionOk="0" h="1996" w="2567">
                  <a:moveTo>
                    <a:pt x="1" y="0"/>
                  </a:moveTo>
                  <a:lnTo>
                    <a:pt x="1" y="0"/>
                  </a:lnTo>
                  <a:cubicBezTo>
                    <a:pt x="571" y="729"/>
                    <a:pt x="2566" y="1995"/>
                    <a:pt x="2566" y="1995"/>
                  </a:cubicBezTo>
                  <a:cubicBezTo>
                    <a:pt x="1679" y="1172"/>
                    <a:pt x="1" y="0"/>
                    <a:pt x="1"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499" name="Google Shape;499;p16"/>
            <p:cNvSpPr/>
            <p:nvPr/>
          </p:nvSpPr>
          <p:spPr>
            <a:xfrm>
              <a:off x="1397380" y="4095948"/>
              <a:ext cx="101133" cy="83366"/>
            </a:xfrm>
            <a:custGeom>
              <a:rect b="b" l="l" r="r" t="t"/>
              <a:pathLst>
                <a:path extrusionOk="0" h="2820" w="3421">
                  <a:moveTo>
                    <a:pt x="0" y="1"/>
                  </a:moveTo>
                  <a:lnTo>
                    <a:pt x="0" y="1"/>
                  </a:lnTo>
                  <a:cubicBezTo>
                    <a:pt x="887" y="888"/>
                    <a:pt x="3421" y="2819"/>
                    <a:pt x="3421" y="2819"/>
                  </a:cubicBezTo>
                  <a:cubicBezTo>
                    <a:pt x="2281" y="1648"/>
                    <a:pt x="1" y="1"/>
                    <a:pt x="0"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0" name="Google Shape;500;p16"/>
            <p:cNvSpPr/>
            <p:nvPr/>
          </p:nvSpPr>
          <p:spPr>
            <a:xfrm>
              <a:off x="1366489" y="4112798"/>
              <a:ext cx="100187" cy="83366"/>
            </a:xfrm>
            <a:custGeom>
              <a:rect b="b" l="l" r="r" t="t"/>
              <a:pathLst>
                <a:path extrusionOk="0" h="2820" w="3389">
                  <a:moveTo>
                    <a:pt x="0" y="1"/>
                  </a:moveTo>
                  <a:cubicBezTo>
                    <a:pt x="855" y="888"/>
                    <a:pt x="3389" y="2819"/>
                    <a:pt x="3389" y="2819"/>
                  </a:cubicBezTo>
                  <a:cubicBezTo>
                    <a:pt x="2249" y="1648"/>
                    <a:pt x="0" y="1"/>
                    <a:pt x="0"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1" name="Google Shape;501;p16"/>
            <p:cNvSpPr/>
            <p:nvPr/>
          </p:nvSpPr>
          <p:spPr>
            <a:xfrm>
              <a:off x="1334651" y="4129648"/>
              <a:ext cx="103025" cy="88983"/>
            </a:xfrm>
            <a:custGeom>
              <a:rect b="b" l="l" r="r" t="t"/>
              <a:pathLst>
                <a:path extrusionOk="0" h="3010" w="3485">
                  <a:moveTo>
                    <a:pt x="1" y="1"/>
                  </a:moveTo>
                  <a:lnTo>
                    <a:pt x="1" y="1"/>
                  </a:lnTo>
                  <a:cubicBezTo>
                    <a:pt x="254" y="539"/>
                    <a:pt x="3484" y="3009"/>
                    <a:pt x="3484" y="3009"/>
                  </a:cubicBezTo>
                  <a:cubicBezTo>
                    <a:pt x="2692" y="2091"/>
                    <a:pt x="1" y="1"/>
                    <a:pt x="1"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2" name="Google Shape;502;p16"/>
            <p:cNvSpPr/>
            <p:nvPr/>
          </p:nvSpPr>
          <p:spPr>
            <a:xfrm>
              <a:off x="1306568" y="4148390"/>
              <a:ext cx="103025" cy="88954"/>
            </a:xfrm>
            <a:custGeom>
              <a:rect b="b" l="l" r="r" t="t"/>
              <a:pathLst>
                <a:path extrusionOk="0" h="3009" w="3485">
                  <a:moveTo>
                    <a:pt x="0" y="0"/>
                  </a:moveTo>
                  <a:cubicBezTo>
                    <a:pt x="247" y="493"/>
                    <a:pt x="3343" y="2876"/>
                    <a:pt x="3480" y="3004"/>
                  </a:cubicBezTo>
                  <a:lnTo>
                    <a:pt x="3480" y="3004"/>
                  </a:lnTo>
                  <a:cubicBezTo>
                    <a:pt x="2682" y="2051"/>
                    <a:pt x="1" y="0"/>
                    <a:pt x="0" y="0"/>
                  </a:cubicBezTo>
                  <a:close/>
                  <a:moveTo>
                    <a:pt x="3480" y="3004"/>
                  </a:moveTo>
                  <a:cubicBezTo>
                    <a:pt x="3481" y="3005"/>
                    <a:pt x="3483" y="3007"/>
                    <a:pt x="3484" y="3009"/>
                  </a:cubicBezTo>
                  <a:cubicBezTo>
                    <a:pt x="3485" y="3009"/>
                    <a:pt x="3483" y="3007"/>
                    <a:pt x="3480" y="3004"/>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3" name="Google Shape;503;p16"/>
            <p:cNvSpPr/>
            <p:nvPr/>
          </p:nvSpPr>
          <p:spPr>
            <a:xfrm>
              <a:off x="1279431" y="4168048"/>
              <a:ext cx="99241" cy="85229"/>
            </a:xfrm>
            <a:custGeom>
              <a:rect b="b" l="l" r="r" t="t"/>
              <a:pathLst>
                <a:path extrusionOk="0" h="2883" w="3357">
                  <a:moveTo>
                    <a:pt x="0" y="0"/>
                  </a:moveTo>
                  <a:cubicBezTo>
                    <a:pt x="348" y="602"/>
                    <a:pt x="3357" y="2882"/>
                    <a:pt x="3357" y="2882"/>
                  </a:cubicBezTo>
                  <a:cubicBezTo>
                    <a:pt x="2565" y="2027"/>
                    <a:pt x="0" y="0"/>
                    <a:pt x="0"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4" name="Google Shape;504;p16"/>
            <p:cNvSpPr/>
            <p:nvPr/>
          </p:nvSpPr>
          <p:spPr>
            <a:xfrm>
              <a:off x="1250402" y="4193323"/>
              <a:ext cx="96462" cy="78666"/>
            </a:xfrm>
            <a:custGeom>
              <a:rect b="b" l="l" r="r" t="t"/>
              <a:pathLst>
                <a:path extrusionOk="0" h="2661" w="3263">
                  <a:moveTo>
                    <a:pt x="0" y="0"/>
                  </a:moveTo>
                  <a:cubicBezTo>
                    <a:pt x="602" y="602"/>
                    <a:pt x="3262" y="2661"/>
                    <a:pt x="3262" y="2661"/>
                  </a:cubicBezTo>
                  <a:cubicBezTo>
                    <a:pt x="2059" y="1457"/>
                    <a:pt x="1" y="1"/>
                    <a:pt x="0"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5" name="Google Shape;505;p16"/>
            <p:cNvSpPr/>
            <p:nvPr/>
          </p:nvSpPr>
          <p:spPr>
            <a:xfrm>
              <a:off x="1228852" y="4219544"/>
              <a:ext cx="80558" cy="66486"/>
            </a:xfrm>
            <a:custGeom>
              <a:rect b="b" l="l" r="r" t="t"/>
              <a:pathLst>
                <a:path extrusionOk="0" h="2249" w="2725">
                  <a:moveTo>
                    <a:pt x="1" y="0"/>
                  </a:moveTo>
                  <a:lnTo>
                    <a:pt x="1" y="0"/>
                  </a:lnTo>
                  <a:cubicBezTo>
                    <a:pt x="1014" y="1014"/>
                    <a:pt x="2724" y="2249"/>
                    <a:pt x="2724" y="2249"/>
                  </a:cubicBezTo>
                  <a:cubicBezTo>
                    <a:pt x="1679" y="1172"/>
                    <a:pt x="1" y="0"/>
                    <a:pt x="1"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6" name="Google Shape;506;p16"/>
            <p:cNvSpPr/>
            <p:nvPr/>
          </p:nvSpPr>
          <p:spPr>
            <a:xfrm>
              <a:off x="1209193" y="4248544"/>
              <a:ext cx="61845" cy="55282"/>
            </a:xfrm>
            <a:custGeom>
              <a:rect b="b" l="l" r="r" t="t"/>
              <a:pathLst>
                <a:path extrusionOk="0" h="1870" w="2092">
                  <a:moveTo>
                    <a:pt x="1" y="1"/>
                  </a:moveTo>
                  <a:cubicBezTo>
                    <a:pt x="223" y="444"/>
                    <a:pt x="2091" y="1869"/>
                    <a:pt x="2091" y="1869"/>
                  </a:cubicBezTo>
                  <a:cubicBezTo>
                    <a:pt x="1078" y="761"/>
                    <a:pt x="1" y="1"/>
                    <a:pt x="1"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7" name="Google Shape;507;p16"/>
            <p:cNvSpPr/>
            <p:nvPr/>
          </p:nvSpPr>
          <p:spPr>
            <a:xfrm>
              <a:off x="1237277" y="4079098"/>
              <a:ext cx="205075" cy="132972"/>
            </a:xfrm>
            <a:custGeom>
              <a:rect b="b" l="l" r="r" t="t"/>
              <a:pathLst>
                <a:path extrusionOk="0" h="4498" w="6937">
                  <a:moveTo>
                    <a:pt x="6936" y="1"/>
                  </a:moveTo>
                  <a:cubicBezTo>
                    <a:pt x="6936" y="1"/>
                    <a:pt x="1711" y="3294"/>
                    <a:pt x="1" y="4498"/>
                  </a:cubicBezTo>
                  <a:cubicBezTo>
                    <a:pt x="1" y="4498"/>
                    <a:pt x="3041" y="2851"/>
                    <a:pt x="6936"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8" name="Google Shape;508;p16"/>
            <p:cNvSpPr/>
            <p:nvPr/>
          </p:nvSpPr>
          <p:spPr>
            <a:xfrm>
              <a:off x="1204523" y="4073482"/>
              <a:ext cx="291191" cy="185416"/>
            </a:xfrm>
            <a:custGeom>
              <a:rect b="b" l="l" r="r" t="t"/>
              <a:pathLst>
                <a:path extrusionOk="0" h="6272" w="9850">
                  <a:moveTo>
                    <a:pt x="9850" y="1"/>
                  </a:moveTo>
                  <a:lnTo>
                    <a:pt x="9850" y="1"/>
                  </a:lnTo>
                  <a:cubicBezTo>
                    <a:pt x="7506" y="1078"/>
                    <a:pt x="1" y="6271"/>
                    <a:pt x="1" y="6271"/>
                  </a:cubicBezTo>
                  <a:cubicBezTo>
                    <a:pt x="2914" y="4466"/>
                    <a:pt x="9849" y="1"/>
                    <a:pt x="9850"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09" name="Google Shape;509;p16"/>
            <p:cNvSpPr/>
            <p:nvPr/>
          </p:nvSpPr>
          <p:spPr>
            <a:xfrm>
              <a:off x="1195152" y="4076290"/>
              <a:ext cx="327730" cy="209746"/>
            </a:xfrm>
            <a:custGeom>
              <a:rect b="b" l="l" r="r" t="t"/>
              <a:pathLst>
                <a:path extrusionOk="0" h="7095" w="11086">
                  <a:moveTo>
                    <a:pt x="11085" y="1"/>
                  </a:moveTo>
                  <a:lnTo>
                    <a:pt x="11085" y="1"/>
                  </a:lnTo>
                  <a:cubicBezTo>
                    <a:pt x="8773" y="1109"/>
                    <a:pt x="1" y="7095"/>
                    <a:pt x="1" y="7095"/>
                  </a:cubicBezTo>
                  <a:cubicBezTo>
                    <a:pt x="1806" y="6240"/>
                    <a:pt x="11085" y="1"/>
                    <a:pt x="11085"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0" name="Google Shape;510;p16"/>
            <p:cNvSpPr/>
            <p:nvPr/>
          </p:nvSpPr>
          <p:spPr>
            <a:xfrm>
              <a:off x="1210139" y="4092224"/>
              <a:ext cx="327700" cy="209716"/>
            </a:xfrm>
            <a:custGeom>
              <a:rect b="b" l="l" r="r" t="t"/>
              <a:pathLst>
                <a:path extrusionOk="0" h="7094" w="11085">
                  <a:moveTo>
                    <a:pt x="11085" y="0"/>
                  </a:moveTo>
                  <a:lnTo>
                    <a:pt x="11085" y="0"/>
                  </a:lnTo>
                  <a:cubicBezTo>
                    <a:pt x="8773" y="1077"/>
                    <a:pt x="1" y="7094"/>
                    <a:pt x="1" y="7094"/>
                  </a:cubicBezTo>
                  <a:cubicBezTo>
                    <a:pt x="1806" y="6239"/>
                    <a:pt x="11084" y="0"/>
                    <a:pt x="11085"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1" name="Google Shape;511;p16"/>
            <p:cNvSpPr/>
            <p:nvPr/>
          </p:nvSpPr>
          <p:spPr>
            <a:xfrm>
              <a:off x="1231660" y="4114690"/>
              <a:ext cx="307125" cy="194758"/>
            </a:xfrm>
            <a:custGeom>
              <a:rect b="b" l="l" r="r" t="t"/>
              <a:pathLst>
                <a:path extrusionOk="0" h="6588" w="10389">
                  <a:moveTo>
                    <a:pt x="10388" y="0"/>
                  </a:moveTo>
                  <a:lnTo>
                    <a:pt x="10388" y="0"/>
                  </a:lnTo>
                  <a:cubicBezTo>
                    <a:pt x="10388" y="1"/>
                    <a:pt x="3579" y="4276"/>
                    <a:pt x="1" y="6587"/>
                  </a:cubicBezTo>
                  <a:cubicBezTo>
                    <a:pt x="1" y="6587"/>
                    <a:pt x="6113" y="3199"/>
                    <a:pt x="10388"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2" name="Google Shape;512;p16"/>
            <p:cNvSpPr/>
            <p:nvPr/>
          </p:nvSpPr>
          <p:spPr>
            <a:xfrm>
              <a:off x="1297197" y="4157731"/>
              <a:ext cx="218171" cy="132972"/>
            </a:xfrm>
            <a:custGeom>
              <a:rect b="b" l="l" r="r" t="t"/>
              <a:pathLst>
                <a:path extrusionOk="0" h="4498" w="7380">
                  <a:moveTo>
                    <a:pt x="7380" y="1"/>
                  </a:moveTo>
                  <a:lnTo>
                    <a:pt x="7380" y="1"/>
                  </a:lnTo>
                  <a:cubicBezTo>
                    <a:pt x="4624" y="1521"/>
                    <a:pt x="1" y="4498"/>
                    <a:pt x="1" y="4498"/>
                  </a:cubicBezTo>
                  <a:cubicBezTo>
                    <a:pt x="2186" y="3358"/>
                    <a:pt x="7379" y="1"/>
                    <a:pt x="7380"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3" name="Google Shape;513;p16"/>
            <p:cNvSpPr/>
            <p:nvPr/>
          </p:nvSpPr>
          <p:spPr>
            <a:xfrm>
              <a:off x="1098723" y="4089415"/>
              <a:ext cx="458780" cy="293999"/>
            </a:xfrm>
            <a:custGeom>
              <a:rect b="b" l="l" r="r" t="t"/>
              <a:pathLst>
                <a:path extrusionOk="0" h="9945" w="15519">
                  <a:moveTo>
                    <a:pt x="15265" y="0"/>
                  </a:moveTo>
                  <a:lnTo>
                    <a:pt x="15265" y="0"/>
                  </a:lnTo>
                  <a:cubicBezTo>
                    <a:pt x="15075" y="2280"/>
                    <a:pt x="12859" y="3674"/>
                    <a:pt x="11117" y="4782"/>
                  </a:cubicBezTo>
                  <a:cubicBezTo>
                    <a:pt x="9407" y="5891"/>
                    <a:pt x="7380" y="6682"/>
                    <a:pt x="5448" y="7442"/>
                  </a:cubicBezTo>
                  <a:cubicBezTo>
                    <a:pt x="5416" y="7379"/>
                    <a:pt x="5385" y="7379"/>
                    <a:pt x="5353" y="7316"/>
                  </a:cubicBezTo>
                  <a:cubicBezTo>
                    <a:pt x="3485" y="7822"/>
                    <a:pt x="1679" y="8582"/>
                    <a:pt x="1" y="9564"/>
                  </a:cubicBezTo>
                  <a:cubicBezTo>
                    <a:pt x="128" y="9691"/>
                    <a:pt x="159" y="9786"/>
                    <a:pt x="286" y="9944"/>
                  </a:cubicBezTo>
                  <a:cubicBezTo>
                    <a:pt x="1869" y="8962"/>
                    <a:pt x="3611" y="8234"/>
                    <a:pt x="5448" y="7822"/>
                  </a:cubicBezTo>
                  <a:cubicBezTo>
                    <a:pt x="7633" y="7411"/>
                    <a:pt x="9502" y="6461"/>
                    <a:pt x="11370" y="5352"/>
                  </a:cubicBezTo>
                  <a:cubicBezTo>
                    <a:pt x="12764" y="4560"/>
                    <a:pt x="14125" y="3547"/>
                    <a:pt x="15012" y="2154"/>
                  </a:cubicBezTo>
                  <a:cubicBezTo>
                    <a:pt x="15392" y="1520"/>
                    <a:pt x="15519" y="729"/>
                    <a:pt x="15265" y="0"/>
                  </a:cubicBezTo>
                  <a:close/>
                </a:path>
              </a:pathLst>
            </a:custGeom>
            <a:solidFill>
              <a:srgbClr val="3DA8C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4" name="Google Shape;514;p16"/>
            <p:cNvSpPr/>
            <p:nvPr/>
          </p:nvSpPr>
          <p:spPr>
            <a:xfrm>
              <a:off x="1084681" y="4271956"/>
              <a:ext cx="172290" cy="102079"/>
            </a:xfrm>
            <a:custGeom>
              <a:rect b="b" l="l" r="r" t="t"/>
              <a:pathLst>
                <a:path extrusionOk="0" h="3453" w="5828">
                  <a:moveTo>
                    <a:pt x="3358" y="856"/>
                  </a:moveTo>
                  <a:cubicBezTo>
                    <a:pt x="3453" y="1299"/>
                    <a:pt x="3865" y="1489"/>
                    <a:pt x="3865" y="1489"/>
                  </a:cubicBezTo>
                  <a:cubicBezTo>
                    <a:pt x="3073" y="1647"/>
                    <a:pt x="2313" y="1996"/>
                    <a:pt x="1584" y="2376"/>
                  </a:cubicBezTo>
                  <a:cubicBezTo>
                    <a:pt x="2186" y="1901"/>
                    <a:pt x="2788" y="1362"/>
                    <a:pt x="3358" y="856"/>
                  </a:cubicBezTo>
                  <a:close/>
                  <a:moveTo>
                    <a:pt x="3675" y="1"/>
                  </a:moveTo>
                  <a:cubicBezTo>
                    <a:pt x="2566" y="1109"/>
                    <a:pt x="1363" y="2091"/>
                    <a:pt x="1" y="2882"/>
                  </a:cubicBezTo>
                  <a:cubicBezTo>
                    <a:pt x="159" y="3136"/>
                    <a:pt x="223" y="3199"/>
                    <a:pt x="381" y="3453"/>
                  </a:cubicBezTo>
                  <a:cubicBezTo>
                    <a:pt x="1648" y="2597"/>
                    <a:pt x="4181" y="1774"/>
                    <a:pt x="5828" y="1331"/>
                  </a:cubicBezTo>
                  <a:cubicBezTo>
                    <a:pt x="5036" y="1331"/>
                    <a:pt x="3421" y="1267"/>
                    <a:pt x="3706" y="32"/>
                  </a:cubicBezTo>
                  <a:cubicBezTo>
                    <a:pt x="3706" y="32"/>
                    <a:pt x="3675" y="1"/>
                    <a:pt x="3675" y="1"/>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5" name="Google Shape;515;p16"/>
            <p:cNvSpPr/>
            <p:nvPr/>
          </p:nvSpPr>
          <p:spPr>
            <a:xfrm>
              <a:off x="1187673" y="4064554"/>
              <a:ext cx="374527" cy="249567"/>
            </a:xfrm>
            <a:custGeom>
              <a:rect b="b" l="l" r="r" t="t"/>
              <a:pathLst>
                <a:path extrusionOk="0" h="8442" w="12669">
                  <a:moveTo>
                    <a:pt x="10328" y="450"/>
                  </a:moveTo>
                  <a:cubicBezTo>
                    <a:pt x="10958" y="450"/>
                    <a:pt x="11496" y="612"/>
                    <a:pt x="11686" y="1095"/>
                  </a:cubicBezTo>
                  <a:cubicBezTo>
                    <a:pt x="12130" y="2235"/>
                    <a:pt x="10325" y="3755"/>
                    <a:pt x="9438" y="4356"/>
                  </a:cubicBezTo>
                  <a:cubicBezTo>
                    <a:pt x="8560" y="4950"/>
                    <a:pt x="3702" y="8029"/>
                    <a:pt x="1526" y="8029"/>
                  </a:cubicBezTo>
                  <a:cubicBezTo>
                    <a:pt x="1034" y="8029"/>
                    <a:pt x="679" y="7872"/>
                    <a:pt x="539" y="7492"/>
                  </a:cubicBezTo>
                  <a:cubicBezTo>
                    <a:pt x="476" y="7333"/>
                    <a:pt x="507" y="7112"/>
                    <a:pt x="602" y="6953"/>
                  </a:cubicBezTo>
                  <a:cubicBezTo>
                    <a:pt x="1964" y="4040"/>
                    <a:pt x="4909" y="2076"/>
                    <a:pt x="7728" y="1000"/>
                  </a:cubicBezTo>
                  <a:cubicBezTo>
                    <a:pt x="8240" y="810"/>
                    <a:pt x="9387" y="450"/>
                    <a:pt x="10328" y="450"/>
                  </a:cubicBezTo>
                  <a:close/>
                  <a:moveTo>
                    <a:pt x="10550" y="1"/>
                  </a:moveTo>
                  <a:cubicBezTo>
                    <a:pt x="9536" y="1"/>
                    <a:pt x="8365" y="346"/>
                    <a:pt x="7823" y="556"/>
                  </a:cubicBezTo>
                  <a:cubicBezTo>
                    <a:pt x="5669" y="1348"/>
                    <a:pt x="3547" y="2583"/>
                    <a:pt x="1901" y="4293"/>
                  </a:cubicBezTo>
                  <a:cubicBezTo>
                    <a:pt x="1141" y="5085"/>
                    <a:pt x="286" y="6257"/>
                    <a:pt x="64" y="7238"/>
                  </a:cubicBezTo>
                  <a:cubicBezTo>
                    <a:pt x="0" y="7555"/>
                    <a:pt x="95" y="7650"/>
                    <a:pt x="222" y="7872"/>
                  </a:cubicBezTo>
                  <a:cubicBezTo>
                    <a:pt x="446" y="8289"/>
                    <a:pt x="915" y="8441"/>
                    <a:pt x="1481" y="8441"/>
                  </a:cubicBezTo>
                  <a:cubicBezTo>
                    <a:pt x="2677" y="8441"/>
                    <a:pt x="4306" y="7761"/>
                    <a:pt x="4973" y="7460"/>
                  </a:cubicBezTo>
                  <a:cubicBezTo>
                    <a:pt x="6556" y="6700"/>
                    <a:pt x="7728" y="6193"/>
                    <a:pt x="9881" y="4578"/>
                  </a:cubicBezTo>
                  <a:cubicBezTo>
                    <a:pt x="10895" y="3850"/>
                    <a:pt x="12668" y="2298"/>
                    <a:pt x="12288" y="936"/>
                  </a:cubicBezTo>
                  <a:cubicBezTo>
                    <a:pt x="12090" y="228"/>
                    <a:pt x="11371" y="1"/>
                    <a:pt x="10550" y="1"/>
                  </a:cubicBezTo>
                  <a:close/>
                </a:path>
              </a:pathLst>
            </a:custGeom>
            <a:solidFill>
              <a:srgbClr val="43AED9"/>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6" name="Google Shape;516;p16"/>
            <p:cNvSpPr/>
            <p:nvPr/>
          </p:nvSpPr>
          <p:spPr>
            <a:xfrm>
              <a:off x="1090298" y="4362768"/>
              <a:ext cx="30922" cy="26251"/>
            </a:xfrm>
            <a:custGeom>
              <a:rect b="b" l="l" r="r" t="t"/>
              <a:pathLst>
                <a:path extrusionOk="0" h="888" w="1046">
                  <a:moveTo>
                    <a:pt x="856" y="0"/>
                  </a:moveTo>
                  <a:cubicBezTo>
                    <a:pt x="951" y="159"/>
                    <a:pt x="983" y="254"/>
                    <a:pt x="1046" y="412"/>
                  </a:cubicBezTo>
                  <a:cubicBezTo>
                    <a:pt x="761" y="602"/>
                    <a:pt x="603" y="697"/>
                    <a:pt x="286" y="887"/>
                  </a:cubicBezTo>
                  <a:cubicBezTo>
                    <a:pt x="191" y="729"/>
                    <a:pt x="96" y="602"/>
                    <a:pt x="1" y="444"/>
                  </a:cubicBezTo>
                  <a:cubicBezTo>
                    <a:pt x="349" y="254"/>
                    <a:pt x="539" y="159"/>
                    <a:pt x="856" y="0"/>
                  </a:cubicBezTo>
                  <a:close/>
                </a:path>
              </a:pathLst>
            </a:custGeom>
            <a:solidFill>
              <a:srgbClr val="FFCF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7" name="Google Shape;517;p16"/>
            <p:cNvSpPr/>
            <p:nvPr/>
          </p:nvSpPr>
          <p:spPr>
            <a:xfrm>
              <a:off x="1090298" y="4362768"/>
              <a:ext cx="30922" cy="26251"/>
            </a:xfrm>
            <a:custGeom>
              <a:rect b="b" l="l" r="r" t="t"/>
              <a:pathLst>
                <a:path extrusionOk="0" h="888" w="1046">
                  <a:moveTo>
                    <a:pt x="856" y="0"/>
                  </a:moveTo>
                  <a:cubicBezTo>
                    <a:pt x="539" y="159"/>
                    <a:pt x="349" y="254"/>
                    <a:pt x="1" y="444"/>
                  </a:cubicBezTo>
                  <a:cubicBezTo>
                    <a:pt x="96" y="602"/>
                    <a:pt x="191" y="729"/>
                    <a:pt x="286" y="887"/>
                  </a:cubicBezTo>
                  <a:cubicBezTo>
                    <a:pt x="603" y="697"/>
                    <a:pt x="761" y="602"/>
                    <a:pt x="1046" y="412"/>
                  </a:cubicBezTo>
                  <a:cubicBezTo>
                    <a:pt x="983" y="254"/>
                    <a:pt x="951" y="159"/>
                    <a:pt x="856"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8" name="Google Shape;518;p16"/>
            <p:cNvSpPr/>
            <p:nvPr/>
          </p:nvSpPr>
          <p:spPr>
            <a:xfrm>
              <a:off x="1065023" y="4353397"/>
              <a:ext cx="50581" cy="23443"/>
            </a:xfrm>
            <a:custGeom>
              <a:rect b="b" l="l" r="r" t="t"/>
              <a:pathLst>
                <a:path extrusionOk="0" h="793" w="1711">
                  <a:moveTo>
                    <a:pt x="856" y="1"/>
                  </a:moveTo>
                  <a:cubicBezTo>
                    <a:pt x="508" y="191"/>
                    <a:pt x="318" y="254"/>
                    <a:pt x="1" y="412"/>
                  </a:cubicBezTo>
                  <a:cubicBezTo>
                    <a:pt x="349" y="602"/>
                    <a:pt x="508" y="634"/>
                    <a:pt x="888" y="793"/>
                  </a:cubicBezTo>
                  <a:cubicBezTo>
                    <a:pt x="1299" y="507"/>
                    <a:pt x="1711" y="317"/>
                    <a:pt x="1711" y="317"/>
                  </a:cubicBezTo>
                  <a:cubicBezTo>
                    <a:pt x="1331" y="191"/>
                    <a:pt x="1204" y="127"/>
                    <a:pt x="856" y="1"/>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19" name="Google Shape;519;p16"/>
            <p:cNvSpPr/>
            <p:nvPr/>
          </p:nvSpPr>
          <p:spPr>
            <a:xfrm>
              <a:off x="904003" y="4451718"/>
              <a:ext cx="41240" cy="30922"/>
            </a:xfrm>
            <a:custGeom>
              <a:rect b="b" l="l" r="r" t="t"/>
              <a:pathLst>
                <a:path extrusionOk="0" h="1046" w="1395">
                  <a:moveTo>
                    <a:pt x="1" y="0"/>
                  </a:moveTo>
                  <a:lnTo>
                    <a:pt x="1" y="0"/>
                  </a:lnTo>
                  <a:cubicBezTo>
                    <a:pt x="127" y="285"/>
                    <a:pt x="222" y="412"/>
                    <a:pt x="381" y="697"/>
                  </a:cubicBezTo>
                  <a:cubicBezTo>
                    <a:pt x="792" y="855"/>
                    <a:pt x="982" y="918"/>
                    <a:pt x="1394" y="1045"/>
                  </a:cubicBezTo>
                  <a:cubicBezTo>
                    <a:pt x="1236" y="792"/>
                    <a:pt x="1173" y="633"/>
                    <a:pt x="1014" y="380"/>
                  </a:cubicBezTo>
                  <a:lnTo>
                    <a:pt x="1" y="0"/>
                  </a:ln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20" name="Google Shape;520;p16"/>
            <p:cNvSpPr/>
            <p:nvPr/>
          </p:nvSpPr>
          <p:spPr>
            <a:xfrm>
              <a:off x="933978" y="4373056"/>
              <a:ext cx="168536" cy="109588"/>
            </a:xfrm>
            <a:custGeom>
              <a:rect b="b" l="l" r="r" t="t"/>
              <a:pathLst>
                <a:path extrusionOk="0" h="3707" w="5701">
                  <a:moveTo>
                    <a:pt x="5479" y="1"/>
                  </a:moveTo>
                  <a:cubicBezTo>
                    <a:pt x="3642" y="1014"/>
                    <a:pt x="1837" y="2028"/>
                    <a:pt x="0" y="3041"/>
                  </a:cubicBezTo>
                  <a:cubicBezTo>
                    <a:pt x="159" y="3294"/>
                    <a:pt x="222" y="3453"/>
                    <a:pt x="380" y="3706"/>
                  </a:cubicBezTo>
                  <a:cubicBezTo>
                    <a:pt x="1299" y="3231"/>
                    <a:pt x="2249" y="2724"/>
                    <a:pt x="3167" y="2186"/>
                  </a:cubicBezTo>
                  <a:cubicBezTo>
                    <a:pt x="4022" y="1648"/>
                    <a:pt x="4877" y="1078"/>
                    <a:pt x="5701" y="476"/>
                  </a:cubicBezTo>
                  <a:cubicBezTo>
                    <a:pt x="5606" y="286"/>
                    <a:pt x="5574" y="191"/>
                    <a:pt x="5479" y="1"/>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21" name="Google Shape;521;p16"/>
            <p:cNvSpPr/>
            <p:nvPr/>
          </p:nvSpPr>
          <p:spPr>
            <a:xfrm>
              <a:off x="904003" y="4364631"/>
              <a:ext cx="191949" cy="100217"/>
            </a:xfrm>
            <a:custGeom>
              <a:rect b="b" l="l" r="r" t="t"/>
              <a:pathLst>
                <a:path extrusionOk="0" h="3390" w="6493">
                  <a:moveTo>
                    <a:pt x="5511" y="1"/>
                  </a:moveTo>
                  <a:cubicBezTo>
                    <a:pt x="3611" y="824"/>
                    <a:pt x="1743" y="1806"/>
                    <a:pt x="1" y="2946"/>
                  </a:cubicBezTo>
                  <a:cubicBezTo>
                    <a:pt x="412" y="3136"/>
                    <a:pt x="634" y="3199"/>
                    <a:pt x="1046" y="3389"/>
                  </a:cubicBezTo>
                  <a:cubicBezTo>
                    <a:pt x="2851" y="2344"/>
                    <a:pt x="4688" y="1331"/>
                    <a:pt x="6493" y="286"/>
                  </a:cubicBezTo>
                  <a:cubicBezTo>
                    <a:pt x="6113" y="159"/>
                    <a:pt x="5923" y="127"/>
                    <a:pt x="5511" y="1"/>
                  </a:cubicBezTo>
                  <a:close/>
                </a:path>
              </a:pathLst>
            </a:custGeom>
            <a:solidFill>
              <a:srgbClr val="30637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22" name="Google Shape;522;p16"/>
            <p:cNvSpPr/>
            <p:nvPr/>
          </p:nvSpPr>
          <p:spPr>
            <a:xfrm>
              <a:off x="1134315" y="4305922"/>
              <a:ext cx="383869" cy="304050"/>
            </a:xfrm>
            <a:custGeom>
              <a:rect b="b" l="l" r="r" t="t"/>
              <a:pathLst>
                <a:path extrusionOk="0" h="10285" w="12985">
                  <a:moveTo>
                    <a:pt x="6186" y="1"/>
                  </a:moveTo>
                  <a:cubicBezTo>
                    <a:pt x="5223" y="1"/>
                    <a:pt x="4126" y="249"/>
                    <a:pt x="2914" y="910"/>
                  </a:cubicBezTo>
                  <a:cubicBezTo>
                    <a:pt x="539" y="2208"/>
                    <a:pt x="0" y="6579"/>
                    <a:pt x="2217" y="8827"/>
                  </a:cubicBezTo>
                  <a:cubicBezTo>
                    <a:pt x="3110" y="9720"/>
                    <a:pt x="4686" y="10284"/>
                    <a:pt x="6289" y="10284"/>
                  </a:cubicBezTo>
                  <a:cubicBezTo>
                    <a:pt x="7869" y="10284"/>
                    <a:pt x="9477" y="9736"/>
                    <a:pt x="10483" y="8416"/>
                  </a:cubicBezTo>
                  <a:cubicBezTo>
                    <a:pt x="12985" y="5122"/>
                    <a:pt x="11021" y="2525"/>
                    <a:pt x="10800" y="2272"/>
                  </a:cubicBezTo>
                  <a:cubicBezTo>
                    <a:pt x="10800" y="2272"/>
                    <a:pt x="9101" y="1"/>
                    <a:pt x="6186"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23" name="Google Shape;523;p16"/>
            <p:cNvSpPr/>
            <p:nvPr/>
          </p:nvSpPr>
          <p:spPr>
            <a:xfrm>
              <a:off x="1143686" y="4354343"/>
              <a:ext cx="332371" cy="255627"/>
            </a:xfrm>
            <a:custGeom>
              <a:rect b="b" l="l" r="r" t="t"/>
              <a:pathLst>
                <a:path extrusionOk="0" h="8647" w="11243">
                  <a:moveTo>
                    <a:pt x="1710" y="0"/>
                  </a:moveTo>
                  <a:lnTo>
                    <a:pt x="1710" y="0"/>
                  </a:lnTo>
                  <a:cubicBezTo>
                    <a:pt x="127" y="1774"/>
                    <a:pt x="0" y="5257"/>
                    <a:pt x="1900" y="7189"/>
                  </a:cubicBezTo>
                  <a:cubicBezTo>
                    <a:pt x="2793" y="8082"/>
                    <a:pt x="4369" y="8646"/>
                    <a:pt x="5972" y="8646"/>
                  </a:cubicBezTo>
                  <a:cubicBezTo>
                    <a:pt x="7552" y="8646"/>
                    <a:pt x="9160" y="8098"/>
                    <a:pt x="10166" y="6778"/>
                  </a:cubicBezTo>
                  <a:cubicBezTo>
                    <a:pt x="10736" y="6018"/>
                    <a:pt x="11053" y="5321"/>
                    <a:pt x="11243" y="4656"/>
                  </a:cubicBezTo>
                  <a:lnTo>
                    <a:pt x="11243" y="4656"/>
                  </a:lnTo>
                  <a:cubicBezTo>
                    <a:pt x="10609" y="5099"/>
                    <a:pt x="9976" y="5416"/>
                    <a:pt x="8804" y="5606"/>
                  </a:cubicBezTo>
                  <a:cubicBezTo>
                    <a:pt x="8074" y="5743"/>
                    <a:pt x="7380" y="5836"/>
                    <a:pt x="6698" y="5836"/>
                  </a:cubicBezTo>
                  <a:cubicBezTo>
                    <a:pt x="5960" y="5836"/>
                    <a:pt x="5237" y="5727"/>
                    <a:pt x="4497" y="5448"/>
                  </a:cubicBezTo>
                  <a:cubicBezTo>
                    <a:pt x="2185" y="4529"/>
                    <a:pt x="1615" y="2249"/>
                    <a:pt x="1710" y="0"/>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24" name="Google Shape;524;p16"/>
            <p:cNvSpPr/>
            <p:nvPr/>
          </p:nvSpPr>
          <p:spPr>
            <a:xfrm>
              <a:off x="1158644" y="4305538"/>
              <a:ext cx="323029" cy="302543"/>
            </a:xfrm>
            <a:custGeom>
              <a:rect b="b" l="l" r="r" t="t"/>
              <a:pathLst>
                <a:path extrusionOk="0" h="10234" w="10927">
                  <a:moveTo>
                    <a:pt x="6493" y="3330"/>
                  </a:moveTo>
                  <a:lnTo>
                    <a:pt x="8646" y="3647"/>
                  </a:lnTo>
                  <a:lnTo>
                    <a:pt x="9596" y="5610"/>
                  </a:lnTo>
                  <a:lnTo>
                    <a:pt x="8615" y="7447"/>
                  </a:lnTo>
                  <a:lnTo>
                    <a:pt x="6240" y="7194"/>
                  </a:lnTo>
                  <a:lnTo>
                    <a:pt x="5131" y="5167"/>
                  </a:lnTo>
                  <a:lnTo>
                    <a:pt x="6493" y="3330"/>
                  </a:lnTo>
                  <a:close/>
                  <a:moveTo>
                    <a:pt x="2629" y="4565"/>
                  </a:moveTo>
                  <a:lnTo>
                    <a:pt x="5036" y="5262"/>
                  </a:lnTo>
                  <a:lnTo>
                    <a:pt x="5068" y="5230"/>
                  </a:lnTo>
                  <a:lnTo>
                    <a:pt x="6145" y="7289"/>
                  </a:lnTo>
                  <a:lnTo>
                    <a:pt x="4846" y="9125"/>
                  </a:lnTo>
                  <a:lnTo>
                    <a:pt x="2471" y="8429"/>
                  </a:lnTo>
                  <a:lnTo>
                    <a:pt x="1458" y="6180"/>
                  </a:lnTo>
                  <a:lnTo>
                    <a:pt x="2629" y="4565"/>
                  </a:lnTo>
                  <a:close/>
                  <a:moveTo>
                    <a:pt x="5370" y="0"/>
                  </a:moveTo>
                  <a:cubicBezTo>
                    <a:pt x="5048" y="0"/>
                    <a:pt x="4725" y="32"/>
                    <a:pt x="4403" y="100"/>
                  </a:cubicBezTo>
                  <a:lnTo>
                    <a:pt x="5670" y="670"/>
                  </a:lnTo>
                  <a:lnTo>
                    <a:pt x="4814" y="1588"/>
                  </a:lnTo>
                  <a:lnTo>
                    <a:pt x="2598" y="2317"/>
                  </a:lnTo>
                  <a:lnTo>
                    <a:pt x="1553" y="2095"/>
                  </a:lnTo>
                  <a:lnTo>
                    <a:pt x="2249" y="828"/>
                  </a:lnTo>
                  <a:lnTo>
                    <a:pt x="2249" y="828"/>
                  </a:lnTo>
                  <a:cubicBezTo>
                    <a:pt x="1774" y="1081"/>
                    <a:pt x="1363" y="1398"/>
                    <a:pt x="1014" y="1841"/>
                  </a:cubicBezTo>
                  <a:cubicBezTo>
                    <a:pt x="697" y="2285"/>
                    <a:pt x="444" y="2792"/>
                    <a:pt x="254" y="3298"/>
                  </a:cubicBezTo>
                  <a:lnTo>
                    <a:pt x="1521" y="2158"/>
                  </a:lnTo>
                  <a:lnTo>
                    <a:pt x="2566" y="2380"/>
                  </a:lnTo>
                  <a:lnTo>
                    <a:pt x="2566" y="4438"/>
                  </a:lnTo>
                  <a:lnTo>
                    <a:pt x="1363" y="6053"/>
                  </a:lnTo>
                  <a:lnTo>
                    <a:pt x="222" y="5515"/>
                  </a:lnTo>
                  <a:lnTo>
                    <a:pt x="1" y="4755"/>
                  </a:lnTo>
                  <a:cubicBezTo>
                    <a:pt x="1" y="4818"/>
                    <a:pt x="1" y="4913"/>
                    <a:pt x="1" y="5008"/>
                  </a:cubicBezTo>
                  <a:lnTo>
                    <a:pt x="159" y="5547"/>
                  </a:lnTo>
                  <a:lnTo>
                    <a:pt x="96" y="6275"/>
                  </a:lnTo>
                  <a:cubicBezTo>
                    <a:pt x="286" y="7352"/>
                    <a:pt x="824" y="8365"/>
                    <a:pt x="1648" y="9062"/>
                  </a:cubicBezTo>
                  <a:lnTo>
                    <a:pt x="2471" y="8524"/>
                  </a:lnTo>
                  <a:lnTo>
                    <a:pt x="4814" y="9220"/>
                  </a:lnTo>
                  <a:lnTo>
                    <a:pt x="6208" y="10234"/>
                  </a:lnTo>
                  <a:cubicBezTo>
                    <a:pt x="7095" y="10139"/>
                    <a:pt x="8045" y="9854"/>
                    <a:pt x="8773" y="9284"/>
                  </a:cubicBezTo>
                  <a:lnTo>
                    <a:pt x="8710" y="7542"/>
                  </a:lnTo>
                  <a:lnTo>
                    <a:pt x="9660" y="5673"/>
                  </a:lnTo>
                  <a:lnTo>
                    <a:pt x="10863" y="5673"/>
                  </a:lnTo>
                  <a:cubicBezTo>
                    <a:pt x="10895" y="5388"/>
                    <a:pt x="10927" y="5135"/>
                    <a:pt x="10927" y="4913"/>
                  </a:cubicBezTo>
                  <a:cubicBezTo>
                    <a:pt x="10895" y="4280"/>
                    <a:pt x="10737" y="3710"/>
                    <a:pt x="10515" y="3140"/>
                  </a:cubicBezTo>
                  <a:lnTo>
                    <a:pt x="9375" y="2253"/>
                  </a:lnTo>
                  <a:lnTo>
                    <a:pt x="8900" y="1240"/>
                  </a:lnTo>
                  <a:cubicBezTo>
                    <a:pt x="8868" y="1208"/>
                    <a:pt x="8805" y="1176"/>
                    <a:pt x="8773" y="1145"/>
                  </a:cubicBezTo>
                  <a:lnTo>
                    <a:pt x="8773" y="1145"/>
                  </a:lnTo>
                  <a:lnTo>
                    <a:pt x="9343" y="2348"/>
                  </a:lnTo>
                  <a:lnTo>
                    <a:pt x="8678" y="3520"/>
                  </a:lnTo>
                  <a:lnTo>
                    <a:pt x="6461" y="3172"/>
                  </a:lnTo>
                  <a:lnTo>
                    <a:pt x="4846" y="1651"/>
                  </a:lnTo>
                  <a:lnTo>
                    <a:pt x="5796" y="701"/>
                  </a:lnTo>
                  <a:lnTo>
                    <a:pt x="7601" y="1018"/>
                  </a:lnTo>
                  <a:lnTo>
                    <a:pt x="7886" y="606"/>
                  </a:lnTo>
                  <a:cubicBezTo>
                    <a:pt x="7823" y="606"/>
                    <a:pt x="7760" y="543"/>
                    <a:pt x="7728" y="511"/>
                  </a:cubicBezTo>
                  <a:lnTo>
                    <a:pt x="7506" y="416"/>
                  </a:lnTo>
                  <a:cubicBezTo>
                    <a:pt x="7348" y="385"/>
                    <a:pt x="7221" y="321"/>
                    <a:pt x="7095" y="290"/>
                  </a:cubicBezTo>
                  <a:cubicBezTo>
                    <a:pt x="6778" y="195"/>
                    <a:pt x="6493" y="100"/>
                    <a:pt x="6208" y="68"/>
                  </a:cubicBezTo>
                  <a:cubicBezTo>
                    <a:pt x="5929" y="24"/>
                    <a:pt x="5649" y="0"/>
                    <a:pt x="5370" y="0"/>
                  </a:cubicBezTo>
                  <a:close/>
                </a:path>
              </a:pathLst>
            </a:custGeom>
            <a:solidFill>
              <a:srgbClr val="376B8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525" name="Google Shape;525;p16"/>
          <p:cNvSpPr/>
          <p:nvPr/>
        </p:nvSpPr>
        <p:spPr>
          <a:xfrm>
            <a:off x="2011171" y="3466528"/>
            <a:ext cx="1074704" cy="987798"/>
          </a:xfrm>
          <a:custGeom>
            <a:rect b="b" l="l" r="r" t="t"/>
            <a:pathLst>
              <a:path extrusionOk="0" h="20554" w="20554">
                <a:moveTo>
                  <a:pt x="10261" y="0"/>
                </a:moveTo>
                <a:cubicBezTo>
                  <a:pt x="4592" y="0"/>
                  <a:pt x="0" y="4592"/>
                  <a:pt x="0" y="10293"/>
                </a:cubicBezTo>
                <a:cubicBezTo>
                  <a:pt x="0" y="15961"/>
                  <a:pt x="4592" y="20553"/>
                  <a:pt x="10261" y="20553"/>
                </a:cubicBezTo>
                <a:cubicBezTo>
                  <a:pt x="15962" y="20553"/>
                  <a:pt x="20554" y="15961"/>
                  <a:pt x="20554" y="10293"/>
                </a:cubicBezTo>
                <a:cubicBezTo>
                  <a:pt x="20554" y="4592"/>
                  <a:pt x="15962" y="0"/>
                  <a:pt x="10261"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26" name="Google Shape;526;p16"/>
          <p:cNvSpPr txBox="1"/>
          <p:nvPr/>
        </p:nvSpPr>
        <p:spPr>
          <a:xfrm>
            <a:off x="3141061" y="1483896"/>
            <a:ext cx="590987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Personalized Diet Plans: Customized nutrition</a:t>
            </a:r>
            <a:endParaRPr/>
          </a:p>
        </p:txBody>
      </p:sp>
      <p:sp>
        <p:nvSpPr>
          <p:cNvPr id="527" name="Google Shape;527;p16"/>
          <p:cNvSpPr txBox="1"/>
          <p:nvPr/>
        </p:nvSpPr>
        <p:spPr>
          <a:xfrm>
            <a:off x="3789218" y="2314893"/>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28" name="Google Shape;528;p16"/>
          <p:cNvSpPr txBox="1"/>
          <p:nvPr/>
        </p:nvSpPr>
        <p:spPr>
          <a:xfrm>
            <a:off x="3141061" y="2424135"/>
            <a:ext cx="590987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Customized Exercise Routines: for better health  </a:t>
            </a:r>
            <a:endParaRPr b="1" sz="3600">
              <a:solidFill>
                <a:schemeClr val="dk1"/>
              </a:solidFill>
              <a:latin typeface="Calibri"/>
              <a:ea typeface="Calibri"/>
              <a:cs typeface="Calibri"/>
              <a:sym typeface="Calibri"/>
            </a:endParaRPr>
          </a:p>
        </p:txBody>
      </p:sp>
      <p:pic>
        <p:nvPicPr>
          <p:cNvPr descr="A black background with a black square&#10;&#10;Description automatically generated with medium confidence" id="529" name="Google Shape;529;p16"/>
          <p:cNvPicPr preferRelativeResize="0"/>
          <p:nvPr/>
        </p:nvPicPr>
        <p:blipFill rotWithShape="1">
          <a:blip r:embed="rId4">
            <a:alphaModFix/>
          </a:blip>
          <a:srcRect b="0" l="0" r="0" t="0"/>
          <a:stretch/>
        </p:blipFill>
        <p:spPr>
          <a:xfrm>
            <a:off x="2192718" y="3612766"/>
            <a:ext cx="695321" cy="695321"/>
          </a:xfrm>
          <a:prstGeom prst="rect">
            <a:avLst/>
          </a:prstGeom>
          <a:noFill/>
          <a:ln>
            <a:noFill/>
          </a:ln>
        </p:spPr>
      </p:pic>
      <p:sp>
        <p:nvSpPr>
          <p:cNvPr id="530" name="Google Shape;530;p16"/>
          <p:cNvSpPr txBox="1"/>
          <p:nvPr/>
        </p:nvSpPr>
        <p:spPr>
          <a:xfrm>
            <a:off x="3141061" y="3429000"/>
            <a:ext cx="590987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User-Friendly Interface: Intuitive design that facilitates easy navigation</a:t>
            </a:r>
            <a:endParaRPr b="1" sz="4800">
              <a:solidFill>
                <a:schemeClr val="dk1"/>
              </a:solidFill>
              <a:latin typeface="Calibri"/>
              <a:ea typeface="Calibri"/>
              <a:cs typeface="Calibri"/>
              <a:sym typeface="Calibri"/>
            </a:endParaRPr>
          </a:p>
        </p:txBody>
      </p:sp>
      <p:grpSp>
        <p:nvGrpSpPr>
          <p:cNvPr id="531" name="Google Shape;531;p16"/>
          <p:cNvGrpSpPr/>
          <p:nvPr/>
        </p:nvGrpSpPr>
        <p:grpSpPr>
          <a:xfrm>
            <a:off x="2080167" y="1428398"/>
            <a:ext cx="954878" cy="863379"/>
            <a:chOff x="781972" y="1299849"/>
            <a:chExt cx="741091" cy="741090"/>
          </a:xfrm>
        </p:grpSpPr>
        <p:sp>
          <p:nvSpPr>
            <p:cNvPr id="532" name="Google Shape;532;p16"/>
            <p:cNvSpPr/>
            <p:nvPr/>
          </p:nvSpPr>
          <p:spPr>
            <a:xfrm>
              <a:off x="816617" y="1333521"/>
              <a:ext cx="706446" cy="707418"/>
            </a:xfrm>
            <a:custGeom>
              <a:rect b="b" l="l" r="r" t="t"/>
              <a:pathLst>
                <a:path extrusionOk="0" h="23278" w="23246">
                  <a:moveTo>
                    <a:pt x="11623" y="1"/>
                  </a:moveTo>
                  <a:cubicBezTo>
                    <a:pt x="5194" y="1"/>
                    <a:pt x="0" y="5226"/>
                    <a:pt x="0" y="11623"/>
                  </a:cubicBezTo>
                  <a:cubicBezTo>
                    <a:pt x="0" y="18052"/>
                    <a:pt x="5194" y="23277"/>
                    <a:pt x="11623" y="23277"/>
                  </a:cubicBezTo>
                  <a:cubicBezTo>
                    <a:pt x="18052" y="23277"/>
                    <a:pt x="23246" y="18052"/>
                    <a:pt x="23246" y="11623"/>
                  </a:cubicBezTo>
                  <a:cubicBezTo>
                    <a:pt x="23246" y="5226"/>
                    <a:pt x="18052" y="1"/>
                    <a:pt x="11623" y="1"/>
                  </a:cubicBezTo>
                  <a:close/>
                </a:path>
              </a:pathLst>
            </a:custGeom>
            <a:solidFill>
              <a:srgbClr val="D8D6D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3" name="Google Shape;533;p16"/>
            <p:cNvSpPr/>
            <p:nvPr/>
          </p:nvSpPr>
          <p:spPr>
            <a:xfrm>
              <a:off x="781972" y="1299849"/>
              <a:ext cx="706446" cy="706446"/>
            </a:xfrm>
            <a:custGeom>
              <a:rect b="b" l="l" r="r" t="t"/>
              <a:pathLst>
                <a:path extrusionOk="0" h="23246" w="23246">
                  <a:moveTo>
                    <a:pt x="11623" y="0"/>
                  </a:moveTo>
                  <a:cubicBezTo>
                    <a:pt x="5194" y="0"/>
                    <a:pt x="0" y="5226"/>
                    <a:pt x="0" y="11623"/>
                  </a:cubicBezTo>
                  <a:cubicBezTo>
                    <a:pt x="0" y="18052"/>
                    <a:pt x="5194" y="23245"/>
                    <a:pt x="11623" y="23245"/>
                  </a:cubicBezTo>
                  <a:cubicBezTo>
                    <a:pt x="18052" y="23245"/>
                    <a:pt x="23245" y="18052"/>
                    <a:pt x="23245" y="11623"/>
                  </a:cubicBezTo>
                  <a:cubicBezTo>
                    <a:pt x="23245" y="5226"/>
                    <a:pt x="18052" y="0"/>
                    <a:pt x="11623" y="0"/>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4" name="Google Shape;534;p16"/>
            <p:cNvSpPr/>
            <p:nvPr/>
          </p:nvSpPr>
          <p:spPr>
            <a:xfrm>
              <a:off x="806983" y="1324860"/>
              <a:ext cx="657366" cy="657366"/>
            </a:xfrm>
            <a:custGeom>
              <a:rect b="b" l="l" r="r" t="t"/>
              <a:pathLst>
                <a:path extrusionOk="0" h="21631" w="21631">
                  <a:moveTo>
                    <a:pt x="10800" y="413"/>
                  </a:moveTo>
                  <a:cubicBezTo>
                    <a:pt x="16564" y="413"/>
                    <a:pt x="21219" y="5068"/>
                    <a:pt x="21219" y="10800"/>
                  </a:cubicBezTo>
                  <a:cubicBezTo>
                    <a:pt x="21219" y="16564"/>
                    <a:pt x="16564" y="21219"/>
                    <a:pt x="10800" y="21219"/>
                  </a:cubicBezTo>
                  <a:cubicBezTo>
                    <a:pt x="5068" y="21219"/>
                    <a:pt x="381" y="16564"/>
                    <a:pt x="381" y="10800"/>
                  </a:cubicBezTo>
                  <a:cubicBezTo>
                    <a:pt x="381" y="5068"/>
                    <a:pt x="5068" y="413"/>
                    <a:pt x="10800" y="413"/>
                  </a:cubicBezTo>
                  <a:close/>
                  <a:moveTo>
                    <a:pt x="10800" y="1"/>
                  </a:moveTo>
                  <a:cubicBezTo>
                    <a:pt x="4846" y="1"/>
                    <a:pt x="1" y="4846"/>
                    <a:pt x="1" y="10800"/>
                  </a:cubicBezTo>
                  <a:cubicBezTo>
                    <a:pt x="1" y="16785"/>
                    <a:pt x="4846" y="21631"/>
                    <a:pt x="10800" y="21631"/>
                  </a:cubicBezTo>
                  <a:cubicBezTo>
                    <a:pt x="16754" y="21631"/>
                    <a:pt x="21631" y="16785"/>
                    <a:pt x="21631" y="10800"/>
                  </a:cubicBezTo>
                  <a:cubicBezTo>
                    <a:pt x="21631" y="4846"/>
                    <a:pt x="16754" y="1"/>
                    <a:pt x="10800"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5" name="Google Shape;535;p16"/>
            <p:cNvSpPr/>
            <p:nvPr/>
          </p:nvSpPr>
          <p:spPr>
            <a:xfrm>
              <a:off x="1112068" y="1574119"/>
              <a:ext cx="302229" cy="333409"/>
            </a:xfrm>
            <a:custGeom>
              <a:rect b="b" l="l" r="r" t="t"/>
              <a:pathLst>
                <a:path extrusionOk="0" h="10971" w="9945">
                  <a:moveTo>
                    <a:pt x="7522" y="0"/>
                  </a:moveTo>
                  <a:cubicBezTo>
                    <a:pt x="7507" y="0"/>
                    <a:pt x="7491" y="1"/>
                    <a:pt x="7475" y="1"/>
                  </a:cubicBezTo>
                  <a:cubicBezTo>
                    <a:pt x="7095" y="33"/>
                    <a:pt x="6905" y="254"/>
                    <a:pt x="6651" y="539"/>
                  </a:cubicBezTo>
                  <a:cubicBezTo>
                    <a:pt x="6366" y="824"/>
                    <a:pt x="6081" y="1014"/>
                    <a:pt x="5701" y="1173"/>
                  </a:cubicBezTo>
                  <a:cubicBezTo>
                    <a:pt x="4783" y="1489"/>
                    <a:pt x="3389" y="1141"/>
                    <a:pt x="2629" y="1933"/>
                  </a:cubicBezTo>
                  <a:cubicBezTo>
                    <a:pt x="1996" y="2630"/>
                    <a:pt x="1711" y="3770"/>
                    <a:pt x="1458" y="4625"/>
                  </a:cubicBezTo>
                  <a:cubicBezTo>
                    <a:pt x="1236" y="5226"/>
                    <a:pt x="1046" y="5796"/>
                    <a:pt x="729" y="6335"/>
                  </a:cubicBezTo>
                  <a:cubicBezTo>
                    <a:pt x="381" y="6873"/>
                    <a:pt x="1" y="7317"/>
                    <a:pt x="413" y="7950"/>
                  </a:cubicBezTo>
                  <a:cubicBezTo>
                    <a:pt x="666" y="8362"/>
                    <a:pt x="1109" y="8678"/>
                    <a:pt x="1426" y="9090"/>
                  </a:cubicBezTo>
                  <a:cubicBezTo>
                    <a:pt x="1648" y="9375"/>
                    <a:pt x="1743" y="9723"/>
                    <a:pt x="1806" y="10072"/>
                  </a:cubicBezTo>
                  <a:cubicBezTo>
                    <a:pt x="1933" y="10578"/>
                    <a:pt x="2471" y="10737"/>
                    <a:pt x="2471" y="10737"/>
                  </a:cubicBezTo>
                  <a:cubicBezTo>
                    <a:pt x="2819" y="10768"/>
                    <a:pt x="3136" y="10927"/>
                    <a:pt x="3516" y="10958"/>
                  </a:cubicBezTo>
                  <a:cubicBezTo>
                    <a:pt x="3635" y="10966"/>
                    <a:pt x="3754" y="10970"/>
                    <a:pt x="3872" y="10970"/>
                  </a:cubicBezTo>
                  <a:cubicBezTo>
                    <a:pt x="4229" y="10970"/>
                    <a:pt x="4585" y="10935"/>
                    <a:pt x="4941" y="10863"/>
                  </a:cubicBezTo>
                  <a:cubicBezTo>
                    <a:pt x="5891" y="10705"/>
                    <a:pt x="6810" y="10452"/>
                    <a:pt x="7506" y="9660"/>
                  </a:cubicBezTo>
                  <a:cubicBezTo>
                    <a:pt x="7950" y="9153"/>
                    <a:pt x="8203" y="8678"/>
                    <a:pt x="8742" y="8267"/>
                  </a:cubicBezTo>
                  <a:cubicBezTo>
                    <a:pt x="9217" y="7918"/>
                    <a:pt x="9533" y="7538"/>
                    <a:pt x="9660" y="6968"/>
                  </a:cubicBezTo>
                  <a:cubicBezTo>
                    <a:pt x="9945" y="5733"/>
                    <a:pt x="9723" y="4466"/>
                    <a:pt x="9850" y="3200"/>
                  </a:cubicBezTo>
                  <a:cubicBezTo>
                    <a:pt x="9882" y="2978"/>
                    <a:pt x="9945" y="2693"/>
                    <a:pt x="9850" y="2440"/>
                  </a:cubicBezTo>
                  <a:cubicBezTo>
                    <a:pt x="9723" y="2091"/>
                    <a:pt x="9280" y="1806"/>
                    <a:pt x="9058" y="1489"/>
                  </a:cubicBezTo>
                  <a:cubicBezTo>
                    <a:pt x="8622" y="898"/>
                    <a:pt x="8431" y="0"/>
                    <a:pt x="7522"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6" name="Google Shape;536;p16"/>
            <p:cNvSpPr/>
            <p:nvPr/>
          </p:nvSpPr>
          <p:spPr>
            <a:xfrm>
              <a:off x="1164035" y="1755061"/>
              <a:ext cx="116485" cy="116485"/>
            </a:xfrm>
            <a:custGeom>
              <a:rect b="b" l="l" r="r" t="t"/>
              <a:pathLst>
                <a:path extrusionOk="0" h="3833" w="3833">
                  <a:moveTo>
                    <a:pt x="1933" y="1"/>
                  </a:moveTo>
                  <a:cubicBezTo>
                    <a:pt x="856" y="1"/>
                    <a:pt x="1" y="856"/>
                    <a:pt x="1" y="1933"/>
                  </a:cubicBezTo>
                  <a:cubicBezTo>
                    <a:pt x="1" y="2978"/>
                    <a:pt x="856" y="3833"/>
                    <a:pt x="1933" y="3833"/>
                  </a:cubicBezTo>
                  <a:cubicBezTo>
                    <a:pt x="2978" y="3833"/>
                    <a:pt x="3833" y="2978"/>
                    <a:pt x="3833" y="1933"/>
                  </a:cubicBezTo>
                  <a:cubicBezTo>
                    <a:pt x="3833" y="856"/>
                    <a:pt x="2978" y="1"/>
                    <a:pt x="1933" y="1"/>
                  </a:cubicBezTo>
                  <a:close/>
                </a:path>
              </a:pathLst>
            </a:custGeom>
            <a:solidFill>
              <a:srgbClr val="D1975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7" name="Google Shape;537;p16"/>
            <p:cNvSpPr/>
            <p:nvPr/>
          </p:nvSpPr>
          <p:spPr>
            <a:xfrm>
              <a:off x="1165007" y="1770468"/>
              <a:ext cx="108796" cy="101077"/>
            </a:xfrm>
            <a:custGeom>
              <a:rect b="b" l="l" r="r" t="t"/>
              <a:pathLst>
                <a:path extrusionOk="0" h="3326" w="3580">
                  <a:moveTo>
                    <a:pt x="1774" y="1"/>
                  </a:moveTo>
                  <a:cubicBezTo>
                    <a:pt x="824" y="1"/>
                    <a:pt x="64" y="729"/>
                    <a:pt x="1" y="1647"/>
                  </a:cubicBezTo>
                  <a:cubicBezTo>
                    <a:pt x="127" y="2597"/>
                    <a:pt x="919" y="3326"/>
                    <a:pt x="1901" y="3326"/>
                  </a:cubicBezTo>
                  <a:cubicBezTo>
                    <a:pt x="2471" y="3326"/>
                    <a:pt x="2978" y="3072"/>
                    <a:pt x="3326" y="2692"/>
                  </a:cubicBezTo>
                  <a:cubicBezTo>
                    <a:pt x="3484" y="2407"/>
                    <a:pt x="3579" y="2122"/>
                    <a:pt x="3579" y="1774"/>
                  </a:cubicBezTo>
                  <a:cubicBezTo>
                    <a:pt x="3579" y="792"/>
                    <a:pt x="2756" y="1"/>
                    <a:pt x="1774" y="1"/>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8" name="Google Shape;538;p16"/>
            <p:cNvSpPr/>
            <p:nvPr/>
          </p:nvSpPr>
          <p:spPr>
            <a:xfrm>
              <a:off x="1174641" y="1778157"/>
              <a:ext cx="93388" cy="86672"/>
            </a:xfrm>
            <a:custGeom>
              <a:rect b="b" l="l" r="r" t="t"/>
              <a:pathLst>
                <a:path extrusionOk="0" h="2852" w="3073">
                  <a:moveTo>
                    <a:pt x="539" y="1"/>
                  </a:moveTo>
                  <a:cubicBezTo>
                    <a:pt x="222" y="318"/>
                    <a:pt x="0" y="729"/>
                    <a:pt x="0" y="1236"/>
                  </a:cubicBezTo>
                  <a:cubicBezTo>
                    <a:pt x="0" y="2123"/>
                    <a:pt x="729" y="2851"/>
                    <a:pt x="1647" y="2851"/>
                  </a:cubicBezTo>
                  <a:cubicBezTo>
                    <a:pt x="2249" y="2851"/>
                    <a:pt x="2787" y="2503"/>
                    <a:pt x="3072" y="1996"/>
                  </a:cubicBezTo>
                  <a:lnTo>
                    <a:pt x="3072" y="1996"/>
                  </a:lnTo>
                  <a:cubicBezTo>
                    <a:pt x="2787" y="2249"/>
                    <a:pt x="2407" y="2408"/>
                    <a:pt x="1995" y="2408"/>
                  </a:cubicBezTo>
                  <a:cubicBezTo>
                    <a:pt x="1077" y="2408"/>
                    <a:pt x="349" y="1679"/>
                    <a:pt x="349" y="793"/>
                  </a:cubicBezTo>
                  <a:cubicBezTo>
                    <a:pt x="349" y="508"/>
                    <a:pt x="412" y="254"/>
                    <a:pt x="539" y="1"/>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39" name="Google Shape;539;p16"/>
            <p:cNvSpPr/>
            <p:nvPr/>
          </p:nvSpPr>
          <p:spPr>
            <a:xfrm>
              <a:off x="1244903" y="1631890"/>
              <a:ext cx="115512" cy="116485"/>
            </a:xfrm>
            <a:custGeom>
              <a:rect b="b" l="l" r="r" t="t"/>
              <a:pathLst>
                <a:path extrusionOk="0" h="3833" w="3801">
                  <a:moveTo>
                    <a:pt x="1900" y="0"/>
                  </a:moveTo>
                  <a:cubicBezTo>
                    <a:pt x="855" y="0"/>
                    <a:pt x="0" y="855"/>
                    <a:pt x="0" y="1932"/>
                  </a:cubicBezTo>
                  <a:cubicBezTo>
                    <a:pt x="0" y="2977"/>
                    <a:pt x="855" y="3832"/>
                    <a:pt x="1900" y="3832"/>
                  </a:cubicBezTo>
                  <a:cubicBezTo>
                    <a:pt x="2945" y="3832"/>
                    <a:pt x="3800" y="2977"/>
                    <a:pt x="3800" y="1932"/>
                  </a:cubicBezTo>
                  <a:cubicBezTo>
                    <a:pt x="3800" y="855"/>
                    <a:pt x="2945" y="0"/>
                    <a:pt x="1900" y="0"/>
                  </a:cubicBezTo>
                  <a:close/>
                </a:path>
              </a:pathLst>
            </a:custGeom>
            <a:solidFill>
              <a:srgbClr val="D1975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0" name="Google Shape;540;p16"/>
            <p:cNvSpPr/>
            <p:nvPr/>
          </p:nvSpPr>
          <p:spPr>
            <a:xfrm>
              <a:off x="1244903" y="1647267"/>
              <a:ext cx="108766" cy="101108"/>
            </a:xfrm>
            <a:custGeom>
              <a:rect b="b" l="l" r="r" t="t"/>
              <a:pathLst>
                <a:path extrusionOk="0" h="3327" w="3579">
                  <a:moveTo>
                    <a:pt x="1774" y="1"/>
                  </a:moveTo>
                  <a:cubicBezTo>
                    <a:pt x="855" y="1"/>
                    <a:pt x="64" y="729"/>
                    <a:pt x="0" y="1679"/>
                  </a:cubicBezTo>
                  <a:cubicBezTo>
                    <a:pt x="127" y="2598"/>
                    <a:pt x="919" y="3326"/>
                    <a:pt x="1900" y="3326"/>
                  </a:cubicBezTo>
                  <a:cubicBezTo>
                    <a:pt x="2470" y="3326"/>
                    <a:pt x="2977" y="3073"/>
                    <a:pt x="3325" y="2693"/>
                  </a:cubicBezTo>
                  <a:cubicBezTo>
                    <a:pt x="3484" y="2408"/>
                    <a:pt x="3579" y="2123"/>
                    <a:pt x="3579" y="1774"/>
                  </a:cubicBezTo>
                  <a:cubicBezTo>
                    <a:pt x="3579" y="793"/>
                    <a:pt x="2787" y="1"/>
                    <a:pt x="1774" y="1"/>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1" name="Google Shape;541;p16"/>
            <p:cNvSpPr/>
            <p:nvPr/>
          </p:nvSpPr>
          <p:spPr>
            <a:xfrm>
              <a:off x="1254506" y="1654986"/>
              <a:ext cx="93388" cy="86642"/>
            </a:xfrm>
            <a:custGeom>
              <a:rect b="b" l="l" r="r" t="t"/>
              <a:pathLst>
                <a:path extrusionOk="0" h="2851" w="3073">
                  <a:moveTo>
                    <a:pt x="571" y="0"/>
                  </a:moveTo>
                  <a:lnTo>
                    <a:pt x="571" y="0"/>
                  </a:lnTo>
                  <a:cubicBezTo>
                    <a:pt x="223" y="317"/>
                    <a:pt x="1" y="729"/>
                    <a:pt x="1" y="1235"/>
                  </a:cubicBezTo>
                  <a:cubicBezTo>
                    <a:pt x="1" y="2122"/>
                    <a:pt x="729" y="2850"/>
                    <a:pt x="1648" y="2850"/>
                  </a:cubicBezTo>
                  <a:cubicBezTo>
                    <a:pt x="2249" y="2850"/>
                    <a:pt x="2819" y="2502"/>
                    <a:pt x="3073" y="1995"/>
                  </a:cubicBezTo>
                  <a:lnTo>
                    <a:pt x="3073" y="1995"/>
                  </a:lnTo>
                  <a:cubicBezTo>
                    <a:pt x="2788" y="2249"/>
                    <a:pt x="2408" y="2407"/>
                    <a:pt x="1996" y="2407"/>
                  </a:cubicBezTo>
                  <a:cubicBezTo>
                    <a:pt x="1078" y="2407"/>
                    <a:pt x="349" y="1679"/>
                    <a:pt x="349" y="792"/>
                  </a:cubicBezTo>
                  <a:cubicBezTo>
                    <a:pt x="349" y="507"/>
                    <a:pt x="444" y="254"/>
                    <a:pt x="571" y="0"/>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2" name="Google Shape;542;p16"/>
            <p:cNvSpPr/>
            <p:nvPr/>
          </p:nvSpPr>
          <p:spPr>
            <a:xfrm>
              <a:off x="1199652" y="1653984"/>
              <a:ext cx="26986" cy="52362"/>
            </a:xfrm>
            <a:custGeom>
              <a:rect b="b" l="l" r="r" t="t"/>
              <a:pathLst>
                <a:path extrusionOk="0" h="1723" w="888">
                  <a:moveTo>
                    <a:pt x="459" y="1"/>
                  </a:moveTo>
                  <a:cubicBezTo>
                    <a:pt x="454" y="1"/>
                    <a:pt x="449" y="1"/>
                    <a:pt x="444" y="2"/>
                  </a:cubicBezTo>
                  <a:cubicBezTo>
                    <a:pt x="191" y="33"/>
                    <a:pt x="191" y="255"/>
                    <a:pt x="96" y="382"/>
                  </a:cubicBezTo>
                  <a:cubicBezTo>
                    <a:pt x="1" y="635"/>
                    <a:pt x="444" y="888"/>
                    <a:pt x="381" y="1237"/>
                  </a:cubicBezTo>
                  <a:cubicBezTo>
                    <a:pt x="297" y="1517"/>
                    <a:pt x="411" y="1723"/>
                    <a:pt x="592" y="1723"/>
                  </a:cubicBezTo>
                  <a:cubicBezTo>
                    <a:pt x="615" y="1723"/>
                    <a:pt x="640" y="1719"/>
                    <a:pt x="666" y="1712"/>
                  </a:cubicBezTo>
                  <a:cubicBezTo>
                    <a:pt x="887" y="1648"/>
                    <a:pt x="824" y="1205"/>
                    <a:pt x="856" y="1047"/>
                  </a:cubicBezTo>
                  <a:cubicBezTo>
                    <a:pt x="887" y="767"/>
                    <a:pt x="705" y="1"/>
                    <a:pt x="459" y="1"/>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3" name="Google Shape;543;p16"/>
            <p:cNvSpPr/>
            <p:nvPr/>
          </p:nvSpPr>
          <p:spPr>
            <a:xfrm>
              <a:off x="1364336" y="1764451"/>
              <a:ext cx="18659" cy="22033"/>
            </a:xfrm>
            <a:custGeom>
              <a:rect b="b" l="l" r="r" t="t"/>
              <a:pathLst>
                <a:path extrusionOk="0" h="725" w="614">
                  <a:moveTo>
                    <a:pt x="407" y="1"/>
                  </a:moveTo>
                  <a:cubicBezTo>
                    <a:pt x="343" y="1"/>
                    <a:pt x="251" y="56"/>
                    <a:pt x="124" y="199"/>
                  </a:cubicBezTo>
                  <a:cubicBezTo>
                    <a:pt x="0" y="519"/>
                    <a:pt x="146" y="725"/>
                    <a:pt x="292" y="725"/>
                  </a:cubicBezTo>
                  <a:cubicBezTo>
                    <a:pt x="333" y="725"/>
                    <a:pt x="374" y="708"/>
                    <a:pt x="409" y="674"/>
                  </a:cubicBezTo>
                  <a:cubicBezTo>
                    <a:pt x="530" y="577"/>
                    <a:pt x="614" y="1"/>
                    <a:pt x="407" y="1"/>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4" name="Google Shape;544;p16"/>
            <p:cNvSpPr/>
            <p:nvPr/>
          </p:nvSpPr>
          <p:spPr>
            <a:xfrm>
              <a:off x="1299757" y="1787487"/>
              <a:ext cx="45251" cy="46740"/>
            </a:xfrm>
            <a:custGeom>
              <a:rect b="b" l="l" r="r" t="t"/>
              <a:pathLst>
                <a:path extrusionOk="0" h="1538" w="1489">
                  <a:moveTo>
                    <a:pt x="733" y="1"/>
                  </a:moveTo>
                  <a:cubicBezTo>
                    <a:pt x="708" y="1"/>
                    <a:pt x="686" y="4"/>
                    <a:pt x="665" y="11"/>
                  </a:cubicBezTo>
                  <a:cubicBezTo>
                    <a:pt x="475" y="74"/>
                    <a:pt x="475" y="486"/>
                    <a:pt x="412" y="644"/>
                  </a:cubicBezTo>
                  <a:cubicBezTo>
                    <a:pt x="349" y="802"/>
                    <a:pt x="254" y="929"/>
                    <a:pt x="159" y="1056"/>
                  </a:cubicBezTo>
                  <a:cubicBezTo>
                    <a:pt x="0" y="1277"/>
                    <a:pt x="222" y="1467"/>
                    <a:pt x="222" y="1467"/>
                  </a:cubicBezTo>
                  <a:cubicBezTo>
                    <a:pt x="311" y="1516"/>
                    <a:pt x="413" y="1538"/>
                    <a:pt x="518" y="1538"/>
                  </a:cubicBezTo>
                  <a:cubicBezTo>
                    <a:pt x="823" y="1538"/>
                    <a:pt x="1157" y="1355"/>
                    <a:pt x="1299" y="1119"/>
                  </a:cubicBezTo>
                  <a:cubicBezTo>
                    <a:pt x="1394" y="929"/>
                    <a:pt x="1489" y="549"/>
                    <a:pt x="1362" y="359"/>
                  </a:cubicBezTo>
                  <a:cubicBezTo>
                    <a:pt x="1249" y="218"/>
                    <a:pt x="934" y="1"/>
                    <a:pt x="733" y="1"/>
                  </a:cubicBez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5" name="Google Shape;545;p16"/>
            <p:cNvSpPr/>
            <p:nvPr/>
          </p:nvSpPr>
          <p:spPr>
            <a:xfrm>
              <a:off x="1053385" y="1361449"/>
              <a:ext cx="108766" cy="120405"/>
            </a:xfrm>
            <a:custGeom>
              <a:rect b="b" l="l" r="r" t="t"/>
              <a:pathLst>
                <a:path extrusionOk="0" h="3962" w="3579">
                  <a:moveTo>
                    <a:pt x="1900" y="0"/>
                  </a:moveTo>
                  <a:cubicBezTo>
                    <a:pt x="1900" y="0"/>
                    <a:pt x="0" y="887"/>
                    <a:pt x="507" y="2407"/>
                  </a:cubicBezTo>
                  <a:cubicBezTo>
                    <a:pt x="928" y="3643"/>
                    <a:pt x="1982" y="3962"/>
                    <a:pt x="2980" y="3962"/>
                  </a:cubicBezTo>
                  <a:cubicBezTo>
                    <a:pt x="3184" y="3962"/>
                    <a:pt x="3385" y="3949"/>
                    <a:pt x="3579" y="3927"/>
                  </a:cubicBezTo>
                  <a:lnTo>
                    <a:pt x="1900" y="0"/>
                  </a:ln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6" name="Google Shape;546;p16"/>
            <p:cNvSpPr/>
            <p:nvPr/>
          </p:nvSpPr>
          <p:spPr>
            <a:xfrm>
              <a:off x="1075509" y="1368166"/>
              <a:ext cx="84727" cy="106942"/>
            </a:xfrm>
            <a:custGeom>
              <a:rect b="b" l="l" r="r" t="t"/>
              <a:pathLst>
                <a:path extrusionOk="0" h="3519" w="2788">
                  <a:moveTo>
                    <a:pt x="1267" y="1"/>
                  </a:moveTo>
                  <a:cubicBezTo>
                    <a:pt x="760" y="349"/>
                    <a:pt x="0" y="1046"/>
                    <a:pt x="349" y="2028"/>
                  </a:cubicBezTo>
                  <a:cubicBezTo>
                    <a:pt x="711" y="3204"/>
                    <a:pt x="1704" y="3518"/>
                    <a:pt x="2646" y="3518"/>
                  </a:cubicBezTo>
                  <a:cubicBezTo>
                    <a:pt x="2693" y="3518"/>
                    <a:pt x="2740" y="3518"/>
                    <a:pt x="2787" y="3516"/>
                  </a:cubicBezTo>
                  <a:lnTo>
                    <a:pt x="1267" y="1"/>
                  </a:ln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7" name="Google Shape;547;p16"/>
            <p:cNvSpPr/>
            <p:nvPr/>
          </p:nvSpPr>
          <p:spPr>
            <a:xfrm>
              <a:off x="1107266" y="1379714"/>
              <a:ext cx="41422" cy="69350"/>
            </a:xfrm>
            <a:custGeom>
              <a:rect b="b" l="l" r="r" t="t"/>
              <a:pathLst>
                <a:path extrusionOk="0" h="2282" w="1363">
                  <a:moveTo>
                    <a:pt x="381" y="1"/>
                  </a:moveTo>
                  <a:cubicBezTo>
                    <a:pt x="159" y="318"/>
                    <a:pt x="0" y="698"/>
                    <a:pt x="159" y="1173"/>
                  </a:cubicBezTo>
                  <a:cubicBezTo>
                    <a:pt x="381" y="1838"/>
                    <a:pt x="824" y="2154"/>
                    <a:pt x="1362" y="2281"/>
                  </a:cubicBezTo>
                  <a:lnTo>
                    <a:pt x="381" y="1"/>
                  </a:ln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8" name="Google Shape;548;p16"/>
            <p:cNvSpPr/>
            <p:nvPr/>
          </p:nvSpPr>
          <p:spPr>
            <a:xfrm>
              <a:off x="1085355" y="1402111"/>
              <a:ext cx="19055" cy="8327"/>
            </a:xfrm>
            <a:custGeom>
              <a:rect b="b" l="l" r="r" t="t"/>
              <a:pathLst>
                <a:path extrusionOk="0" h="274" w="627">
                  <a:moveTo>
                    <a:pt x="178" y="0"/>
                  </a:moveTo>
                  <a:cubicBezTo>
                    <a:pt x="142" y="0"/>
                    <a:pt x="110" y="7"/>
                    <a:pt x="88" y="24"/>
                  </a:cubicBezTo>
                  <a:cubicBezTo>
                    <a:pt x="1" y="111"/>
                    <a:pt x="79" y="273"/>
                    <a:pt x="280" y="273"/>
                  </a:cubicBezTo>
                  <a:cubicBezTo>
                    <a:pt x="371" y="273"/>
                    <a:pt x="488" y="240"/>
                    <a:pt x="626" y="151"/>
                  </a:cubicBezTo>
                  <a:cubicBezTo>
                    <a:pt x="626" y="151"/>
                    <a:pt x="347" y="0"/>
                    <a:pt x="178"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49" name="Google Shape;549;p16"/>
            <p:cNvSpPr/>
            <p:nvPr/>
          </p:nvSpPr>
          <p:spPr>
            <a:xfrm>
              <a:off x="1086601" y="1423992"/>
              <a:ext cx="15894" cy="10150"/>
            </a:xfrm>
            <a:custGeom>
              <a:rect b="b" l="l" r="r" t="t"/>
              <a:pathLst>
                <a:path extrusionOk="0" h="334" w="523">
                  <a:moveTo>
                    <a:pt x="522" y="1"/>
                  </a:moveTo>
                  <a:cubicBezTo>
                    <a:pt x="522" y="1"/>
                    <a:pt x="79" y="32"/>
                    <a:pt x="15" y="191"/>
                  </a:cubicBezTo>
                  <a:cubicBezTo>
                    <a:pt x="0" y="266"/>
                    <a:pt x="71" y="334"/>
                    <a:pt x="169" y="334"/>
                  </a:cubicBezTo>
                  <a:cubicBezTo>
                    <a:pt x="279" y="334"/>
                    <a:pt x="422" y="250"/>
                    <a:pt x="522" y="1"/>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0" name="Google Shape;550;p16"/>
            <p:cNvSpPr/>
            <p:nvPr/>
          </p:nvSpPr>
          <p:spPr>
            <a:xfrm>
              <a:off x="1101492" y="1442287"/>
              <a:ext cx="12551" cy="14131"/>
            </a:xfrm>
            <a:custGeom>
              <a:rect b="b" l="l" r="r" t="t"/>
              <a:pathLst>
                <a:path extrusionOk="0" h="465" w="413">
                  <a:moveTo>
                    <a:pt x="412" y="0"/>
                  </a:moveTo>
                  <a:lnTo>
                    <a:pt x="412" y="0"/>
                  </a:lnTo>
                  <a:cubicBezTo>
                    <a:pt x="412" y="0"/>
                    <a:pt x="0" y="190"/>
                    <a:pt x="0" y="349"/>
                  </a:cubicBezTo>
                  <a:cubicBezTo>
                    <a:pt x="12" y="420"/>
                    <a:pt x="68" y="464"/>
                    <a:pt x="135" y="464"/>
                  </a:cubicBezTo>
                  <a:cubicBezTo>
                    <a:pt x="248" y="464"/>
                    <a:pt x="392" y="338"/>
                    <a:pt x="412"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1" name="Google Shape;551;p16"/>
            <p:cNvSpPr/>
            <p:nvPr/>
          </p:nvSpPr>
          <p:spPr>
            <a:xfrm>
              <a:off x="1126503" y="1449975"/>
              <a:ext cx="13645" cy="17110"/>
            </a:xfrm>
            <a:custGeom>
              <a:rect b="b" l="l" r="r" t="t"/>
              <a:pathLst>
                <a:path extrusionOk="0" h="563" w="449">
                  <a:moveTo>
                    <a:pt x="254" y="1"/>
                  </a:moveTo>
                  <a:cubicBezTo>
                    <a:pt x="254" y="1"/>
                    <a:pt x="1" y="381"/>
                    <a:pt x="96" y="507"/>
                  </a:cubicBezTo>
                  <a:cubicBezTo>
                    <a:pt x="118" y="544"/>
                    <a:pt x="152" y="562"/>
                    <a:pt x="188" y="562"/>
                  </a:cubicBezTo>
                  <a:cubicBezTo>
                    <a:pt x="307" y="562"/>
                    <a:pt x="449" y="366"/>
                    <a:pt x="254" y="1"/>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2" name="Google Shape;552;p16"/>
            <p:cNvSpPr/>
            <p:nvPr/>
          </p:nvSpPr>
          <p:spPr>
            <a:xfrm>
              <a:off x="1153459" y="1381294"/>
              <a:ext cx="117457" cy="118764"/>
            </a:xfrm>
            <a:custGeom>
              <a:rect b="b" l="l" r="r" t="t"/>
              <a:pathLst>
                <a:path extrusionOk="0" h="3908" w="3865">
                  <a:moveTo>
                    <a:pt x="2209" y="1"/>
                  </a:moveTo>
                  <a:cubicBezTo>
                    <a:pt x="1834" y="1"/>
                    <a:pt x="1446" y="118"/>
                    <a:pt x="1109" y="456"/>
                  </a:cubicBezTo>
                  <a:cubicBezTo>
                    <a:pt x="1" y="1564"/>
                    <a:pt x="476" y="2894"/>
                    <a:pt x="1109" y="3908"/>
                  </a:cubicBezTo>
                  <a:lnTo>
                    <a:pt x="3864" y="614"/>
                  </a:lnTo>
                  <a:cubicBezTo>
                    <a:pt x="3864" y="614"/>
                    <a:pt x="3067" y="1"/>
                    <a:pt x="2209" y="1"/>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3" name="Google Shape;553;p16"/>
            <p:cNvSpPr/>
            <p:nvPr/>
          </p:nvSpPr>
          <p:spPr>
            <a:xfrm>
              <a:off x="1170782" y="1395517"/>
              <a:ext cx="95303" cy="99740"/>
            </a:xfrm>
            <a:custGeom>
              <a:rect b="b" l="l" r="r" t="t"/>
              <a:pathLst>
                <a:path extrusionOk="0" h="3282" w="3136">
                  <a:moveTo>
                    <a:pt x="1940" y="0"/>
                  </a:moveTo>
                  <a:cubicBezTo>
                    <a:pt x="1587" y="0"/>
                    <a:pt x="1219" y="113"/>
                    <a:pt x="887" y="431"/>
                  </a:cubicBezTo>
                  <a:cubicBezTo>
                    <a:pt x="1" y="1349"/>
                    <a:pt x="222" y="2394"/>
                    <a:pt x="666" y="3281"/>
                  </a:cubicBezTo>
                  <a:lnTo>
                    <a:pt x="3136" y="368"/>
                  </a:lnTo>
                  <a:cubicBezTo>
                    <a:pt x="2832" y="189"/>
                    <a:pt x="2398" y="0"/>
                    <a:pt x="1940" y="0"/>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4" name="Google Shape;554;p16"/>
            <p:cNvSpPr/>
            <p:nvPr/>
          </p:nvSpPr>
          <p:spPr>
            <a:xfrm>
              <a:off x="1205426" y="1414662"/>
              <a:ext cx="52970" cy="58440"/>
            </a:xfrm>
            <a:custGeom>
              <a:rect b="b" l="l" r="r" t="t"/>
              <a:pathLst>
                <a:path extrusionOk="0" h="1923" w="1743">
                  <a:moveTo>
                    <a:pt x="1483" y="1"/>
                  </a:moveTo>
                  <a:cubicBezTo>
                    <a:pt x="1181" y="1"/>
                    <a:pt x="873" y="94"/>
                    <a:pt x="602" y="339"/>
                  </a:cubicBezTo>
                  <a:cubicBezTo>
                    <a:pt x="96" y="846"/>
                    <a:pt x="1" y="1416"/>
                    <a:pt x="127" y="1923"/>
                  </a:cubicBezTo>
                  <a:lnTo>
                    <a:pt x="1743" y="23"/>
                  </a:lnTo>
                  <a:cubicBezTo>
                    <a:pt x="1657" y="8"/>
                    <a:pt x="1570" y="1"/>
                    <a:pt x="1483" y="1"/>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5" name="Google Shape;555;p16"/>
            <p:cNvSpPr/>
            <p:nvPr/>
          </p:nvSpPr>
          <p:spPr>
            <a:xfrm>
              <a:off x="1215273" y="1398738"/>
              <a:ext cx="13280" cy="15681"/>
            </a:xfrm>
            <a:custGeom>
              <a:rect b="b" l="l" r="r" t="t"/>
              <a:pathLst>
                <a:path extrusionOk="0" h="516" w="437">
                  <a:moveTo>
                    <a:pt x="237" y="0"/>
                  </a:moveTo>
                  <a:cubicBezTo>
                    <a:pt x="97" y="0"/>
                    <a:pt x="1" y="284"/>
                    <a:pt x="405" y="515"/>
                  </a:cubicBezTo>
                  <a:cubicBezTo>
                    <a:pt x="405" y="515"/>
                    <a:pt x="437" y="40"/>
                    <a:pt x="278" y="8"/>
                  </a:cubicBezTo>
                  <a:cubicBezTo>
                    <a:pt x="265" y="3"/>
                    <a:pt x="251" y="0"/>
                    <a:pt x="237"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6" name="Google Shape;556;p16"/>
            <p:cNvSpPr/>
            <p:nvPr/>
          </p:nvSpPr>
          <p:spPr>
            <a:xfrm>
              <a:off x="1194850" y="1409496"/>
              <a:ext cx="16380" cy="11639"/>
            </a:xfrm>
            <a:custGeom>
              <a:rect b="b" l="l" r="r" t="t"/>
              <a:pathLst>
                <a:path extrusionOk="0" h="383" w="539">
                  <a:moveTo>
                    <a:pt x="177" y="1"/>
                  </a:moveTo>
                  <a:cubicBezTo>
                    <a:pt x="171" y="1"/>
                    <a:pt x="165" y="1"/>
                    <a:pt x="159" y="3"/>
                  </a:cubicBezTo>
                  <a:cubicBezTo>
                    <a:pt x="0" y="34"/>
                    <a:pt x="32" y="383"/>
                    <a:pt x="539" y="383"/>
                  </a:cubicBezTo>
                  <a:cubicBezTo>
                    <a:pt x="539" y="383"/>
                    <a:pt x="333" y="1"/>
                    <a:pt x="177" y="1"/>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7" name="Google Shape;557;p16"/>
            <p:cNvSpPr/>
            <p:nvPr/>
          </p:nvSpPr>
          <p:spPr>
            <a:xfrm>
              <a:off x="1181509" y="1433048"/>
              <a:ext cx="18173" cy="8205"/>
            </a:xfrm>
            <a:custGeom>
              <a:rect b="b" l="l" r="r" t="t"/>
              <a:pathLst>
                <a:path extrusionOk="0" h="270" w="598">
                  <a:moveTo>
                    <a:pt x="189" y="0"/>
                  </a:moveTo>
                  <a:cubicBezTo>
                    <a:pt x="163" y="0"/>
                    <a:pt x="141" y="6"/>
                    <a:pt x="123" y="19"/>
                  </a:cubicBezTo>
                  <a:cubicBezTo>
                    <a:pt x="0" y="68"/>
                    <a:pt x="67" y="269"/>
                    <a:pt x="324" y="269"/>
                  </a:cubicBezTo>
                  <a:cubicBezTo>
                    <a:pt x="399" y="269"/>
                    <a:pt x="491" y="252"/>
                    <a:pt x="598" y="209"/>
                  </a:cubicBezTo>
                  <a:cubicBezTo>
                    <a:pt x="598" y="209"/>
                    <a:pt x="342" y="0"/>
                    <a:pt x="189"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8" name="Google Shape;558;p16"/>
            <p:cNvSpPr/>
            <p:nvPr/>
          </p:nvSpPr>
          <p:spPr>
            <a:xfrm>
              <a:off x="1184609" y="1460673"/>
              <a:ext cx="17960" cy="8023"/>
            </a:xfrm>
            <a:custGeom>
              <a:rect b="b" l="l" r="r" t="t"/>
              <a:pathLst>
                <a:path extrusionOk="0" h="264" w="591">
                  <a:moveTo>
                    <a:pt x="311" y="1"/>
                  </a:moveTo>
                  <a:cubicBezTo>
                    <a:pt x="195" y="1"/>
                    <a:pt x="81" y="20"/>
                    <a:pt x="52" y="92"/>
                  </a:cubicBezTo>
                  <a:cubicBezTo>
                    <a:pt x="1" y="178"/>
                    <a:pt x="70" y="264"/>
                    <a:pt x="195" y="264"/>
                  </a:cubicBezTo>
                  <a:cubicBezTo>
                    <a:pt x="301" y="264"/>
                    <a:pt x="446" y="203"/>
                    <a:pt x="591" y="29"/>
                  </a:cubicBezTo>
                  <a:cubicBezTo>
                    <a:pt x="591" y="29"/>
                    <a:pt x="449" y="1"/>
                    <a:pt x="311" y="1"/>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59" name="Google Shape;559;p16"/>
            <p:cNvSpPr/>
            <p:nvPr/>
          </p:nvSpPr>
          <p:spPr>
            <a:xfrm>
              <a:off x="1191963" y="1469395"/>
              <a:ext cx="130920" cy="71082"/>
            </a:xfrm>
            <a:custGeom>
              <a:rect b="b" l="l" r="r" t="t"/>
              <a:pathLst>
                <a:path extrusionOk="0" h="2339" w="4308">
                  <a:moveTo>
                    <a:pt x="2392" y="0"/>
                  </a:moveTo>
                  <a:cubicBezTo>
                    <a:pt x="1078" y="0"/>
                    <a:pt x="379" y="1099"/>
                    <a:pt x="0" y="2117"/>
                  </a:cubicBezTo>
                  <a:lnTo>
                    <a:pt x="4276" y="2339"/>
                  </a:lnTo>
                  <a:cubicBezTo>
                    <a:pt x="4276" y="2339"/>
                    <a:pt x="4307" y="248"/>
                    <a:pt x="2756" y="27"/>
                  </a:cubicBezTo>
                  <a:cubicBezTo>
                    <a:pt x="2629" y="9"/>
                    <a:pt x="2508" y="0"/>
                    <a:pt x="2392" y="0"/>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0" name="Google Shape;560;p16"/>
            <p:cNvSpPr/>
            <p:nvPr/>
          </p:nvSpPr>
          <p:spPr>
            <a:xfrm>
              <a:off x="1198710" y="1486687"/>
              <a:ext cx="115512" cy="52818"/>
            </a:xfrm>
            <a:custGeom>
              <a:rect b="b" l="l" r="r" t="t"/>
              <a:pathLst>
                <a:path extrusionOk="0" h="1738" w="3801">
                  <a:moveTo>
                    <a:pt x="2049" y="0"/>
                  </a:moveTo>
                  <a:cubicBezTo>
                    <a:pt x="1000" y="0"/>
                    <a:pt x="371" y="748"/>
                    <a:pt x="0" y="1548"/>
                  </a:cubicBezTo>
                  <a:lnTo>
                    <a:pt x="3800" y="1738"/>
                  </a:lnTo>
                  <a:cubicBezTo>
                    <a:pt x="3737" y="1168"/>
                    <a:pt x="3420" y="155"/>
                    <a:pt x="2407" y="28"/>
                  </a:cubicBezTo>
                  <a:cubicBezTo>
                    <a:pt x="2282" y="9"/>
                    <a:pt x="2163" y="0"/>
                    <a:pt x="2049" y="0"/>
                  </a:cubicBezTo>
                  <a:close/>
                </a:path>
              </a:pathLst>
            </a:custGeom>
            <a:solidFill>
              <a:srgbClr val="E27664"/>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1" name="Google Shape;561;p16"/>
            <p:cNvSpPr/>
            <p:nvPr/>
          </p:nvSpPr>
          <p:spPr>
            <a:xfrm>
              <a:off x="1226608" y="1516803"/>
              <a:ext cx="76066" cy="22701"/>
            </a:xfrm>
            <a:custGeom>
              <a:rect b="b" l="l" r="r" t="t"/>
              <a:pathLst>
                <a:path extrusionOk="0" h="747" w="2503">
                  <a:moveTo>
                    <a:pt x="1289" y="0"/>
                  </a:moveTo>
                  <a:cubicBezTo>
                    <a:pt x="726" y="0"/>
                    <a:pt x="303" y="262"/>
                    <a:pt x="0" y="620"/>
                  </a:cubicBezTo>
                  <a:lnTo>
                    <a:pt x="2502" y="747"/>
                  </a:lnTo>
                  <a:cubicBezTo>
                    <a:pt x="2312" y="399"/>
                    <a:pt x="2027" y="114"/>
                    <a:pt x="1552" y="19"/>
                  </a:cubicBezTo>
                  <a:cubicBezTo>
                    <a:pt x="1461" y="6"/>
                    <a:pt x="1373" y="0"/>
                    <a:pt x="1289" y="0"/>
                  </a:cubicBezTo>
                  <a:close/>
                </a:path>
              </a:pathLst>
            </a:custGeom>
            <a:solidFill>
              <a:srgbClr val="F2856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2" name="Google Shape;562;p16"/>
            <p:cNvSpPr/>
            <p:nvPr/>
          </p:nvSpPr>
          <p:spPr>
            <a:xfrm>
              <a:off x="1283954" y="1498873"/>
              <a:ext cx="12946" cy="15620"/>
            </a:xfrm>
            <a:custGeom>
              <a:rect b="b" l="l" r="r" t="t"/>
              <a:pathLst>
                <a:path extrusionOk="0" h="514" w="426">
                  <a:moveTo>
                    <a:pt x="274" y="0"/>
                  </a:moveTo>
                  <a:cubicBezTo>
                    <a:pt x="164" y="0"/>
                    <a:pt x="0" y="152"/>
                    <a:pt x="45" y="514"/>
                  </a:cubicBezTo>
                  <a:cubicBezTo>
                    <a:pt x="45" y="514"/>
                    <a:pt x="425" y="260"/>
                    <a:pt x="362" y="70"/>
                  </a:cubicBezTo>
                  <a:cubicBezTo>
                    <a:pt x="353" y="25"/>
                    <a:pt x="318" y="0"/>
                    <a:pt x="274"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3" name="Google Shape;563;p16"/>
            <p:cNvSpPr/>
            <p:nvPr/>
          </p:nvSpPr>
          <p:spPr>
            <a:xfrm>
              <a:off x="1261982" y="1488449"/>
              <a:ext cx="13736" cy="17383"/>
            </a:xfrm>
            <a:custGeom>
              <a:rect b="b" l="l" r="r" t="t"/>
              <a:pathLst>
                <a:path extrusionOk="0" h="572" w="452">
                  <a:moveTo>
                    <a:pt x="250" y="0"/>
                  </a:moveTo>
                  <a:cubicBezTo>
                    <a:pt x="127" y="0"/>
                    <a:pt x="1" y="232"/>
                    <a:pt x="262" y="572"/>
                  </a:cubicBezTo>
                  <a:cubicBezTo>
                    <a:pt x="262" y="572"/>
                    <a:pt x="452" y="128"/>
                    <a:pt x="325" y="33"/>
                  </a:cubicBezTo>
                  <a:cubicBezTo>
                    <a:pt x="303" y="11"/>
                    <a:pt x="276" y="0"/>
                    <a:pt x="250"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4" name="Google Shape;564;p16"/>
            <p:cNvSpPr/>
            <p:nvPr/>
          </p:nvSpPr>
          <p:spPr>
            <a:xfrm>
              <a:off x="1235482" y="1491124"/>
              <a:ext cx="13280" cy="16623"/>
            </a:xfrm>
            <a:custGeom>
              <a:rect b="b" l="l" r="r" t="t"/>
              <a:pathLst>
                <a:path extrusionOk="0" h="547" w="437">
                  <a:moveTo>
                    <a:pt x="237" y="0"/>
                  </a:moveTo>
                  <a:cubicBezTo>
                    <a:pt x="97" y="0"/>
                    <a:pt x="1" y="287"/>
                    <a:pt x="405" y="547"/>
                  </a:cubicBezTo>
                  <a:cubicBezTo>
                    <a:pt x="405" y="547"/>
                    <a:pt x="437" y="72"/>
                    <a:pt x="279" y="9"/>
                  </a:cubicBezTo>
                  <a:cubicBezTo>
                    <a:pt x="265" y="3"/>
                    <a:pt x="251" y="0"/>
                    <a:pt x="237"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5" name="Google Shape;565;p16"/>
            <p:cNvSpPr/>
            <p:nvPr/>
          </p:nvSpPr>
          <p:spPr>
            <a:xfrm>
              <a:off x="1216032" y="1510573"/>
              <a:ext cx="16380" cy="11609"/>
            </a:xfrm>
            <a:custGeom>
              <a:rect b="b" l="l" r="r" t="t"/>
              <a:pathLst>
                <a:path extrusionOk="0" h="382" w="539">
                  <a:moveTo>
                    <a:pt x="176" y="0"/>
                  </a:moveTo>
                  <a:cubicBezTo>
                    <a:pt x="170" y="0"/>
                    <a:pt x="164" y="1"/>
                    <a:pt x="158" y="2"/>
                  </a:cubicBezTo>
                  <a:cubicBezTo>
                    <a:pt x="0" y="34"/>
                    <a:pt x="32" y="382"/>
                    <a:pt x="538" y="382"/>
                  </a:cubicBezTo>
                  <a:cubicBezTo>
                    <a:pt x="538" y="382"/>
                    <a:pt x="333" y="0"/>
                    <a:pt x="176" y="0"/>
                  </a:cubicBezTo>
                  <a:close/>
                </a:path>
              </a:pathLst>
            </a:custGeom>
            <a:solidFill>
              <a:srgbClr val="E2A766"/>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6" name="Google Shape;566;p16"/>
            <p:cNvSpPr/>
            <p:nvPr/>
          </p:nvSpPr>
          <p:spPr>
            <a:xfrm>
              <a:off x="846460" y="1469364"/>
              <a:ext cx="293567" cy="424336"/>
            </a:xfrm>
            <a:custGeom>
              <a:rect b="b" l="l" r="r" t="t"/>
              <a:pathLst>
                <a:path extrusionOk="0" h="13963" w="9660">
                  <a:moveTo>
                    <a:pt x="5463" y="1"/>
                  </a:moveTo>
                  <a:cubicBezTo>
                    <a:pt x="5362" y="1"/>
                    <a:pt x="5260" y="8"/>
                    <a:pt x="5162" y="28"/>
                  </a:cubicBezTo>
                  <a:cubicBezTo>
                    <a:pt x="4814" y="91"/>
                    <a:pt x="4434" y="186"/>
                    <a:pt x="4085" y="313"/>
                  </a:cubicBezTo>
                  <a:cubicBezTo>
                    <a:pt x="3452" y="535"/>
                    <a:pt x="2692" y="661"/>
                    <a:pt x="2154" y="1073"/>
                  </a:cubicBezTo>
                  <a:cubicBezTo>
                    <a:pt x="1932" y="1231"/>
                    <a:pt x="1710" y="1390"/>
                    <a:pt x="1520" y="1611"/>
                  </a:cubicBezTo>
                  <a:cubicBezTo>
                    <a:pt x="1299" y="1833"/>
                    <a:pt x="1204" y="2150"/>
                    <a:pt x="1045" y="2403"/>
                  </a:cubicBezTo>
                  <a:cubicBezTo>
                    <a:pt x="792" y="2878"/>
                    <a:pt x="539" y="3416"/>
                    <a:pt x="380" y="3891"/>
                  </a:cubicBezTo>
                  <a:cubicBezTo>
                    <a:pt x="222" y="4366"/>
                    <a:pt x="127" y="4873"/>
                    <a:pt x="64" y="5380"/>
                  </a:cubicBezTo>
                  <a:cubicBezTo>
                    <a:pt x="0" y="5918"/>
                    <a:pt x="127" y="6520"/>
                    <a:pt x="222" y="7058"/>
                  </a:cubicBezTo>
                  <a:cubicBezTo>
                    <a:pt x="507" y="8642"/>
                    <a:pt x="1267" y="10067"/>
                    <a:pt x="2312" y="11270"/>
                  </a:cubicBezTo>
                  <a:cubicBezTo>
                    <a:pt x="2597" y="11619"/>
                    <a:pt x="2914" y="11872"/>
                    <a:pt x="3230" y="12125"/>
                  </a:cubicBezTo>
                  <a:cubicBezTo>
                    <a:pt x="3484" y="12315"/>
                    <a:pt x="3705" y="12537"/>
                    <a:pt x="3927" y="12695"/>
                  </a:cubicBezTo>
                  <a:cubicBezTo>
                    <a:pt x="4149" y="12854"/>
                    <a:pt x="4339" y="13012"/>
                    <a:pt x="4561" y="13139"/>
                  </a:cubicBezTo>
                  <a:cubicBezTo>
                    <a:pt x="4719" y="13234"/>
                    <a:pt x="4846" y="13392"/>
                    <a:pt x="5036" y="13487"/>
                  </a:cubicBezTo>
                  <a:cubicBezTo>
                    <a:pt x="5131" y="13519"/>
                    <a:pt x="6587" y="13962"/>
                    <a:pt x="6587" y="13962"/>
                  </a:cubicBezTo>
                  <a:cubicBezTo>
                    <a:pt x="6999" y="13962"/>
                    <a:pt x="7474" y="13867"/>
                    <a:pt x="7822" y="13645"/>
                  </a:cubicBezTo>
                  <a:cubicBezTo>
                    <a:pt x="8076" y="13455"/>
                    <a:pt x="8456" y="13170"/>
                    <a:pt x="8551" y="12854"/>
                  </a:cubicBezTo>
                  <a:cubicBezTo>
                    <a:pt x="8678" y="12347"/>
                    <a:pt x="8614" y="11840"/>
                    <a:pt x="8614" y="11334"/>
                  </a:cubicBezTo>
                  <a:cubicBezTo>
                    <a:pt x="8614" y="10795"/>
                    <a:pt x="8456" y="10289"/>
                    <a:pt x="8424" y="9782"/>
                  </a:cubicBezTo>
                  <a:cubicBezTo>
                    <a:pt x="8392" y="8610"/>
                    <a:pt x="8804" y="7375"/>
                    <a:pt x="9216" y="6267"/>
                  </a:cubicBezTo>
                  <a:cubicBezTo>
                    <a:pt x="9438" y="5665"/>
                    <a:pt x="9628" y="5095"/>
                    <a:pt x="9628" y="4430"/>
                  </a:cubicBezTo>
                  <a:cubicBezTo>
                    <a:pt x="9628" y="3765"/>
                    <a:pt x="9659" y="2973"/>
                    <a:pt x="9438" y="2308"/>
                  </a:cubicBezTo>
                  <a:cubicBezTo>
                    <a:pt x="9184" y="1580"/>
                    <a:pt x="8678" y="1073"/>
                    <a:pt x="8012" y="725"/>
                  </a:cubicBezTo>
                  <a:cubicBezTo>
                    <a:pt x="7727" y="535"/>
                    <a:pt x="7411" y="440"/>
                    <a:pt x="7094" y="344"/>
                  </a:cubicBezTo>
                  <a:cubicBezTo>
                    <a:pt x="6777" y="218"/>
                    <a:pt x="6461" y="91"/>
                    <a:pt x="6112" y="59"/>
                  </a:cubicBezTo>
                  <a:cubicBezTo>
                    <a:pt x="5916" y="38"/>
                    <a:pt x="5689" y="1"/>
                    <a:pt x="5463" y="1"/>
                  </a:cubicBezTo>
                  <a:close/>
                </a:path>
              </a:pathLst>
            </a:custGeom>
            <a:solidFill>
              <a:srgbClr val="D8D9D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7" name="Google Shape;567;p16"/>
            <p:cNvSpPr/>
            <p:nvPr/>
          </p:nvSpPr>
          <p:spPr>
            <a:xfrm>
              <a:off x="836826" y="1475138"/>
              <a:ext cx="293567" cy="424336"/>
            </a:xfrm>
            <a:custGeom>
              <a:rect b="b" l="l" r="r" t="t"/>
              <a:pathLst>
                <a:path extrusionOk="0" h="13963" w="9660">
                  <a:moveTo>
                    <a:pt x="5457" y="1"/>
                  </a:moveTo>
                  <a:cubicBezTo>
                    <a:pt x="5359" y="1"/>
                    <a:pt x="5261" y="8"/>
                    <a:pt x="5163" y="28"/>
                  </a:cubicBezTo>
                  <a:cubicBezTo>
                    <a:pt x="4783" y="59"/>
                    <a:pt x="4434" y="186"/>
                    <a:pt x="4086" y="313"/>
                  </a:cubicBezTo>
                  <a:cubicBezTo>
                    <a:pt x="3452" y="535"/>
                    <a:pt x="2692" y="661"/>
                    <a:pt x="2154" y="1073"/>
                  </a:cubicBezTo>
                  <a:cubicBezTo>
                    <a:pt x="1932" y="1231"/>
                    <a:pt x="1679" y="1390"/>
                    <a:pt x="1489" y="1580"/>
                  </a:cubicBezTo>
                  <a:cubicBezTo>
                    <a:pt x="1299" y="1833"/>
                    <a:pt x="1204" y="2150"/>
                    <a:pt x="1046" y="2403"/>
                  </a:cubicBezTo>
                  <a:cubicBezTo>
                    <a:pt x="761" y="2846"/>
                    <a:pt x="507" y="3416"/>
                    <a:pt x="349" y="3891"/>
                  </a:cubicBezTo>
                  <a:cubicBezTo>
                    <a:pt x="190" y="4366"/>
                    <a:pt x="95" y="4873"/>
                    <a:pt x="64" y="5348"/>
                  </a:cubicBezTo>
                  <a:cubicBezTo>
                    <a:pt x="0" y="5918"/>
                    <a:pt x="95" y="6520"/>
                    <a:pt x="190" y="7058"/>
                  </a:cubicBezTo>
                  <a:cubicBezTo>
                    <a:pt x="476" y="8642"/>
                    <a:pt x="1236" y="10067"/>
                    <a:pt x="2312" y="11270"/>
                  </a:cubicBezTo>
                  <a:cubicBezTo>
                    <a:pt x="2597" y="11587"/>
                    <a:pt x="2882" y="11840"/>
                    <a:pt x="3231" y="12125"/>
                  </a:cubicBezTo>
                  <a:cubicBezTo>
                    <a:pt x="3452" y="12315"/>
                    <a:pt x="3674" y="12505"/>
                    <a:pt x="3927" y="12695"/>
                  </a:cubicBezTo>
                  <a:cubicBezTo>
                    <a:pt x="4149" y="12822"/>
                    <a:pt x="4339" y="12980"/>
                    <a:pt x="4529" y="13139"/>
                  </a:cubicBezTo>
                  <a:cubicBezTo>
                    <a:pt x="4688" y="13234"/>
                    <a:pt x="4846" y="13392"/>
                    <a:pt x="5004" y="13455"/>
                  </a:cubicBezTo>
                  <a:cubicBezTo>
                    <a:pt x="5131" y="13519"/>
                    <a:pt x="6588" y="13962"/>
                    <a:pt x="6588" y="13962"/>
                  </a:cubicBezTo>
                  <a:cubicBezTo>
                    <a:pt x="6999" y="13930"/>
                    <a:pt x="7443" y="13835"/>
                    <a:pt x="7791" y="13614"/>
                  </a:cubicBezTo>
                  <a:cubicBezTo>
                    <a:pt x="8076" y="13455"/>
                    <a:pt x="8456" y="13170"/>
                    <a:pt x="8519" y="12854"/>
                  </a:cubicBezTo>
                  <a:cubicBezTo>
                    <a:pt x="8646" y="12347"/>
                    <a:pt x="8614" y="11840"/>
                    <a:pt x="8614" y="11302"/>
                  </a:cubicBezTo>
                  <a:cubicBezTo>
                    <a:pt x="8614" y="10795"/>
                    <a:pt x="8424" y="10289"/>
                    <a:pt x="8424" y="9782"/>
                  </a:cubicBezTo>
                  <a:cubicBezTo>
                    <a:pt x="8393" y="8578"/>
                    <a:pt x="8804" y="7375"/>
                    <a:pt x="9216" y="6267"/>
                  </a:cubicBezTo>
                  <a:cubicBezTo>
                    <a:pt x="9438" y="5633"/>
                    <a:pt x="9628" y="5095"/>
                    <a:pt x="9628" y="4430"/>
                  </a:cubicBezTo>
                  <a:cubicBezTo>
                    <a:pt x="9628" y="3733"/>
                    <a:pt x="9660" y="2941"/>
                    <a:pt x="9438" y="2308"/>
                  </a:cubicBezTo>
                  <a:cubicBezTo>
                    <a:pt x="9153" y="1580"/>
                    <a:pt x="8678" y="1073"/>
                    <a:pt x="8013" y="693"/>
                  </a:cubicBezTo>
                  <a:cubicBezTo>
                    <a:pt x="7728" y="535"/>
                    <a:pt x="7411" y="440"/>
                    <a:pt x="7094" y="345"/>
                  </a:cubicBezTo>
                  <a:cubicBezTo>
                    <a:pt x="6778" y="218"/>
                    <a:pt x="6461" y="91"/>
                    <a:pt x="6113" y="59"/>
                  </a:cubicBezTo>
                  <a:cubicBezTo>
                    <a:pt x="5894" y="38"/>
                    <a:pt x="5676" y="1"/>
                    <a:pt x="5457" y="1"/>
                  </a:cubicBezTo>
                  <a:close/>
                </a:path>
              </a:pathLst>
            </a:custGeom>
            <a:solidFill>
              <a:srgbClr val="863A0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8" name="Google Shape;568;p16"/>
            <p:cNvSpPr/>
            <p:nvPr/>
          </p:nvSpPr>
          <p:spPr>
            <a:xfrm>
              <a:off x="931156" y="1495226"/>
              <a:ext cx="102019" cy="66098"/>
            </a:xfrm>
            <a:custGeom>
              <a:rect b="b" l="l" r="r" t="t"/>
              <a:pathLst>
                <a:path extrusionOk="0" h="2175" w="3357">
                  <a:moveTo>
                    <a:pt x="1710" y="0"/>
                  </a:moveTo>
                  <a:cubicBezTo>
                    <a:pt x="1425" y="0"/>
                    <a:pt x="1077" y="64"/>
                    <a:pt x="792" y="159"/>
                  </a:cubicBezTo>
                  <a:cubicBezTo>
                    <a:pt x="253" y="349"/>
                    <a:pt x="0" y="919"/>
                    <a:pt x="127" y="1489"/>
                  </a:cubicBezTo>
                  <a:cubicBezTo>
                    <a:pt x="222" y="1774"/>
                    <a:pt x="538" y="2090"/>
                    <a:pt x="823" y="2154"/>
                  </a:cubicBezTo>
                  <a:cubicBezTo>
                    <a:pt x="873" y="2168"/>
                    <a:pt x="930" y="2174"/>
                    <a:pt x="990" y="2174"/>
                  </a:cubicBezTo>
                  <a:cubicBezTo>
                    <a:pt x="1196" y="2174"/>
                    <a:pt x="1443" y="2101"/>
                    <a:pt x="1615" y="2027"/>
                  </a:cubicBezTo>
                  <a:cubicBezTo>
                    <a:pt x="1869" y="1900"/>
                    <a:pt x="2090" y="1647"/>
                    <a:pt x="2280" y="1457"/>
                  </a:cubicBezTo>
                  <a:cubicBezTo>
                    <a:pt x="2407" y="1362"/>
                    <a:pt x="2977" y="855"/>
                    <a:pt x="3167" y="665"/>
                  </a:cubicBezTo>
                  <a:cubicBezTo>
                    <a:pt x="3357" y="444"/>
                    <a:pt x="3104" y="285"/>
                    <a:pt x="3104" y="285"/>
                  </a:cubicBezTo>
                  <a:cubicBezTo>
                    <a:pt x="2629" y="254"/>
                    <a:pt x="2185" y="32"/>
                    <a:pt x="1710" y="0"/>
                  </a:cubicBezTo>
                  <a:close/>
                </a:path>
              </a:pathLst>
            </a:custGeom>
            <a:solidFill>
              <a:srgbClr val="93460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69" name="Google Shape;569;p16"/>
            <p:cNvSpPr/>
            <p:nvPr/>
          </p:nvSpPr>
          <p:spPr>
            <a:xfrm>
              <a:off x="954253" y="1519052"/>
              <a:ext cx="152072" cy="187294"/>
            </a:xfrm>
            <a:custGeom>
              <a:rect b="b" l="l" r="r" t="t"/>
              <a:pathLst>
                <a:path extrusionOk="0" h="6163" w="5004">
                  <a:moveTo>
                    <a:pt x="3406" y="0"/>
                  </a:moveTo>
                  <a:cubicBezTo>
                    <a:pt x="3362" y="0"/>
                    <a:pt x="3315" y="3"/>
                    <a:pt x="3262" y="8"/>
                  </a:cubicBezTo>
                  <a:cubicBezTo>
                    <a:pt x="3040" y="40"/>
                    <a:pt x="2755" y="71"/>
                    <a:pt x="2629" y="293"/>
                  </a:cubicBezTo>
                  <a:cubicBezTo>
                    <a:pt x="2312" y="800"/>
                    <a:pt x="2122" y="1465"/>
                    <a:pt x="1520" y="1655"/>
                  </a:cubicBezTo>
                  <a:cubicBezTo>
                    <a:pt x="1077" y="1813"/>
                    <a:pt x="570" y="1718"/>
                    <a:pt x="158" y="2035"/>
                  </a:cubicBezTo>
                  <a:cubicBezTo>
                    <a:pt x="95" y="2098"/>
                    <a:pt x="0" y="2161"/>
                    <a:pt x="32" y="2288"/>
                  </a:cubicBezTo>
                  <a:cubicBezTo>
                    <a:pt x="32" y="2478"/>
                    <a:pt x="380" y="2446"/>
                    <a:pt x="538" y="2478"/>
                  </a:cubicBezTo>
                  <a:cubicBezTo>
                    <a:pt x="1045" y="2573"/>
                    <a:pt x="1615" y="2921"/>
                    <a:pt x="1869" y="3396"/>
                  </a:cubicBezTo>
                  <a:cubicBezTo>
                    <a:pt x="1995" y="3618"/>
                    <a:pt x="1995" y="3935"/>
                    <a:pt x="1964" y="4157"/>
                  </a:cubicBezTo>
                  <a:cubicBezTo>
                    <a:pt x="1932" y="4410"/>
                    <a:pt x="1837" y="4600"/>
                    <a:pt x="1774" y="4822"/>
                  </a:cubicBezTo>
                  <a:cubicBezTo>
                    <a:pt x="1710" y="5138"/>
                    <a:pt x="1774" y="5423"/>
                    <a:pt x="1995" y="5677"/>
                  </a:cubicBezTo>
                  <a:cubicBezTo>
                    <a:pt x="2219" y="5957"/>
                    <a:pt x="2419" y="6163"/>
                    <a:pt x="2768" y="6163"/>
                  </a:cubicBezTo>
                  <a:cubicBezTo>
                    <a:pt x="2814" y="6163"/>
                    <a:pt x="2862" y="6159"/>
                    <a:pt x="2914" y="6152"/>
                  </a:cubicBezTo>
                  <a:cubicBezTo>
                    <a:pt x="3484" y="6057"/>
                    <a:pt x="3864" y="5803"/>
                    <a:pt x="4275" y="5423"/>
                  </a:cubicBezTo>
                  <a:cubicBezTo>
                    <a:pt x="4655" y="5075"/>
                    <a:pt x="4814" y="4600"/>
                    <a:pt x="4909" y="4125"/>
                  </a:cubicBezTo>
                  <a:cubicBezTo>
                    <a:pt x="5004" y="3682"/>
                    <a:pt x="5004" y="3270"/>
                    <a:pt x="5004" y="2826"/>
                  </a:cubicBezTo>
                  <a:cubicBezTo>
                    <a:pt x="5004" y="863"/>
                    <a:pt x="3927" y="198"/>
                    <a:pt x="3927" y="198"/>
                  </a:cubicBezTo>
                  <a:cubicBezTo>
                    <a:pt x="3742" y="66"/>
                    <a:pt x="3624" y="0"/>
                    <a:pt x="3406" y="0"/>
                  </a:cubicBezTo>
                  <a:close/>
                </a:path>
              </a:pathLst>
            </a:custGeom>
            <a:solidFill>
              <a:srgbClr val="93460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0" name="Google Shape;570;p16"/>
            <p:cNvSpPr/>
            <p:nvPr/>
          </p:nvSpPr>
          <p:spPr>
            <a:xfrm>
              <a:off x="855121" y="1545856"/>
              <a:ext cx="148242" cy="203461"/>
            </a:xfrm>
            <a:custGeom>
              <a:rect b="b" l="l" r="r" t="t"/>
              <a:pathLst>
                <a:path extrusionOk="0" h="6695" w="4878">
                  <a:moveTo>
                    <a:pt x="1897" y="1"/>
                  </a:moveTo>
                  <a:cubicBezTo>
                    <a:pt x="1616" y="1"/>
                    <a:pt x="1344" y="94"/>
                    <a:pt x="1267" y="171"/>
                  </a:cubicBezTo>
                  <a:cubicBezTo>
                    <a:pt x="982" y="456"/>
                    <a:pt x="760" y="741"/>
                    <a:pt x="570" y="1089"/>
                  </a:cubicBezTo>
                  <a:cubicBezTo>
                    <a:pt x="380" y="1501"/>
                    <a:pt x="0" y="2166"/>
                    <a:pt x="222" y="2610"/>
                  </a:cubicBezTo>
                  <a:cubicBezTo>
                    <a:pt x="349" y="2863"/>
                    <a:pt x="539" y="3053"/>
                    <a:pt x="665" y="3275"/>
                  </a:cubicBezTo>
                  <a:cubicBezTo>
                    <a:pt x="919" y="3655"/>
                    <a:pt x="1014" y="4035"/>
                    <a:pt x="1077" y="4478"/>
                  </a:cubicBezTo>
                  <a:cubicBezTo>
                    <a:pt x="1140" y="4858"/>
                    <a:pt x="1172" y="5238"/>
                    <a:pt x="1299" y="5618"/>
                  </a:cubicBezTo>
                  <a:cubicBezTo>
                    <a:pt x="1425" y="5935"/>
                    <a:pt x="1584" y="6125"/>
                    <a:pt x="1932" y="6220"/>
                  </a:cubicBezTo>
                  <a:cubicBezTo>
                    <a:pt x="2312" y="6346"/>
                    <a:pt x="2629" y="6473"/>
                    <a:pt x="3009" y="6505"/>
                  </a:cubicBezTo>
                  <a:cubicBezTo>
                    <a:pt x="3325" y="6568"/>
                    <a:pt x="3642" y="6695"/>
                    <a:pt x="3959" y="6695"/>
                  </a:cubicBezTo>
                  <a:cubicBezTo>
                    <a:pt x="4371" y="6663"/>
                    <a:pt x="4877" y="6156"/>
                    <a:pt x="4877" y="5745"/>
                  </a:cubicBezTo>
                  <a:cubicBezTo>
                    <a:pt x="4846" y="5365"/>
                    <a:pt x="4561" y="4985"/>
                    <a:pt x="4497" y="4636"/>
                  </a:cubicBezTo>
                  <a:cubicBezTo>
                    <a:pt x="4434" y="4225"/>
                    <a:pt x="4497" y="3845"/>
                    <a:pt x="4371" y="3465"/>
                  </a:cubicBezTo>
                  <a:cubicBezTo>
                    <a:pt x="4117" y="2736"/>
                    <a:pt x="3515" y="2356"/>
                    <a:pt x="3040" y="1818"/>
                  </a:cubicBezTo>
                  <a:cubicBezTo>
                    <a:pt x="2787" y="1533"/>
                    <a:pt x="2565" y="1311"/>
                    <a:pt x="2629" y="931"/>
                  </a:cubicBezTo>
                  <a:cubicBezTo>
                    <a:pt x="2741" y="198"/>
                    <a:pt x="2308" y="1"/>
                    <a:pt x="1897" y="1"/>
                  </a:cubicBezTo>
                  <a:close/>
                </a:path>
              </a:pathLst>
            </a:custGeom>
            <a:solidFill>
              <a:srgbClr val="93460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1" name="Google Shape;571;p16"/>
            <p:cNvSpPr/>
            <p:nvPr/>
          </p:nvSpPr>
          <p:spPr>
            <a:xfrm>
              <a:off x="943647" y="1718775"/>
              <a:ext cx="141526" cy="137545"/>
            </a:xfrm>
            <a:custGeom>
              <a:rect b="b" l="l" r="r" t="t"/>
              <a:pathLst>
                <a:path extrusionOk="0" h="4526" w="4657">
                  <a:moveTo>
                    <a:pt x="3187" y="1"/>
                  </a:moveTo>
                  <a:cubicBezTo>
                    <a:pt x="3129" y="1"/>
                    <a:pt x="3070" y="8"/>
                    <a:pt x="3009" y="23"/>
                  </a:cubicBezTo>
                  <a:cubicBezTo>
                    <a:pt x="2819" y="86"/>
                    <a:pt x="2661" y="276"/>
                    <a:pt x="2503" y="403"/>
                  </a:cubicBezTo>
                  <a:cubicBezTo>
                    <a:pt x="2344" y="561"/>
                    <a:pt x="2218" y="688"/>
                    <a:pt x="2091" y="846"/>
                  </a:cubicBezTo>
                  <a:cubicBezTo>
                    <a:pt x="1869" y="1131"/>
                    <a:pt x="1616" y="1353"/>
                    <a:pt x="1236" y="1416"/>
                  </a:cubicBezTo>
                  <a:cubicBezTo>
                    <a:pt x="919" y="1448"/>
                    <a:pt x="412" y="1511"/>
                    <a:pt x="222" y="1828"/>
                  </a:cubicBezTo>
                  <a:cubicBezTo>
                    <a:pt x="1" y="2240"/>
                    <a:pt x="317" y="2747"/>
                    <a:pt x="571" y="3063"/>
                  </a:cubicBezTo>
                  <a:cubicBezTo>
                    <a:pt x="1014" y="3665"/>
                    <a:pt x="1648" y="3665"/>
                    <a:pt x="2344" y="3855"/>
                  </a:cubicBezTo>
                  <a:cubicBezTo>
                    <a:pt x="2534" y="3887"/>
                    <a:pt x="2693" y="3950"/>
                    <a:pt x="2883" y="4077"/>
                  </a:cubicBezTo>
                  <a:cubicBezTo>
                    <a:pt x="3009" y="4203"/>
                    <a:pt x="3136" y="4362"/>
                    <a:pt x="3294" y="4457"/>
                  </a:cubicBezTo>
                  <a:cubicBezTo>
                    <a:pt x="3397" y="4504"/>
                    <a:pt x="3502" y="4526"/>
                    <a:pt x="3605" y="4526"/>
                  </a:cubicBezTo>
                  <a:cubicBezTo>
                    <a:pt x="3912" y="4526"/>
                    <a:pt x="4197" y="4330"/>
                    <a:pt x="4339" y="4045"/>
                  </a:cubicBezTo>
                  <a:cubicBezTo>
                    <a:pt x="4624" y="3602"/>
                    <a:pt x="4656" y="3032"/>
                    <a:pt x="4561" y="2525"/>
                  </a:cubicBezTo>
                  <a:cubicBezTo>
                    <a:pt x="4498" y="2272"/>
                    <a:pt x="4498" y="2018"/>
                    <a:pt x="4434" y="1797"/>
                  </a:cubicBezTo>
                  <a:lnTo>
                    <a:pt x="4213" y="720"/>
                  </a:lnTo>
                  <a:cubicBezTo>
                    <a:pt x="3990" y="385"/>
                    <a:pt x="3619" y="1"/>
                    <a:pt x="3187" y="1"/>
                  </a:cubicBezTo>
                  <a:close/>
                </a:path>
              </a:pathLst>
            </a:custGeom>
            <a:solidFill>
              <a:srgbClr val="93460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2" name="Google Shape;572;p16"/>
            <p:cNvSpPr/>
            <p:nvPr/>
          </p:nvSpPr>
          <p:spPr>
            <a:xfrm>
              <a:off x="844515" y="1585576"/>
              <a:ext cx="284906" cy="29022"/>
            </a:xfrm>
            <a:custGeom>
              <a:rect b="b" l="l" r="r" t="t"/>
              <a:pathLst>
                <a:path extrusionOk="0" h="955" w="9375">
                  <a:moveTo>
                    <a:pt x="4298" y="1"/>
                  </a:moveTo>
                  <a:cubicBezTo>
                    <a:pt x="2503" y="1"/>
                    <a:pt x="985" y="258"/>
                    <a:pt x="33" y="479"/>
                  </a:cubicBezTo>
                  <a:cubicBezTo>
                    <a:pt x="33" y="542"/>
                    <a:pt x="1" y="606"/>
                    <a:pt x="1" y="669"/>
                  </a:cubicBezTo>
                  <a:cubicBezTo>
                    <a:pt x="916" y="462"/>
                    <a:pt x="2463" y="189"/>
                    <a:pt x="4312" y="189"/>
                  </a:cubicBezTo>
                  <a:cubicBezTo>
                    <a:pt x="5853" y="189"/>
                    <a:pt x="7604" y="378"/>
                    <a:pt x="9375" y="954"/>
                  </a:cubicBezTo>
                  <a:cubicBezTo>
                    <a:pt x="9375" y="891"/>
                    <a:pt x="9375" y="827"/>
                    <a:pt x="9375" y="796"/>
                  </a:cubicBezTo>
                  <a:lnTo>
                    <a:pt x="9375" y="764"/>
                  </a:lnTo>
                  <a:cubicBezTo>
                    <a:pt x="7600" y="192"/>
                    <a:pt x="5846" y="1"/>
                    <a:pt x="4298" y="1"/>
                  </a:cubicBezTo>
                  <a:close/>
                </a:path>
              </a:pathLst>
            </a:custGeom>
            <a:solidFill>
              <a:srgbClr val="512F1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3" name="Google Shape;573;p16"/>
            <p:cNvSpPr/>
            <p:nvPr/>
          </p:nvSpPr>
          <p:spPr>
            <a:xfrm>
              <a:off x="883019" y="1516134"/>
              <a:ext cx="243515" cy="39750"/>
            </a:xfrm>
            <a:custGeom>
              <a:rect b="b" l="l" r="r" t="t"/>
              <a:pathLst>
                <a:path extrusionOk="0" h="1308" w="8013">
                  <a:moveTo>
                    <a:pt x="1485" y="0"/>
                  </a:moveTo>
                  <a:cubicBezTo>
                    <a:pt x="1026" y="0"/>
                    <a:pt x="593" y="15"/>
                    <a:pt x="191" y="41"/>
                  </a:cubicBezTo>
                  <a:cubicBezTo>
                    <a:pt x="127" y="104"/>
                    <a:pt x="64" y="167"/>
                    <a:pt x="1" y="231"/>
                  </a:cubicBezTo>
                  <a:cubicBezTo>
                    <a:pt x="474" y="194"/>
                    <a:pt x="992" y="171"/>
                    <a:pt x="1547" y="171"/>
                  </a:cubicBezTo>
                  <a:cubicBezTo>
                    <a:pt x="3405" y="171"/>
                    <a:pt x="5672" y="429"/>
                    <a:pt x="8013" y="1307"/>
                  </a:cubicBezTo>
                  <a:cubicBezTo>
                    <a:pt x="7981" y="1244"/>
                    <a:pt x="7950" y="1149"/>
                    <a:pt x="7950" y="1086"/>
                  </a:cubicBezTo>
                  <a:cubicBezTo>
                    <a:pt x="5614" y="248"/>
                    <a:pt x="3339" y="0"/>
                    <a:pt x="1485" y="0"/>
                  </a:cubicBezTo>
                  <a:close/>
                </a:path>
              </a:pathLst>
            </a:custGeom>
            <a:solidFill>
              <a:srgbClr val="512F1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4" name="Google Shape;574;p16"/>
            <p:cNvSpPr/>
            <p:nvPr/>
          </p:nvSpPr>
          <p:spPr>
            <a:xfrm>
              <a:off x="972517" y="1833984"/>
              <a:ext cx="126118" cy="41422"/>
            </a:xfrm>
            <a:custGeom>
              <a:rect b="b" l="l" r="r" t="t"/>
              <a:pathLst>
                <a:path extrusionOk="0" h="1363" w="4150">
                  <a:moveTo>
                    <a:pt x="4149" y="1"/>
                  </a:moveTo>
                  <a:cubicBezTo>
                    <a:pt x="2629" y="191"/>
                    <a:pt x="1173" y="729"/>
                    <a:pt x="1" y="1267"/>
                  </a:cubicBezTo>
                  <a:cubicBezTo>
                    <a:pt x="32" y="1267"/>
                    <a:pt x="64" y="1299"/>
                    <a:pt x="64" y="1331"/>
                  </a:cubicBezTo>
                  <a:cubicBezTo>
                    <a:pt x="96" y="1331"/>
                    <a:pt x="128" y="1362"/>
                    <a:pt x="159" y="1362"/>
                  </a:cubicBezTo>
                  <a:cubicBezTo>
                    <a:pt x="1299" y="856"/>
                    <a:pt x="2724" y="349"/>
                    <a:pt x="4149" y="159"/>
                  </a:cubicBezTo>
                  <a:lnTo>
                    <a:pt x="4149" y="1"/>
                  </a:lnTo>
                  <a:close/>
                </a:path>
              </a:pathLst>
            </a:custGeom>
            <a:solidFill>
              <a:srgbClr val="512F1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5" name="Google Shape;575;p16"/>
            <p:cNvSpPr/>
            <p:nvPr/>
          </p:nvSpPr>
          <p:spPr>
            <a:xfrm>
              <a:off x="841628" y="1652403"/>
              <a:ext cx="276245" cy="35313"/>
            </a:xfrm>
            <a:custGeom>
              <a:rect b="b" l="l" r="r" t="t"/>
              <a:pathLst>
                <a:path extrusionOk="0" h="1162" w="9090">
                  <a:moveTo>
                    <a:pt x="5913" y="0"/>
                  </a:moveTo>
                  <a:cubicBezTo>
                    <a:pt x="3117" y="0"/>
                    <a:pt x="791" y="716"/>
                    <a:pt x="1" y="972"/>
                  </a:cubicBezTo>
                  <a:cubicBezTo>
                    <a:pt x="32" y="1035"/>
                    <a:pt x="32" y="1099"/>
                    <a:pt x="32" y="1162"/>
                  </a:cubicBezTo>
                  <a:cubicBezTo>
                    <a:pt x="776" y="906"/>
                    <a:pt x="3072" y="190"/>
                    <a:pt x="5856" y="190"/>
                  </a:cubicBezTo>
                  <a:cubicBezTo>
                    <a:pt x="6866" y="190"/>
                    <a:pt x="7939" y="284"/>
                    <a:pt x="9027" y="529"/>
                  </a:cubicBezTo>
                  <a:cubicBezTo>
                    <a:pt x="9027" y="497"/>
                    <a:pt x="9027" y="465"/>
                    <a:pt x="9027" y="434"/>
                  </a:cubicBezTo>
                  <a:cubicBezTo>
                    <a:pt x="9058" y="402"/>
                    <a:pt x="9058" y="370"/>
                    <a:pt x="9090" y="339"/>
                  </a:cubicBezTo>
                  <a:cubicBezTo>
                    <a:pt x="8003" y="94"/>
                    <a:pt x="6927" y="0"/>
                    <a:pt x="5913" y="0"/>
                  </a:cubicBezTo>
                  <a:close/>
                </a:path>
              </a:pathLst>
            </a:custGeom>
            <a:solidFill>
              <a:srgbClr val="512F1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6" name="Google Shape;576;p16"/>
            <p:cNvSpPr/>
            <p:nvPr/>
          </p:nvSpPr>
          <p:spPr>
            <a:xfrm>
              <a:off x="909975" y="1776243"/>
              <a:ext cx="183859" cy="49110"/>
            </a:xfrm>
            <a:custGeom>
              <a:rect b="b" l="l" r="r" t="t"/>
              <a:pathLst>
                <a:path extrusionOk="0" h="1616" w="6050">
                  <a:moveTo>
                    <a:pt x="6017" y="1"/>
                  </a:moveTo>
                  <a:cubicBezTo>
                    <a:pt x="3642" y="64"/>
                    <a:pt x="1362" y="887"/>
                    <a:pt x="0" y="1457"/>
                  </a:cubicBezTo>
                  <a:cubicBezTo>
                    <a:pt x="64" y="1521"/>
                    <a:pt x="95" y="1552"/>
                    <a:pt x="127" y="1616"/>
                  </a:cubicBezTo>
                  <a:cubicBezTo>
                    <a:pt x="1489" y="1014"/>
                    <a:pt x="3706" y="254"/>
                    <a:pt x="6049" y="191"/>
                  </a:cubicBezTo>
                  <a:cubicBezTo>
                    <a:pt x="6049" y="127"/>
                    <a:pt x="6049" y="64"/>
                    <a:pt x="6017" y="1"/>
                  </a:cubicBezTo>
                  <a:close/>
                </a:path>
              </a:pathLst>
            </a:custGeom>
            <a:solidFill>
              <a:srgbClr val="512F1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7" name="Google Shape;577;p16"/>
            <p:cNvSpPr/>
            <p:nvPr/>
          </p:nvSpPr>
          <p:spPr>
            <a:xfrm>
              <a:off x="865696" y="1716131"/>
              <a:ext cx="233912" cy="45707"/>
            </a:xfrm>
            <a:custGeom>
              <a:rect b="b" l="l" r="r" t="t"/>
              <a:pathLst>
                <a:path extrusionOk="0" h="1504" w="7697">
                  <a:moveTo>
                    <a:pt x="6576" y="1"/>
                  </a:moveTo>
                  <a:cubicBezTo>
                    <a:pt x="3628" y="1"/>
                    <a:pt x="1014" y="923"/>
                    <a:pt x="1" y="1345"/>
                  </a:cubicBezTo>
                  <a:cubicBezTo>
                    <a:pt x="32" y="1377"/>
                    <a:pt x="64" y="1440"/>
                    <a:pt x="64" y="1503"/>
                  </a:cubicBezTo>
                  <a:cubicBezTo>
                    <a:pt x="1065" y="1086"/>
                    <a:pt x="3605" y="181"/>
                    <a:pt x="6461" y="181"/>
                  </a:cubicBezTo>
                  <a:cubicBezTo>
                    <a:pt x="6857" y="181"/>
                    <a:pt x="7259" y="198"/>
                    <a:pt x="7664" y="237"/>
                  </a:cubicBezTo>
                  <a:cubicBezTo>
                    <a:pt x="7664" y="173"/>
                    <a:pt x="7696" y="110"/>
                    <a:pt x="7696" y="47"/>
                  </a:cubicBezTo>
                  <a:cubicBezTo>
                    <a:pt x="7319" y="15"/>
                    <a:pt x="6945" y="1"/>
                    <a:pt x="6576" y="1"/>
                  </a:cubicBezTo>
                  <a:close/>
                </a:path>
              </a:pathLst>
            </a:custGeom>
            <a:solidFill>
              <a:srgbClr val="512F1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8" name="Google Shape;578;p16"/>
            <p:cNvSpPr/>
            <p:nvPr/>
          </p:nvSpPr>
          <p:spPr>
            <a:xfrm>
              <a:off x="972517" y="1800311"/>
              <a:ext cx="6777" cy="6747"/>
            </a:xfrm>
            <a:custGeom>
              <a:rect b="b" l="l" r="r" t="t"/>
              <a:pathLst>
                <a:path extrusionOk="0" h="222" w="223">
                  <a:moveTo>
                    <a:pt x="128" y="0"/>
                  </a:moveTo>
                  <a:lnTo>
                    <a:pt x="1" y="222"/>
                  </a:lnTo>
                  <a:lnTo>
                    <a:pt x="223" y="190"/>
                  </a:lnTo>
                  <a:lnTo>
                    <a:pt x="12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79" name="Google Shape;579;p16"/>
            <p:cNvSpPr/>
            <p:nvPr/>
          </p:nvSpPr>
          <p:spPr>
            <a:xfrm>
              <a:off x="929211" y="1696347"/>
              <a:ext cx="9664" cy="10637"/>
            </a:xfrm>
            <a:custGeom>
              <a:rect b="b" l="l" r="r" t="t"/>
              <a:pathLst>
                <a:path extrusionOk="0" h="350" w="318">
                  <a:moveTo>
                    <a:pt x="317" y="1"/>
                  </a:moveTo>
                  <a:lnTo>
                    <a:pt x="1" y="64"/>
                  </a:lnTo>
                  <a:lnTo>
                    <a:pt x="222" y="349"/>
                  </a:lnTo>
                  <a:lnTo>
                    <a:pt x="31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0" name="Google Shape;580;p16"/>
            <p:cNvSpPr/>
            <p:nvPr/>
          </p:nvSpPr>
          <p:spPr>
            <a:xfrm>
              <a:off x="964829" y="1618397"/>
              <a:ext cx="11579" cy="10636"/>
            </a:xfrm>
            <a:custGeom>
              <a:rect b="b" l="l" r="r" t="t"/>
              <a:pathLst>
                <a:path extrusionOk="0" h="350" w="381">
                  <a:moveTo>
                    <a:pt x="95" y="1"/>
                  </a:moveTo>
                  <a:lnTo>
                    <a:pt x="0" y="349"/>
                  </a:lnTo>
                  <a:lnTo>
                    <a:pt x="381" y="223"/>
                  </a:lnTo>
                  <a:lnTo>
                    <a:pt x="9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1" name="Google Shape;581;p16"/>
            <p:cNvSpPr/>
            <p:nvPr/>
          </p:nvSpPr>
          <p:spPr>
            <a:xfrm>
              <a:off x="879159" y="1706953"/>
              <a:ext cx="10636" cy="10606"/>
            </a:xfrm>
            <a:custGeom>
              <a:rect b="b" l="l" r="r" t="t"/>
              <a:pathLst>
                <a:path extrusionOk="0" h="349" w="350">
                  <a:moveTo>
                    <a:pt x="128" y="0"/>
                  </a:moveTo>
                  <a:lnTo>
                    <a:pt x="1" y="349"/>
                  </a:lnTo>
                  <a:lnTo>
                    <a:pt x="1" y="349"/>
                  </a:lnTo>
                  <a:lnTo>
                    <a:pt x="349" y="285"/>
                  </a:lnTo>
                  <a:lnTo>
                    <a:pt x="12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2" name="Google Shape;582;p16"/>
            <p:cNvSpPr/>
            <p:nvPr/>
          </p:nvSpPr>
          <p:spPr>
            <a:xfrm>
              <a:off x="1004275" y="1652099"/>
              <a:ext cx="10636" cy="10606"/>
            </a:xfrm>
            <a:custGeom>
              <a:rect b="b" l="l" r="r" t="t"/>
              <a:pathLst>
                <a:path extrusionOk="0" h="349" w="350">
                  <a:moveTo>
                    <a:pt x="349" y="0"/>
                  </a:moveTo>
                  <a:lnTo>
                    <a:pt x="1" y="190"/>
                  </a:lnTo>
                  <a:lnTo>
                    <a:pt x="349" y="349"/>
                  </a:lnTo>
                  <a:lnTo>
                    <a:pt x="349"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3" name="Google Shape;583;p16"/>
            <p:cNvSpPr/>
            <p:nvPr/>
          </p:nvSpPr>
          <p:spPr>
            <a:xfrm>
              <a:off x="1011994" y="1611681"/>
              <a:ext cx="11579" cy="9634"/>
            </a:xfrm>
            <a:custGeom>
              <a:rect b="b" l="l" r="r" t="t"/>
              <a:pathLst>
                <a:path extrusionOk="0" h="317" w="381">
                  <a:moveTo>
                    <a:pt x="0" y="0"/>
                  </a:moveTo>
                  <a:lnTo>
                    <a:pt x="190" y="317"/>
                  </a:lnTo>
                  <a:lnTo>
                    <a:pt x="380" y="32"/>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4" name="Google Shape;584;p16"/>
            <p:cNvSpPr/>
            <p:nvPr/>
          </p:nvSpPr>
          <p:spPr>
            <a:xfrm>
              <a:off x="946534" y="1556827"/>
              <a:ext cx="6777" cy="5804"/>
            </a:xfrm>
            <a:custGeom>
              <a:rect b="b" l="l" r="r" t="t"/>
              <a:pathLst>
                <a:path extrusionOk="0" h="191" w="223">
                  <a:moveTo>
                    <a:pt x="1" y="0"/>
                  </a:moveTo>
                  <a:lnTo>
                    <a:pt x="96" y="190"/>
                  </a:lnTo>
                  <a:lnTo>
                    <a:pt x="22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5" name="Google Shape;585;p16"/>
            <p:cNvSpPr/>
            <p:nvPr/>
          </p:nvSpPr>
          <p:spPr>
            <a:xfrm>
              <a:off x="982151" y="1551022"/>
              <a:ext cx="5804" cy="6777"/>
            </a:xfrm>
            <a:custGeom>
              <a:rect b="b" l="l" r="r" t="t"/>
              <a:pathLst>
                <a:path extrusionOk="0" h="223" w="191">
                  <a:moveTo>
                    <a:pt x="191" y="1"/>
                  </a:moveTo>
                  <a:lnTo>
                    <a:pt x="1" y="128"/>
                  </a:lnTo>
                  <a:lnTo>
                    <a:pt x="191" y="223"/>
                  </a:lnTo>
                  <a:lnTo>
                    <a:pt x="1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6" name="Google Shape;586;p16"/>
            <p:cNvSpPr/>
            <p:nvPr/>
          </p:nvSpPr>
          <p:spPr>
            <a:xfrm>
              <a:off x="938845" y="1659788"/>
              <a:ext cx="6777" cy="7719"/>
            </a:xfrm>
            <a:custGeom>
              <a:rect b="b" l="l" r="r" t="t"/>
              <a:pathLst>
                <a:path extrusionOk="0" h="254" w="223">
                  <a:moveTo>
                    <a:pt x="190" y="1"/>
                  </a:moveTo>
                  <a:lnTo>
                    <a:pt x="0" y="159"/>
                  </a:lnTo>
                  <a:lnTo>
                    <a:pt x="222" y="254"/>
                  </a:lnTo>
                  <a:lnTo>
                    <a:pt x="222" y="254"/>
                  </a:lnTo>
                  <a:lnTo>
                    <a:pt x="190"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7" name="Google Shape;587;p16"/>
            <p:cNvSpPr/>
            <p:nvPr/>
          </p:nvSpPr>
          <p:spPr>
            <a:xfrm>
              <a:off x="1034118" y="1736796"/>
              <a:ext cx="12551" cy="10606"/>
            </a:xfrm>
            <a:custGeom>
              <a:rect b="b" l="l" r="r" t="t"/>
              <a:pathLst>
                <a:path extrusionOk="0" h="349" w="413">
                  <a:moveTo>
                    <a:pt x="159" y="0"/>
                  </a:moveTo>
                  <a:lnTo>
                    <a:pt x="1" y="63"/>
                  </a:lnTo>
                  <a:lnTo>
                    <a:pt x="254" y="348"/>
                  </a:lnTo>
                  <a:lnTo>
                    <a:pt x="412" y="158"/>
                  </a:lnTo>
                  <a:lnTo>
                    <a:pt x="159"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8" name="Google Shape;588;p16"/>
            <p:cNvSpPr/>
            <p:nvPr/>
          </p:nvSpPr>
          <p:spPr>
            <a:xfrm>
              <a:off x="930184" y="1634777"/>
              <a:ext cx="8692" cy="10606"/>
            </a:xfrm>
            <a:custGeom>
              <a:rect b="b" l="l" r="r" t="t"/>
              <a:pathLst>
                <a:path extrusionOk="0" h="349" w="286">
                  <a:moveTo>
                    <a:pt x="222" y="0"/>
                  </a:moveTo>
                  <a:lnTo>
                    <a:pt x="0" y="190"/>
                  </a:lnTo>
                  <a:lnTo>
                    <a:pt x="159" y="349"/>
                  </a:lnTo>
                  <a:lnTo>
                    <a:pt x="285" y="127"/>
                  </a:lnTo>
                  <a:lnTo>
                    <a:pt x="22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89" name="Google Shape;589;p16"/>
            <p:cNvSpPr/>
            <p:nvPr/>
          </p:nvSpPr>
          <p:spPr>
            <a:xfrm>
              <a:off x="967716" y="1662675"/>
              <a:ext cx="10606" cy="7719"/>
            </a:xfrm>
            <a:custGeom>
              <a:rect b="b" l="l" r="r" t="t"/>
              <a:pathLst>
                <a:path extrusionOk="0" h="254" w="349">
                  <a:moveTo>
                    <a:pt x="127" y="1"/>
                  </a:moveTo>
                  <a:lnTo>
                    <a:pt x="0" y="96"/>
                  </a:lnTo>
                  <a:lnTo>
                    <a:pt x="254" y="254"/>
                  </a:lnTo>
                  <a:lnTo>
                    <a:pt x="349" y="64"/>
                  </a:lnTo>
                  <a:lnTo>
                    <a:pt x="12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0" name="Google Shape;590;p16"/>
            <p:cNvSpPr/>
            <p:nvPr/>
          </p:nvSpPr>
          <p:spPr>
            <a:xfrm>
              <a:off x="989840" y="1646325"/>
              <a:ext cx="8692" cy="9634"/>
            </a:xfrm>
            <a:custGeom>
              <a:rect b="b" l="l" r="r" t="t"/>
              <a:pathLst>
                <a:path extrusionOk="0" h="317" w="286">
                  <a:moveTo>
                    <a:pt x="159" y="0"/>
                  </a:moveTo>
                  <a:lnTo>
                    <a:pt x="1" y="190"/>
                  </a:lnTo>
                  <a:lnTo>
                    <a:pt x="64" y="317"/>
                  </a:lnTo>
                  <a:lnTo>
                    <a:pt x="286" y="159"/>
                  </a:lnTo>
                  <a:lnTo>
                    <a:pt x="159"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1" name="Google Shape;591;p16"/>
            <p:cNvSpPr/>
            <p:nvPr/>
          </p:nvSpPr>
          <p:spPr>
            <a:xfrm>
              <a:off x="994672" y="1595300"/>
              <a:ext cx="8692" cy="9664"/>
            </a:xfrm>
            <a:custGeom>
              <a:rect b="b" l="l" r="r" t="t"/>
              <a:pathLst>
                <a:path extrusionOk="0" h="318" w="286">
                  <a:moveTo>
                    <a:pt x="159" y="1"/>
                  </a:moveTo>
                  <a:lnTo>
                    <a:pt x="0" y="191"/>
                  </a:lnTo>
                  <a:lnTo>
                    <a:pt x="64" y="317"/>
                  </a:lnTo>
                  <a:lnTo>
                    <a:pt x="285" y="159"/>
                  </a:lnTo>
                  <a:lnTo>
                    <a:pt x="159"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2" name="Google Shape;592;p16"/>
            <p:cNvSpPr/>
            <p:nvPr/>
          </p:nvSpPr>
          <p:spPr>
            <a:xfrm>
              <a:off x="966743" y="1531785"/>
              <a:ext cx="8692" cy="8692"/>
            </a:xfrm>
            <a:custGeom>
              <a:rect b="b" l="l" r="r" t="t"/>
              <a:pathLst>
                <a:path extrusionOk="0" h="286" w="286">
                  <a:moveTo>
                    <a:pt x="1" y="1"/>
                  </a:moveTo>
                  <a:lnTo>
                    <a:pt x="96" y="286"/>
                  </a:lnTo>
                  <a:lnTo>
                    <a:pt x="286" y="191"/>
                  </a:lnTo>
                  <a:lnTo>
                    <a:pt x="12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3" name="Google Shape;593;p16"/>
            <p:cNvSpPr/>
            <p:nvPr/>
          </p:nvSpPr>
          <p:spPr>
            <a:xfrm>
              <a:off x="1039892" y="1556827"/>
              <a:ext cx="9664" cy="8692"/>
            </a:xfrm>
            <a:custGeom>
              <a:rect b="b" l="l" r="r" t="t"/>
              <a:pathLst>
                <a:path extrusionOk="0" h="286" w="318">
                  <a:moveTo>
                    <a:pt x="1" y="0"/>
                  </a:moveTo>
                  <a:lnTo>
                    <a:pt x="64" y="190"/>
                  </a:lnTo>
                  <a:lnTo>
                    <a:pt x="159" y="285"/>
                  </a:lnTo>
                  <a:lnTo>
                    <a:pt x="317" y="63"/>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4" name="Google Shape;594;p16"/>
            <p:cNvSpPr/>
            <p:nvPr/>
          </p:nvSpPr>
          <p:spPr>
            <a:xfrm>
              <a:off x="908030" y="1587612"/>
              <a:ext cx="10636" cy="9664"/>
            </a:xfrm>
            <a:custGeom>
              <a:rect b="b" l="l" r="r" t="t"/>
              <a:pathLst>
                <a:path extrusionOk="0" h="318" w="350">
                  <a:moveTo>
                    <a:pt x="1" y="0"/>
                  </a:moveTo>
                  <a:lnTo>
                    <a:pt x="96" y="317"/>
                  </a:lnTo>
                  <a:lnTo>
                    <a:pt x="349" y="32"/>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5" name="Google Shape;595;p16"/>
            <p:cNvSpPr/>
            <p:nvPr/>
          </p:nvSpPr>
          <p:spPr>
            <a:xfrm>
              <a:off x="936931" y="1611681"/>
              <a:ext cx="9634" cy="9634"/>
            </a:xfrm>
            <a:custGeom>
              <a:rect b="b" l="l" r="r" t="t"/>
              <a:pathLst>
                <a:path extrusionOk="0" h="317" w="317">
                  <a:moveTo>
                    <a:pt x="158" y="0"/>
                  </a:moveTo>
                  <a:lnTo>
                    <a:pt x="0" y="317"/>
                  </a:lnTo>
                  <a:lnTo>
                    <a:pt x="317" y="317"/>
                  </a:lnTo>
                  <a:lnTo>
                    <a:pt x="15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6" name="Google Shape;596;p16"/>
            <p:cNvSpPr/>
            <p:nvPr/>
          </p:nvSpPr>
          <p:spPr>
            <a:xfrm>
              <a:off x="922495" y="1596273"/>
              <a:ext cx="7719" cy="6777"/>
            </a:xfrm>
            <a:custGeom>
              <a:rect b="b" l="l" r="r" t="t"/>
              <a:pathLst>
                <a:path extrusionOk="0" h="223" w="254">
                  <a:moveTo>
                    <a:pt x="253" y="0"/>
                  </a:moveTo>
                  <a:lnTo>
                    <a:pt x="0" y="32"/>
                  </a:lnTo>
                  <a:lnTo>
                    <a:pt x="158" y="222"/>
                  </a:lnTo>
                  <a:lnTo>
                    <a:pt x="253"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7" name="Google Shape;597;p16"/>
            <p:cNvSpPr/>
            <p:nvPr/>
          </p:nvSpPr>
          <p:spPr>
            <a:xfrm>
              <a:off x="927297" y="1582810"/>
              <a:ext cx="7719" cy="7719"/>
            </a:xfrm>
            <a:custGeom>
              <a:rect b="b" l="l" r="r" t="t"/>
              <a:pathLst>
                <a:path extrusionOk="0" h="254" w="254">
                  <a:moveTo>
                    <a:pt x="0" y="0"/>
                  </a:moveTo>
                  <a:lnTo>
                    <a:pt x="127" y="253"/>
                  </a:lnTo>
                  <a:lnTo>
                    <a:pt x="254" y="32"/>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8" name="Google Shape;598;p16"/>
            <p:cNvSpPr/>
            <p:nvPr/>
          </p:nvSpPr>
          <p:spPr>
            <a:xfrm>
              <a:off x="901313" y="1566430"/>
              <a:ext cx="7719" cy="6777"/>
            </a:xfrm>
            <a:custGeom>
              <a:rect b="b" l="l" r="r" t="t"/>
              <a:pathLst>
                <a:path extrusionOk="0" h="223" w="254">
                  <a:moveTo>
                    <a:pt x="32" y="1"/>
                  </a:moveTo>
                  <a:lnTo>
                    <a:pt x="0" y="222"/>
                  </a:lnTo>
                  <a:lnTo>
                    <a:pt x="254" y="159"/>
                  </a:lnTo>
                  <a:lnTo>
                    <a:pt x="32"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599" name="Google Shape;599;p16"/>
            <p:cNvSpPr/>
            <p:nvPr/>
          </p:nvSpPr>
          <p:spPr>
            <a:xfrm>
              <a:off x="888793" y="1592413"/>
              <a:ext cx="7719" cy="7749"/>
            </a:xfrm>
            <a:custGeom>
              <a:rect b="b" l="l" r="r" t="t"/>
              <a:pathLst>
                <a:path extrusionOk="0" h="255" w="254">
                  <a:moveTo>
                    <a:pt x="191" y="1"/>
                  </a:moveTo>
                  <a:lnTo>
                    <a:pt x="1" y="191"/>
                  </a:lnTo>
                  <a:lnTo>
                    <a:pt x="254" y="254"/>
                  </a:lnTo>
                  <a:lnTo>
                    <a:pt x="191"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0" name="Google Shape;600;p16"/>
            <p:cNvSpPr/>
            <p:nvPr/>
          </p:nvSpPr>
          <p:spPr>
            <a:xfrm>
              <a:off x="927297" y="1642466"/>
              <a:ext cx="4832" cy="4832"/>
            </a:xfrm>
            <a:custGeom>
              <a:rect b="b" l="l" r="r" t="t"/>
              <a:pathLst>
                <a:path extrusionOk="0" h="159" w="159">
                  <a:moveTo>
                    <a:pt x="95" y="1"/>
                  </a:moveTo>
                  <a:lnTo>
                    <a:pt x="0" y="96"/>
                  </a:lnTo>
                  <a:lnTo>
                    <a:pt x="159" y="159"/>
                  </a:lnTo>
                  <a:lnTo>
                    <a:pt x="9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1" name="Google Shape;601;p16"/>
            <p:cNvSpPr/>
            <p:nvPr/>
          </p:nvSpPr>
          <p:spPr>
            <a:xfrm>
              <a:off x="948479" y="1574149"/>
              <a:ext cx="4832" cy="4832"/>
            </a:xfrm>
            <a:custGeom>
              <a:rect b="b" l="l" r="r" t="t"/>
              <a:pathLst>
                <a:path extrusionOk="0" h="159" w="159">
                  <a:moveTo>
                    <a:pt x="32" y="0"/>
                  </a:moveTo>
                  <a:lnTo>
                    <a:pt x="0" y="158"/>
                  </a:lnTo>
                  <a:lnTo>
                    <a:pt x="158" y="95"/>
                  </a:lnTo>
                  <a:lnTo>
                    <a:pt x="3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2" name="Google Shape;602;p16"/>
            <p:cNvSpPr/>
            <p:nvPr/>
          </p:nvSpPr>
          <p:spPr>
            <a:xfrm>
              <a:off x="963856" y="1602047"/>
              <a:ext cx="11579" cy="11579"/>
            </a:xfrm>
            <a:custGeom>
              <a:rect b="b" l="l" r="r" t="t"/>
              <a:pathLst>
                <a:path extrusionOk="0" h="381" w="381">
                  <a:moveTo>
                    <a:pt x="222" y="0"/>
                  </a:moveTo>
                  <a:lnTo>
                    <a:pt x="1" y="190"/>
                  </a:lnTo>
                  <a:lnTo>
                    <a:pt x="222" y="380"/>
                  </a:lnTo>
                  <a:lnTo>
                    <a:pt x="381" y="349"/>
                  </a:lnTo>
                  <a:lnTo>
                    <a:pt x="222"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3" name="Google Shape;603;p16"/>
            <p:cNvSpPr/>
            <p:nvPr/>
          </p:nvSpPr>
          <p:spPr>
            <a:xfrm>
              <a:off x="981178" y="1579923"/>
              <a:ext cx="6777" cy="6747"/>
            </a:xfrm>
            <a:custGeom>
              <a:rect b="b" l="l" r="r" t="t"/>
              <a:pathLst>
                <a:path extrusionOk="0" h="222" w="223">
                  <a:moveTo>
                    <a:pt x="128" y="0"/>
                  </a:moveTo>
                  <a:lnTo>
                    <a:pt x="1" y="127"/>
                  </a:lnTo>
                  <a:lnTo>
                    <a:pt x="33" y="222"/>
                  </a:lnTo>
                  <a:lnTo>
                    <a:pt x="223" y="127"/>
                  </a:lnTo>
                  <a:lnTo>
                    <a:pt x="128"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4" name="Google Shape;604;p16"/>
            <p:cNvSpPr/>
            <p:nvPr/>
          </p:nvSpPr>
          <p:spPr>
            <a:xfrm>
              <a:off x="927297" y="1566430"/>
              <a:ext cx="6777" cy="6777"/>
            </a:xfrm>
            <a:custGeom>
              <a:rect b="b" l="l" r="r" t="t"/>
              <a:pathLst>
                <a:path extrusionOk="0" h="223" w="223">
                  <a:moveTo>
                    <a:pt x="95" y="1"/>
                  </a:moveTo>
                  <a:lnTo>
                    <a:pt x="0" y="127"/>
                  </a:lnTo>
                  <a:lnTo>
                    <a:pt x="127" y="222"/>
                  </a:lnTo>
                  <a:lnTo>
                    <a:pt x="222" y="159"/>
                  </a:lnTo>
                  <a:lnTo>
                    <a:pt x="9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5" name="Google Shape;605;p16"/>
            <p:cNvSpPr/>
            <p:nvPr/>
          </p:nvSpPr>
          <p:spPr>
            <a:xfrm>
              <a:off x="910947" y="1574149"/>
              <a:ext cx="6747" cy="5804"/>
            </a:xfrm>
            <a:custGeom>
              <a:rect b="b" l="l" r="r" t="t"/>
              <a:pathLst>
                <a:path extrusionOk="0" h="191" w="222">
                  <a:moveTo>
                    <a:pt x="190" y="0"/>
                  </a:moveTo>
                  <a:lnTo>
                    <a:pt x="0" y="63"/>
                  </a:lnTo>
                  <a:lnTo>
                    <a:pt x="95" y="190"/>
                  </a:lnTo>
                  <a:lnTo>
                    <a:pt x="222" y="95"/>
                  </a:lnTo>
                  <a:lnTo>
                    <a:pt x="19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6" name="Google Shape;606;p16"/>
            <p:cNvSpPr/>
            <p:nvPr/>
          </p:nvSpPr>
          <p:spPr>
            <a:xfrm>
              <a:off x="902256" y="1597245"/>
              <a:ext cx="5804" cy="5804"/>
            </a:xfrm>
            <a:custGeom>
              <a:rect b="b" l="l" r="r" t="t"/>
              <a:pathLst>
                <a:path extrusionOk="0" h="191" w="191">
                  <a:moveTo>
                    <a:pt x="191" y="0"/>
                  </a:moveTo>
                  <a:lnTo>
                    <a:pt x="1" y="63"/>
                  </a:lnTo>
                  <a:lnTo>
                    <a:pt x="64" y="190"/>
                  </a:lnTo>
                  <a:lnTo>
                    <a:pt x="191" y="95"/>
                  </a:lnTo>
                  <a:lnTo>
                    <a:pt x="191"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7" name="Google Shape;607;p16"/>
            <p:cNvSpPr/>
            <p:nvPr/>
          </p:nvSpPr>
          <p:spPr>
            <a:xfrm>
              <a:off x="921523" y="1630918"/>
              <a:ext cx="4832" cy="5804"/>
            </a:xfrm>
            <a:custGeom>
              <a:rect b="b" l="l" r="r" t="t"/>
              <a:pathLst>
                <a:path extrusionOk="0" h="191" w="159">
                  <a:moveTo>
                    <a:pt x="127" y="1"/>
                  </a:moveTo>
                  <a:lnTo>
                    <a:pt x="0" y="32"/>
                  </a:lnTo>
                  <a:lnTo>
                    <a:pt x="64" y="191"/>
                  </a:lnTo>
                  <a:lnTo>
                    <a:pt x="159" y="191"/>
                  </a:lnTo>
                  <a:lnTo>
                    <a:pt x="127"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8" name="Google Shape;608;p16"/>
            <p:cNvSpPr/>
            <p:nvPr/>
          </p:nvSpPr>
          <p:spPr>
            <a:xfrm>
              <a:off x="881104" y="1638606"/>
              <a:ext cx="11579" cy="13524"/>
            </a:xfrm>
            <a:custGeom>
              <a:rect b="b" l="l" r="r" t="t"/>
              <a:pathLst>
                <a:path extrusionOk="0" h="445" w="381">
                  <a:moveTo>
                    <a:pt x="285" y="1"/>
                  </a:moveTo>
                  <a:lnTo>
                    <a:pt x="0" y="254"/>
                  </a:lnTo>
                  <a:lnTo>
                    <a:pt x="380" y="444"/>
                  </a:lnTo>
                  <a:lnTo>
                    <a:pt x="349" y="159"/>
                  </a:lnTo>
                  <a:lnTo>
                    <a:pt x="285"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09" name="Google Shape;609;p16"/>
            <p:cNvSpPr/>
            <p:nvPr/>
          </p:nvSpPr>
          <p:spPr>
            <a:xfrm>
              <a:off x="1286264" y="1424964"/>
              <a:ext cx="61631" cy="65460"/>
            </a:xfrm>
            <a:custGeom>
              <a:rect b="b" l="l" r="r" t="t"/>
              <a:pathLst>
                <a:path extrusionOk="0" h="2154" w="2028">
                  <a:moveTo>
                    <a:pt x="634" y="0"/>
                  </a:moveTo>
                  <a:cubicBezTo>
                    <a:pt x="603" y="0"/>
                    <a:pt x="571" y="32"/>
                    <a:pt x="539" y="64"/>
                  </a:cubicBezTo>
                  <a:lnTo>
                    <a:pt x="1806" y="1045"/>
                  </a:lnTo>
                  <a:cubicBezTo>
                    <a:pt x="1806" y="1045"/>
                    <a:pt x="1236" y="1837"/>
                    <a:pt x="1109" y="1932"/>
                  </a:cubicBezTo>
                  <a:lnTo>
                    <a:pt x="1" y="919"/>
                  </a:lnTo>
                  <a:cubicBezTo>
                    <a:pt x="1" y="982"/>
                    <a:pt x="1" y="1045"/>
                    <a:pt x="1" y="1109"/>
                  </a:cubicBezTo>
                  <a:lnTo>
                    <a:pt x="1173" y="2154"/>
                  </a:lnTo>
                  <a:cubicBezTo>
                    <a:pt x="1299" y="2059"/>
                    <a:pt x="2028" y="1045"/>
                    <a:pt x="2028" y="1045"/>
                  </a:cubicBezTo>
                  <a:lnTo>
                    <a:pt x="634" y="0"/>
                  </a:lnTo>
                  <a:close/>
                </a:path>
              </a:pathLst>
            </a:custGeom>
            <a:solidFill>
              <a:srgbClr val="E9E0C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0" name="Google Shape;610;p16"/>
            <p:cNvSpPr/>
            <p:nvPr/>
          </p:nvSpPr>
          <p:spPr>
            <a:xfrm>
              <a:off x="1248732" y="1397857"/>
              <a:ext cx="86672" cy="94878"/>
            </a:xfrm>
            <a:custGeom>
              <a:rect b="b" l="l" r="r" t="t"/>
              <a:pathLst>
                <a:path extrusionOk="0" h="3122" w="2852">
                  <a:moveTo>
                    <a:pt x="1268" y="2856"/>
                  </a:moveTo>
                  <a:lnTo>
                    <a:pt x="1268" y="2856"/>
                  </a:lnTo>
                  <a:cubicBezTo>
                    <a:pt x="1260" y="2883"/>
                    <a:pt x="1247" y="2912"/>
                    <a:pt x="1230" y="2940"/>
                  </a:cubicBezTo>
                  <a:lnTo>
                    <a:pt x="1230" y="2940"/>
                  </a:lnTo>
                  <a:cubicBezTo>
                    <a:pt x="1234" y="2947"/>
                    <a:pt x="1236" y="2951"/>
                    <a:pt x="1236" y="2951"/>
                  </a:cubicBezTo>
                  <a:cubicBezTo>
                    <a:pt x="1236" y="2919"/>
                    <a:pt x="1268" y="2888"/>
                    <a:pt x="1268" y="2856"/>
                  </a:cubicBezTo>
                  <a:close/>
                  <a:moveTo>
                    <a:pt x="2198" y="1"/>
                  </a:moveTo>
                  <a:cubicBezTo>
                    <a:pt x="2155" y="1"/>
                    <a:pt x="2109" y="3"/>
                    <a:pt x="2059" y="6"/>
                  </a:cubicBezTo>
                  <a:cubicBezTo>
                    <a:pt x="1" y="101"/>
                    <a:pt x="159" y="2096"/>
                    <a:pt x="539" y="2761"/>
                  </a:cubicBezTo>
                  <a:cubicBezTo>
                    <a:pt x="666" y="3029"/>
                    <a:pt x="812" y="3121"/>
                    <a:pt x="940" y="3121"/>
                  </a:cubicBezTo>
                  <a:cubicBezTo>
                    <a:pt x="1064" y="3121"/>
                    <a:pt x="1172" y="3035"/>
                    <a:pt x="1230" y="2940"/>
                  </a:cubicBezTo>
                  <a:lnTo>
                    <a:pt x="1230" y="2940"/>
                  </a:lnTo>
                  <a:cubicBezTo>
                    <a:pt x="1173" y="2829"/>
                    <a:pt x="731" y="1918"/>
                    <a:pt x="1236" y="1146"/>
                  </a:cubicBezTo>
                  <a:cubicBezTo>
                    <a:pt x="1564" y="663"/>
                    <a:pt x="2081" y="569"/>
                    <a:pt x="2434" y="569"/>
                  </a:cubicBezTo>
                  <a:cubicBezTo>
                    <a:pt x="2660" y="569"/>
                    <a:pt x="2819" y="607"/>
                    <a:pt x="2819" y="607"/>
                  </a:cubicBezTo>
                  <a:cubicBezTo>
                    <a:pt x="2819" y="576"/>
                    <a:pt x="2851" y="544"/>
                    <a:pt x="2819" y="481"/>
                  </a:cubicBezTo>
                  <a:cubicBezTo>
                    <a:pt x="2762" y="138"/>
                    <a:pt x="2602" y="1"/>
                    <a:pt x="2198" y="1"/>
                  </a:cubicBezTo>
                  <a:close/>
                </a:path>
              </a:pathLst>
            </a:custGeom>
            <a:solidFill>
              <a:srgbClr val="E9E0C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1" name="Google Shape;611;p16"/>
            <p:cNvSpPr/>
            <p:nvPr/>
          </p:nvSpPr>
          <p:spPr>
            <a:xfrm>
              <a:off x="1269914" y="1415118"/>
              <a:ext cx="71265" cy="72419"/>
            </a:xfrm>
            <a:custGeom>
              <a:rect b="b" l="l" r="r" t="t"/>
              <a:pathLst>
                <a:path extrusionOk="0" h="2383" w="2345">
                  <a:moveTo>
                    <a:pt x="1737" y="1"/>
                  </a:moveTo>
                  <a:cubicBezTo>
                    <a:pt x="1384" y="1"/>
                    <a:pt x="867" y="95"/>
                    <a:pt x="539" y="578"/>
                  </a:cubicBezTo>
                  <a:cubicBezTo>
                    <a:pt x="1" y="1401"/>
                    <a:pt x="539" y="2383"/>
                    <a:pt x="539" y="2383"/>
                  </a:cubicBezTo>
                  <a:cubicBezTo>
                    <a:pt x="571" y="2351"/>
                    <a:pt x="571" y="2320"/>
                    <a:pt x="571" y="2288"/>
                  </a:cubicBezTo>
                  <a:cubicBezTo>
                    <a:pt x="602" y="2256"/>
                    <a:pt x="602" y="2225"/>
                    <a:pt x="571" y="2193"/>
                  </a:cubicBezTo>
                  <a:cubicBezTo>
                    <a:pt x="539" y="2034"/>
                    <a:pt x="539" y="1686"/>
                    <a:pt x="539" y="1464"/>
                  </a:cubicBezTo>
                  <a:lnTo>
                    <a:pt x="539" y="1433"/>
                  </a:lnTo>
                  <a:cubicBezTo>
                    <a:pt x="539" y="1369"/>
                    <a:pt x="539" y="1274"/>
                    <a:pt x="539" y="1243"/>
                  </a:cubicBezTo>
                  <a:lnTo>
                    <a:pt x="1647" y="2225"/>
                  </a:lnTo>
                  <a:cubicBezTo>
                    <a:pt x="1774" y="2161"/>
                    <a:pt x="2344" y="1338"/>
                    <a:pt x="2344" y="1338"/>
                  </a:cubicBezTo>
                  <a:lnTo>
                    <a:pt x="1077" y="388"/>
                  </a:lnTo>
                  <a:cubicBezTo>
                    <a:pt x="1109" y="356"/>
                    <a:pt x="1141" y="324"/>
                    <a:pt x="1172" y="293"/>
                  </a:cubicBezTo>
                  <a:lnTo>
                    <a:pt x="1236" y="293"/>
                  </a:lnTo>
                  <a:lnTo>
                    <a:pt x="1267" y="261"/>
                  </a:lnTo>
                  <a:lnTo>
                    <a:pt x="1331" y="261"/>
                  </a:lnTo>
                  <a:cubicBezTo>
                    <a:pt x="1351" y="259"/>
                    <a:pt x="1371" y="257"/>
                    <a:pt x="1391" y="257"/>
                  </a:cubicBezTo>
                  <a:cubicBezTo>
                    <a:pt x="1562" y="257"/>
                    <a:pt x="1740" y="337"/>
                    <a:pt x="1858" y="337"/>
                  </a:cubicBezTo>
                  <a:cubicBezTo>
                    <a:pt x="1903" y="337"/>
                    <a:pt x="1940" y="325"/>
                    <a:pt x="1964" y="293"/>
                  </a:cubicBezTo>
                  <a:cubicBezTo>
                    <a:pt x="2122" y="198"/>
                    <a:pt x="2122" y="39"/>
                    <a:pt x="2122" y="39"/>
                  </a:cubicBezTo>
                  <a:cubicBezTo>
                    <a:pt x="2122" y="39"/>
                    <a:pt x="1963" y="1"/>
                    <a:pt x="1737" y="1"/>
                  </a:cubicBezTo>
                  <a:close/>
                </a:path>
              </a:pathLst>
            </a:custGeom>
            <a:solidFill>
              <a:srgbClr val="B7A09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2" name="Google Shape;612;p16"/>
            <p:cNvSpPr/>
            <p:nvPr/>
          </p:nvSpPr>
          <p:spPr>
            <a:xfrm>
              <a:off x="1248732" y="1532788"/>
              <a:ext cx="93388" cy="80959"/>
            </a:xfrm>
            <a:custGeom>
              <a:rect b="b" l="l" r="r" t="t"/>
              <a:pathLst>
                <a:path extrusionOk="0" h="2664" w="3073">
                  <a:moveTo>
                    <a:pt x="1372" y="1"/>
                  </a:moveTo>
                  <a:cubicBezTo>
                    <a:pt x="1139" y="1"/>
                    <a:pt x="1071" y="286"/>
                    <a:pt x="1141" y="379"/>
                  </a:cubicBezTo>
                  <a:cubicBezTo>
                    <a:pt x="1236" y="506"/>
                    <a:pt x="1331" y="759"/>
                    <a:pt x="1331" y="759"/>
                  </a:cubicBezTo>
                  <a:cubicBezTo>
                    <a:pt x="1363" y="791"/>
                    <a:pt x="1394" y="823"/>
                    <a:pt x="1426" y="886"/>
                  </a:cubicBezTo>
                  <a:lnTo>
                    <a:pt x="254" y="538"/>
                  </a:lnTo>
                  <a:cubicBezTo>
                    <a:pt x="159" y="664"/>
                    <a:pt x="1" y="1614"/>
                    <a:pt x="1" y="1614"/>
                  </a:cubicBezTo>
                  <a:lnTo>
                    <a:pt x="1331" y="1899"/>
                  </a:lnTo>
                  <a:cubicBezTo>
                    <a:pt x="1331" y="1931"/>
                    <a:pt x="1299" y="1963"/>
                    <a:pt x="1268" y="1994"/>
                  </a:cubicBezTo>
                  <a:cubicBezTo>
                    <a:pt x="1014" y="2153"/>
                    <a:pt x="603" y="2248"/>
                    <a:pt x="793" y="2501"/>
                  </a:cubicBezTo>
                  <a:cubicBezTo>
                    <a:pt x="868" y="2622"/>
                    <a:pt x="980" y="2664"/>
                    <a:pt x="1104" y="2664"/>
                  </a:cubicBezTo>
                  <a:cubicBezTo>
                    <a:pt x="1239" y="2664"/>
                    <a:pt x="1389" y="2614"/>
                    <a:pt x="1521" y="2564"/>
                  </a:cubicBezTo>
                  <a:cubicBezTo>
                    <a:pt x="3073" y="1963"/>
                    <a:pt x="2186" y="474"/>
                    <a:pt x="1679" y="126"/>
                  </a:cubicBezTo>
                  <a:cubicBezTo>
                    <a:pt x="1556" y="36"/>
                    <a:pt x="1454" y="1"/>
                    <a:pt x="1372" y="1"/>
                  </a:cubicBezTo>
                  <a:close/>
                </a:path>
              </a:pathLst>
            </a:custGeom>
            <a:solidFill>
              <a:srgbClr val="E9E0C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3" name="Google Shape;613;p16"/>
            <p:cNvSpPr/>
            <p:nvPr/>
          </p:nvSpPr>
          <p:spPr>
            <a:xfrm>
              <a:off x="1253564" y="1539474"/>
              <a:ext cx="51025" cy="66463"/>
            </a:xfrm>
            <a:custGeom>
              <a:rect b="b" l="l" r="r" t="t"/>
              <a:pathLst>
                <a:path extrusionOk="0" h="2187" w="1679">
                  <a:moveTo>
                    <a:pt x="950" y="1"/>
                  </a:moveTo>
                  <a:cubicBezTo>
                    <a:pt x="950" y="64"/>
                    <a:pt x="950" y="128"/>
                    <a:pt x="982" y="159"/>
                  </a:cubicBezTo>
                  <a:cubicBezTo>
                    <a:pt x="1077" y="286"/>
                    <a:pt x="1172" y="539"/>
                    <a:pt x="1172" y="539"/>
                  </a:cubicBezTo>
                  <a:cubicBezTo>
                    <a:pt x="1235" y="603"/>
                    <a:pt x="1299" y="698"/>
                    <a:pt x="1330" y="793"/>
                  </a:cubicBezTo>
                  <a:lnTo>
                    <a:pt x="190" y="476"/>
                  </a:lnTo>
                  <a:cubicBezTo>
                    <a:pt x="159" y="571"/>
                    <a:pt x="0" y="1331"/>
                    <a:pt x="0" y="1331"/>
                  </a:cubicBezTo>
                  <a:lnTo>
                    <a:pt x="1235" y="1616"/>
                  </a:lnTo>
                  <a:cubicBezTo>
                    <a:pt x="1204" y="1679"/>
                    <a:pt x="1140" y="1743"/>
                    <a:pt x="1109" y="1774"/>
                  </a:cubicBezTo>
                  <a:cubicBezTo>
                    <a:pt x="919" y="1869"/>
                    <a:pt x="665" y="1964"/>
                    <a:pt x="602" y="2091"/>
                  </a:cubicBezTo>
                  <a:lnTo>
                    <a:pt x="602" y="2186"/>
                  </a:lnTo>
                  <a:cubicBezTo>
                    <a:pt x="602" y="2186"/>
                    <a:pt x="1457" y="2028"/>
                    <a:pt x="1552" y="1268"/>
                  </a:cubicBezTo>
                  <a:cubicBezTo>
                    <a:pt x="1679" y="539"/>
                    <a:pt x="950" y="1"/>
                    <a:pt x="950" y="1"/>
                  </a:cubicBezTo>
                  <a:close/>
                </a:path>
              </a:pathLst>
            </a:custGeom>
            <a:solidFill>
              <a:srgbClr val="B7A09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4" name="Google Shape;614;p16"/>
            <p:cNvSpPr/>
            <p:nvPr/>
          </p:nvSpPr>
          <p:spPr>
            <a:xfrm>
              <a:off x="1322093" y="1499815"/>
              <a:ext cx="87402" cy="72419"/>
            </a:xfrm>
            <a:custGeom>
              <a:rect b="b" l="l" r="r" t="t"/>
              <a:pathLst>
                <a:path extrusionOk="0" h="2383" w="2876">
                  <a:moveTo>
                    <a:pt x="1640" y="0"/>
                  </a:moveTo>
                  <a:cubicBezTo>
                    <a:pt x="1068" y="0"/>
                    <a:pt x="479" y="399"/>
                    <a:pt x="279" y="673"/>
                  </a:cubicBezTo>
                  <a:cubicBezTo>
                    <a:pt x="1" y="1052"/>
                    <a:pt x="227" y="1249"/>
                    <a:pt x="410" y="1249"/>
                  </a:cubicBezTo>
                  <a:cubicBezTo>
                    <a:pt x="456" y="1249"/>
                    <a:pt x="500" y="1237"/>
                    <a:pt x="532" y="1211"/>
                  </a:cubicBezTo>
                  <a:cubicBezTo>
                    <a:pt x="659" y="1116"/>
                    <a:pt x="880" y="1053"/>
                    <a:pt x="880" y="1053"/>
                  </a:cubicBezTo>
                  <a:cubicBezTo>
                    <a:pt x="912" y="989"/>
                    <a:pt x="975" y="958"/>
                    <a:pt x="1039" y="926"/>
                  </a:cubicBezTo>
                  <a:lnTo>
                    <a:pt x="1039" y="926"/>
                  </a:lnTo>
                  <a:lnTo>
                    <a:pt x="690" y="2129"/>
                  </a:lnTo>
                  <a:cubicBezTo>
                    <a:pt x="817" y="2193"/>
                    <a:pt x="1735" y="2383"/>
                    <a:pt x="1735" y="2383"/>
                  </a:cubicBezTo>
                  <a:lnTo>
                    <a:pt x="2052" y="1021"/>
                  </a:lnTo>
                  <a:cubicBezTo>
                    <a:pt x="2084" y="1053"/>
                    <a:pt x="2116" y="1084"/>
                    <a:pt x="2147" y="1116"/>
                  </a:cubicBezTo>
                  <a:cubicBezTo>
                    <a:pt x="2253" y="1328"/>
                    <a:pt x="2337" y="1628"/>
                    <a:pt x="2510" y="1628"/>
                  </a:cubicBezTo>
                  <a:cubicBezTo>
                    <a:pt x="2544" y="1628"/>
                    <a:pt x="2581" y="1617"/>
                    <a:pt x="2622" y="1591"/>
                  </a:cubicBezTo>
                  <a:cubicBezTo>
                    <a:pt x="2876" y="1401"/>
                    <a:pt x="2781" y="1053"/>
                    <a:pt x="2717" y="863"/>
                  </a:cubicBezTo>
                  <a:cubicBezTo>
                    <a:pt x="2475" y="217"/>
                    <a:pt x="2062" y="0"/>
                    <a:pt x="1640" y="0"/>
                  </a:cubicBezTo>
                  <a:close/>
                </a:path>
              </a:pathLst>
            </a:custGeom>
            <a:solidFill>
              <a:srgbClr val="E9E0C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15" name="Google Shape;615;p16"/>
            <p:cNvSpPr/>
            <p:nvPr/>
          </p:nvSpPr>
          <p:spPr>
            <a:xfrm>
              <a:off x="1333429" y="1519022"/>
              <a:ext cx="65490" cy="47439"/>
            </a:xfrm>
            <a:custGeom>
              <a:rect b="b" l="l" r="r" t="t"/>
              <a:pathLst>
                <a:path extrusionOk="0" h="1561" w="2155">
                  <a:moveTo>
                    <a:pt x="1125" y="0"/>
                  </a:moveTo>
                  <a:cubicBezTo>
                    <a:pt x="445" y="0"/>
                    <a:pt x="1" y="611"/>
                    <a:pt x="1" y="611"/>
                  </a:cubicBezTo>
                  <a:cubicBezTo>
                    <a:pt x="64" y="611"/>
                    <a:pt x="96" y="611"/>
                    <a:pt x="159" y="579"/>
                  </a:cubicBezTo>
                  <a:cubicBezTo>
                    <a:pt x="286" y="484"/>
                    <a:pt x="507" y="421"/>
                    <a:pt x="507" y="421"/>
                  </a:cubicBezTo>
                  <a:cubicBezTo>
                    <a:pt x="571" y="326"/>
                    <a:pt x="666" y="262"/>
                    <a:pt x="792" y="231"/>
                  </a:cubicBezTo>
                  <a:lnTo>
                    <a:pt x="792" y="231"/>
                  </a:lnTo>
                  <a:lnTo>
                    <a:pt x="476" y="1371"/>
                  </a:lnTo>
                  <a:cubicBezTo>
                    <a:pt x="571" y="1434"/>
                    <a:pt x="1299" y="1561"/>
                    <a:pt x="1299" y="1561"/>
                  </a:cubicBezTo>
                  <a:lnTo>
                    <a:pt x="1584" y="326"/>
                  </a:lnTo>
                  <a:cubicBezTo>
                    <a:pt x="1679" y="389"/>
                    <a:pt x="1743" y="421"/>
                    <a:pt x="1743" y="484"/>
                  </a:cubicBezTo>
                  <a:cubicBezTo>
                    <a:pt x="1869" y="642"/>
                    <a:pt x="1933" y="896"/>
                    <a:pt x="2059" y="959"/>
                  </a:cubicBezTo>
                  <a:lnTo>
                    <a:pt x="2154" y="991"/>
                  </a:lnTo>
                  <a:cubicBezTo>
                    <a:pt x="2154" y="991"/>
                    <a:pt x="1996" y="104"/>
                    <a:pt x="1267" y="9"/>
                  </a:cubicBezTo>
                  <a:cubicBezTo>
                    <a:pt x="1219" y="3"/>
                    <a:pt x="1171" y="0"/>
                    <a:pt x="1125" y="0"/>
                  </a:cubicBezTo>
                  <a:close/>
                </a:path>
              </a:pathLst>
            </a:custGeom>
            <a:solidFill>
              <a:srgbClr val="B7A09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
        <p:nvSpPr>
          <p:cNvPr id="616" name="Google Shape;616;p16"/>
          <p:cNvSpPr/>
          <p:nvPr/>
        </p:nvSpPr>
        <p:spPr>
          <a:xfrm>
            <a:off x="2011171" y="4523649"/>
            <a:ext cx="1074704" cy="987798"/>
          </a:xfrm>
          <a:custGeom>
            <a:rect b="b" l="l" r="r" t="t"/>
            <a:pathLst>
              <a:path extrusionOk="0" h="20554" w="20554">
                <a:moveTo>
                  <a:pt x="10261" y="0"/>
                </a:moveTo>
                <a:cubicBezTo>
                  <a:pt x="4592" y="0"/>
                  <a:pt x="0" y="4592"/>
                  <a:pt x="0" y="10293"/>
                </a:cubicBezTo>
                <a:cubicBezTo>
                  <a:pt x="0" y="15961"/>
                  <a:pt x="4592" y="20553"/>
                  <a:pt x="10261" y="20553"/>
                </a:cubicBezTo>
                <a:cubicBezTo>
                  <a:pt x="15962" y="20553"/>
                  <a:pt x="20554" y="15961"/>
                  <a:pt x="20554" y="10293"/>
                </a:cubicBezTo>
                <a:cubicBezTo>
                  <a:pt x="20554" y="4592"/>
                  <a:pt x="15962" y="0"/>
                  <a:pt x="10261"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descr="A red and green brain with lines and dots&#10;&#10;Description automatically generated" id="617" name="Google Shape;617;p16"/>
          <p:cNvPicPr preferRelativeResize="0"/>
          <p:nvPr/>
        </p:nvPicPr>
        <p:blipFill rotWithShape="1">
          <a:blip r:embed="rId5">
            <a:alphaModFix/>
          </a:blip>
          <a:srcRect b="0" l="0" r="0" t="0"/>
          <a:stretch/>
        </p:blipFill>
        <p:spPr>
          <a:xfrm>
            <a:off x="2222919" y="4650573"/>
            <a:ext cx="634921" cy="634921"/>
          </a:xfrm>
          <a:prstGeom prst="rect">
            <a:avLst/>
          </a:prstGeom>
          <a:noFill/>
          <a:ln>
            <a:noFill/>
          </a:ln>
        </p:spPr>
      </p:pic>
      <p:sp>
        <p:nvSpPr>
          <p:cNvPr id="618" name="Google Shape;618;p16"/>
          <p:cNvSpPr txBox="1"/>
          <p:nvPr/>
        </p:nvSpPr>
        <p:spPr>
          <a:xfrm>
            <a:off x="3141061" y="4441804"/>
            <a:ext cx="610557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AI: Advanced algorithms provide personalized tips based on medical guidelines and user data</a:t>
            </a:r>
            <a:endParaRPr b="1" sz="4800">
              <a:solidFill>
                <a:schemeClr val="dk1"/>
              </a:solidFill>
              <a:latin typeface="Calibri"/>
              <a:ea typeface="Calibri"/>
              <a:cs typeface="Calibri"/>
              <a:sym typeface="Calibri"/>
            </a:endParaRPr>
          </a:p>
        </p:txBody>
      </p:sp>
      <p:sp>
        <p:nvSpPr>
          <p:cNvPr id="619" name="Google Shape;619;p16"/>
          <p:cNvSpPr/>
          <p:nvPr/>
        </p:nvSpPr>
        <p:spPr>
          <a:xfrm>
            <a:off x="2011171" y="5640869"/>
            <a:ext cx="1074704" cy="987798"/>
          </a:xfrm>
          <a:custGeom>
            <a:rect b="b" l="l" r="r" t="t"/>
            <a:pathLst>
              <a:path extrusionOk="0" h="20554" w="20554">
                <a:moveTo>
                  <a:pt x="10261" y="0"/>
                </a:moveTo>
                <a:cubicBezTo>
                  <a:pt x="4592" y="0"/>
                  <a:pt x="0" y="4592"/>
                  <a:pt x="0" y="10293"/>
                </a:cubicBezTo>
                <a:cubicBezTo>
                  <a:pt x="0" y="15961"/>
                  <a:pt x="4592" y="20553"/>
                  <a:pt x="10261" y="20553"/>
                </a:cubicBezTo>
                <a:cubicBezTo>
                  <a:pt x="15962" y="20553"/>
                  <a:pt x="20554" y="15961"/>
                  <a:pt x="20554" y="10293"/>
                </a:cubicBezTo>
                <a:cubicBezTo>
                  <a:pt x="20554" y="4592"/>
                  <a:pt x="15962" y="0"/>
                  <a:pt x="10261" y="0"/>
                </a:cubicBezTo>
                <a:close/>
              </a:path>
            </a:pathLst>
          </a:custGeom>
          <a:solidFill>
            <a:srgbClr val="EBEBEB"/>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descr="A cartoon character with headphones&#10;&#10;Description automatically generated" id="620" name="Google Shape;620;p16"/>
          <p:cNvPicPr preferRelativeResize="0"/>
          <p:nvPr/>
        </p:nvPicPr>
        <p:blipFill rotWithShape="1">
          <a:blip r:embed="rId6">
            <a:alphaModFix/>
          </a:blip>
          <a:srcRect b="0" l="0" r="0" t="0"/>
          <a:stretch/>
        </p:blipFill>
        <p:spPr>
          <a:xfrm>
            <a:off x="2076841" y="5671418"/>
            <a:ext cx="943363" cy="943363"/>
          </a:xfrm>
          <a:prstGeom prst="ellipse">
            <a:avLst/>
          </a:prstGeom>
          <a:noFill/>
          <a:ln>
            <a:noFill/>
          </a:ln>
        </p:spPr>
      </p:pic>
      <p:sp>
        <p:nvSpPr>
          <p:cNvPr id="621" name="Google Shape;621;p16"/>
          <p:cNvSpPr txBox="1"/>
          <p:nvPr/>
        </p:nvSpPr>
        <p:spPr>
          <a:xfrm>
            <a:off x="3274099" y="5520671"/>
            <a:ext cx="5972537"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Chatbot specifically designed to help diabetes patients</a:t>
            </a:r>
            <a:endParaRPr b="1" sz="2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ransition spd="slow" p14:dur="1600">
    <p:blinds dir="ver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pic>
        <p:nvPicPr>
          <p:cNvPr id="626" name="Google Shape;626;p17"/>
          <p:cNvPicPr preferRelativeResize="0"/>
          <p:nvPr/>
        </p:nvPicPr>
        <p:blipFill rotWithShape="1">
          <a:blip r:embed="rId3">
            <a:alphaModFix/>
          </a:blip>
          <a:srcRect b="0" l="0" r="0" t="0"/>
          <a:stretch/>
        </p:blipFill>
        <p:spPr>
          <a:xfrm>
            <a:off x="9680230" y="-97971"/>
            <a:ext cx="2511770" cy="1603387"/>
          </a:xfrm>
          <a:prstGeom prst="rect">
            <a:avLst/>
          </a:prstGeom>
          <a:noFill/>
          <a:ln>
            <a:noFill/>
          </a:ln>
        </p:spPr>
      </p:pic>
      <p:sp>
        <p:nvSpPr>
          <p:cNvPr id="627" name="Google Shape;627;p17"/>
          <p:cNvSpPr/>
          <p:nvPr/>
        </p:nvSpPr>
        <p:spPr>
          <a:xfrm>
            <a:off x="6441769" y="3626423"/>
            <a:ext cx="7524206"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Requirements</a:t>
            </a:r>
            <a:endParaRPr b="1" sz="4800">
              <a:solidFill>
                <a:srgbClr val="0B32A3"/>
              </a:solidFill>
              <a:latin typeface="Calibri"/>
              <a:ea typeface="Calibri"/>
              <a:cs typeface="Calibri"/>
              <a:sym typeface="Calibri"/>
            </a:endParaRPr>
          </a:p>
        </p:txBody>
      </p:sp>
      <p:sp>
        <p:nvSpPr>
          <p:cNvPr id="628" name="Google Shape;628;p17"/>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05</a:t>
            </a:r>
            <a:endParaRPr/>
          </a:p>
        </p:txBody>
      </p:sp>
      <p:pic>
        <p:nvPicPr>
          <p:cNvPr descr="A person looking at a checklist&#10;&#10;Description automatically generated" id="629" name="Google Shape;629;p17"/>
          <p:cNvPicPr preferRelativeResize="0"/>
          <p:nvPr/>
        </p:nvPicPr>
        <p:blipFill rotWithShape="1">
          <a:blip r:embed="rId4">
            <a:alphaModFix/>
          </a:blip>
          <a:srcRect b="0" l="0" r="0" t="0"/>
          <a:stretch/>
        </p:blipFill>
        <p:spPr>
          <a:xfrm>
            <a:off x="333000" y="528561"/>
            <a:ext cx="6279641" cy="5964015"/>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500"/>
                                        <p:tgtEl>
                                          <p:spTgt spid="6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Requirements</a:t>
            </a:r>
            <a:endParaRPr b="1">
              <a:latin typeface="Calibri"/>
              <a:ea typeface="Calibri"/>
              <a:cs typeface="Calibri"/>
              <a:sym typeface="Calibri"/>
            </a:endParaRPr>
          </a:p>
        </p:txBody>
      </p:sp>
      <p:sp>
        <p:nvSpPr>
          <p:cNvPr id="635" name="Google Shape;635;p18"/>
          <p:cNvSpPr txBox="1"/>
          <p:nvPr>
            <p:ph idx="1" type="body"/>
          </p:nvPr>
        </p:nvSpPr>
        <p:spPr>
          <a:xfrm>
            <a:off x="450274" y="1598279"/>
            <a:ext cx="10515600" cy="480793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FF0000"/>
              </a:buClr>
              <a:buSzPts val="2800"/>
              <a:buNone/>
            </a:pPr>
            <a:r>
              <a:rPr b="1" lang="en-US">
                <a:solidFill>
                  <a:srgbClr val="FF0000"/>
                </a:solidFill>
                <a:latin typeface="Calibri"/>
                <a:ea typeface="Calibri"/>
                <a:cs typeface="Calibri"/>
                <a:sym typeface="Calibri"/>
              </a:rPr>
              <a:t>Functional  Requirements</a:t>
            </a:r>
            <a:endParaRPr/>
          </a:p>
          <a:p>
            <a:pPr indent="0" lvl="0" marL="0" rtl="0" algn="l">
              <a:lnSpc>
                <a:spcPct val="150000"/>
              </a:lnSpc>
              <a:spcBef>
                <a:spcPts val="1000"/>
              </a:spcBef>
              <a:spcAft>
                <a:spcPts val="0"/>
              </a:spcAft>
              <a:buClr>
                <a:schemeClr val="dk1"/>
              </a:buClr>
              <a:buSzPts val="2400"/>
              <a:buNone/>
            </a:pPr>
            <a:r>
              <a:rPr b="1" lang="en-US" sz="2400">
                <a:latin typeface="Arial"/>
                <a:ea typeface="Arial"/>
                <a:cs typeface="Arial"/>
                <a:sym typeface="Arial"/>
              </a:rPr>
              <a:t>1. User Registration:  </a:t>
            </a:r>
            <a:r>
              <a:rPr lang="en-US" sz="2400">
                <a:latin typeface="Arial"/>
                <a:ea typeface="Arial"/>
                <a:cs typeface="Arial"/>
                <a:sym typeface="Arial"/>
              </a:rPr>
              <a:t>Plans recommendation (Food).</a:t>
            </a:r>
            <a:endParaRPr/>
          </a:p>
          <a:p>
            <a:pPr indent="0" lvl="0" marL="0" rtl="0" algn="l">
              <a:lnSpc>
                <a:spcPct val="150000"/>
              </a:lnSpc>
              <a:spcBef>
                <a:spcPts val="1000"/>
              </a:spcBef>
              <a:spcAft>
                <a:spcPts val="0"/>
              </a:spcAft>
              <a:buClr>
                <a:schemeClr val="dk1"/>
              </a:buClr>
              <a:buSzPts val="2400"/>
              <a:buNone/>
            </a:pPr>
            <a:r>
              <a:rPr b="1" lang="en-US" sz="2400">
                <a:latin typeface="Arial"/>
                <a:ea typeface="Arial"/>
                <a:cs typeface="Arial"/>
                <a:sym typeface="Arial"/>
              </a:rPr>
              <a:t>2. Health Data Logging: </a:t>
            </a:r>
            <a:r>
              <a:rPr lang="en-US" sz="2400">
                <a:latin typeface="Arial"/>
                <a:ea typeface="Arial"/>
                <a:cs typeface="Arial"/>
                <a:sym typeface="Arial"/>
              </a:rPr>
              <a:t>Track glucose, diet, and exercise.</a:t>
            </a:r>
            <a:endParaRPr/>
          </a:p>
          <a:p>
            <a:pPr indent="0" lvl="0" marL="0" rtl="0" algn="l">
              <a:lnSpc>
                <a:spcPct val="150000"/>
              </a:lnSpc>
              <a:spcBef>
                <a:spcPts val="1000"/>
              </a:spcBef>
              <a:spcAft>
                <a:spcPts val="0"/>
              </a:spcAft>
              <a:buClr>
                <a:schemeClr val="dk1"/>
              </a:buClr>
              <a:buSzPts val="2400"/>
              <a:buNone/>
            </a:pPr>
            <a:r>
              <a:t/>
            </a:r>
            <a:endParaRPr sz="2400">
              <a:latin typeface="Arial"/>
              <a:ea typeface="Arial"/>
              <a:cs typeface="Arial"/>
              <a:sym typeface="Arial"/>
            </a:endParaRPr>
          </a:p>
          <a:p>
            <a:pPr indent="0" lvl="0" marL="0" rtl="0" algn="l">
              <a:lnSpc>
                <a:spcPct val="90000"/>
              </a:lnSpc>
              <a:spcBef>
                <a:spcPts val="1000"/>
              </a:spcBef>
              <a:spcAft>
                <a:spcPts val="0"/>
              </a:spcAft>
              <a:buClr>
                <a:srgbClr val="FF0000"/>
              </a:buClr>
              <a:buSzPts val="2800"/>
              <a:buNone/>
            </a:pPr>
            <a:r>
              <a:rPr b="1" lang="en-US">
                <a:solidFill>
                  <a:srgbClr val="FF0000"/>
                </a:solidFill>
                <a:latin typeface="Calibri"/>
                <a:ea typeface="Calibri"/>
                <a:cs typeface="Calibri"/>
                <a:sym typeface="Calibri"/>
              </a:rPr>
              <a:t>Non-Functional</a:t>
            </a:r>
            <a:r>
              <a:rPr b="1" lang="en-US">
                <a:solidFill>
                  <a:srgbClr val="FF0000"/>
                </a:solidFill>
              </a:rPr>
              <a:t> </a:t>
            </a:r>
            <a:r>
              <a:rPr b="1" lang="en-US">
                <a:solidFill>
                  <a:srgbClr val="FF0000"/>
                </a:solidFill>
                <a:latin typeface="Calibri"/>
                <a:ea typeface="Calibri"/>
                <a:cs typeface="Calibri"/>
                <a:sym typeface="Calibri"/>
              </a:rPr>
              <a:t>Requirements</a:t>
            </a:r>
            <a:endParaRPr/>
          </a:p>
          <a:p>
            <a:pPr indent="0" lvl="0" marL="0" rtl="0" algn="l">
              <a:lnSpc>
                <a:spcPct val="150000"/>
              </a:lnSpc>
              <a:spcBef>
                <a:spcPts val="1000"/>
              </a:spcBef>
              <a:spcAft>
                <a:spcPts val="0"/>
              </a:spcAft>
              <a:buClr>
                <a:schemeClr val="dk1"/>
              </a:buClr>
              <a:buSzPts val="2400"/>
              <a:buNone/>
            </a:pPr>
            <a:r>
              <a:rPr b="1" lang="en-US" sz="2400">
                <a:latin typeface="Arial"/>
                <a:ea typeface="Arial"/>
                <a:cs typeface="Arial"/>
                <a:sym typeface="Arial"/>
              </a:rPr>
              <a:t>1. Performance:</a:t>
            </a:r>
            <a:r>
              <a:rPr lang="en-US" sz="2400">
                <a:latin typeface="Arial"/>
                <a:ea typeface="Arial"/>
                <a:cs typeface="Arial"/>
                <a:sym typeface="Arial"/>
              </a:rPr>
              <a:t> Quick response times.</a:t>
            </a:r>
            <a:endParaRPr/>
          </a:p>
          <a:p>
            <a:pPr indent="0" lvl="0" marL="0" rtl="0" algn="l">
              <a:lnSpc>
                <a:spcPct val="150000"/>
              </a:lnSpc>
              <a:spcBef>
                <a:spcPts val="1000"/>
              </a:spcBef>
              <a:spcAft>
                <a:spcPts val="0"/>
              </a:spcAft>
              <a:buClr>
                <a:schemeClr val="dk1"/>
              </a:buClr>
              <a:buSzPts val="2400"/>
              <a:buNone/>
            </a:pPr>
            <a:r>
              <a:rPr b="1" lang="en-US" sz="2400">
                <a:latin typeface="Arial"/>
                <a:ea typeface="Arial"/>
                <a:cs typeface="Arial"/>
                <a:sym typeface="Arial"/>
              </a:rPr>
              <a:t>2. Scalability:</a:t>
            </a:r>
            <a:r>
              <a:rPr lang="en-US" sz="2400">
                <a:latin typeface="Arial"/>
                <a:ea typeface="Arial"/>
                <a:cs typeface="Arial"/>
                <a:sym typeface="Arial"/>
              </a:rPr>
              <a:t> Handle growing user base.</a:t>
            </a:r>
            <a:endParaRPr/>
          </a:p>
          <a:p>
            <a:pPr indent="0" lvl="0" marL="0" rtl="0" algn="l">
              <a:lnSpc>
                <a:spcPct val="150000"/>
              </a:lnSpc>
              <a:spcBef>
                <a:spcPts val="1000"/>
              </a:spcBef>
              <a:spcAft>
                <a:spcPts val="0"/>
              </a:spcAft>
              <a:buClr>
                <a:schemeClr val="dk1"/>
              </a:buClr>
              <a:buSzPts val="2400"/>
              <a:buNone/>
            </a:pPr>
            <a:r>
              <a:rPr b="1" lang="en-US" sz="2400">
                <a:latin typeface="Arial"/>
                <a:ea typeface="Arial"/>
                <a:cs typeface="Arial"/>
                <a:sym typeface="Arial"/>
              </a:rPr>
              <a:t>3. Usability:</a:t>
            </a:r>
            <a:r>
              <a:rPr lang="en-US" sz="2400">
                <a:latin typeface="Arial"/>
                <a:ea typeface="Arial"/>
                <a:cs typeface="Arial"/>
                <a:sym typeface="Arial"/>
              </a:rPr>
              <a:t> User-friendly design for all tech levels.</a:t>
            </a:r>
            <a:endParaRPr/>
          </a:p>
          <a:p>
            <a:pPr indent="-76200" lvl="0" marL="228600" rtl="0" algn="l">
              <a:lnSpc>
                <a:spcPct val="90000"/>
              </a:lnSpc>
              <a:spcBef>
                <a:spcPts val="1000"/>
              </a:spcBef>
              <a:spcAft>
                <a:spcPts val="0"/>
              </a:spcAft>
              <a:buClr>
                <a:schemeClr val="dk1"/>
              </a:buClr>
              <a:buSzPts val="2400"/>
              <a:buFont typeface="Play"/>
              <a:buNone/>
            </a:pPr>
            <a:r>
              <a:t/>
            </a:r>
            <a:endParaRPr sz="2400"/>
          </a:p>
          <a:p>
            <a:pPr indent="0" lvl="0" marL="0" rtl="0" algn="l">
              <a:lnSpc>
                <a:spcPct val="90000"/>
              </a:lnSpc>
              <a:spcBef>
                <a:spcPts val="1000"/>
              </a:spcBef>
              <a:spcAft>
                <a:spcPts val="0"/>
              </a:spcAft>
              <a:buClr>
                <a:schemeClr val="dk1"/>
              </a:buClr>
              <a:buSzPts val="1400"/>
              <a:buNone/>
            </a:pPr>
            <a:r>
              <a:t/>
            </a:r>
            <a:endParaRPr sz="1400"/>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636" name="Google Shape;636;p18"/>
          <p:cNvPicPr preferRelativeResize="0"/>
          <p:nvPr/>
        </p:nvPicPr>
        <p:blipFill rotWithShape="1">
          <a:blip r:embed="rId3">
            <a:alphaModFix/>
          </a:blip>
          <a:srcRect b="0" l="0" r="0" t="0"/>
          <a:stretch/>
        </p:blipFill>
        <p:spPr>
          <a:xfrm>
            <a:off x="0" y="0"/>
            <a:ext cx="2511770" cy="160338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0" name="Shape 640"/>
        <p:cNvGrpSpPr/>
        <p:nvPr/>
      </p:nvGrpSpPr>
      <p:grpSpPr>
        <a:xfrm>
          <a:off x="0" y="0"/>
          <a:ext cx="0" cy="0"/>
          <a:chOff x="0" y="0"/>
          <a:chExt cx="0" cy="0"/>
        </a:xfrm>
      </p:grpSpPr>
      <p:pic>
        <p:nvPicPr>
          <p:cNvPr id="641" name="Google Shape;641;p19"/>
          <p:cNvPicPr preferRelativeResize="0"/>
          <p:nvPr/>
        </p:nvPicPr>
        <p:blipFill rotWithShape="1">
          <a:blip r:embed="rId3">
            <a:alphaModFix/>
          </a:blip>
          <a:srcRect b="0" l="0" r="0" t="0"/>
          <a:stretch/>
        </p:blipFill>
        <p:spPr>
          <a:xfrm>
            <a:off x="9494904" y="9966"/>
            <a:ext cx="2511770" cy="1603387"/>
          </a:xfrm>
          <a:prstGeom prst="rect">
            <a:avLst/>
          </a:prstGeom>
          <a:noFill/>
          <a:ln>
            <a:noFill/>
          </a:ln>
        </p:spPr>
      </p:pic>
      <p:sp>
        <p:nvSpPr>
          <p:cNvPr id="642" name="Google Shape;642;p19"/>
          <p:cNvSpPr/>
          <p:nvPr/>
        </p:nvSpPr>
        <p:spPr>
          <a:xfrm>
            <a:off x="6441769" y="3626423"/>
            <a:ext cx="7524206"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Methodology</a:t>
            </a:r>
            <a:endParaRPr/>
          </a:p>
        </p:txBody>
      </p:sp>
      <p:sp>
        <p:nvSpPr>
          <p:cNvPr id="643" name="Google Shape;643;p19"/>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06</a:t>
            </a:r>
            <a:endParaRPr b="1" sz="13000">
              <a:solidFill>
                <a:schemeClr val="dk1"/>
              </a:solidFill>
              <a:latin typeface="Arial"/>
              <a:ea typeface="Arial"/>
              <a:cs typeface="Arial"/>
              <a:sym typeface="Arial"/>
            </a:endParaRPr>
          </a:p>
        </p:txBody>
      </p:sp>
      <p:pic>
        <p:nvPicPr>
          <p:cNvPr descr="A group of people in gears&#10;&#10;Description automatically generated" id="644" name="Google Shape;644;p19"/>
          <p:cNvPicPr preferRelativeResize="0"/>
          <p:nvPr/>
        </p:nvPicPr>
        <p:blipFill rotWithShape="1">
          <a:blip r:embed="rId4">
            <a:alphaModFix/>
          </a:blip>
          <a:srcRect b="0" l="0" r="0" t="0"/>
          <a:stretch/>
        </p:blipFill>
        <p:spPr>
          <a:xfrm>
            <a:off x="220133" y="517966"/>
            <a:ext cx="5985933" cy="5985933"/>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500"/>
                                        <p:tgtEl>
                                          <p:spTgt spid="6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pic>
        <p:nvPicPr>
          <p:cNvPr id="649" name="Google Shape;649;p20"/>
          <p:cNvPicPr preferRelativeResize="0"/>
          <p:nvPr/>
        </p:nvPicPr>
        <p:blipFill rotWithShape="1">
          <a:blip r:embed="rId3">
            <a:alphaModFix/>
          </a:blip>
          <a:srcRect b="0" l="0" r="0" t="0"/>
          <a:stretch/>
        </p:blipFill>
        <p:spPr>
          <a:xfrm>
            <a:off x="-138285" y="0"/>
            <a:ext cx="2511770" cy="1603387"/>
          </a:xfrm>
          <a:prstGeom prst="rect">
            <a:avLst/>
          </a:prstGeom>
          <a:noFill/>
          <a:ln>
            <a:noFill/>
          </a:ln>
        </p:spPr>
      </p:pic>
      <p:pic>
        <p:nvPicPr>
          <p:cNvPr id="650" name="Google Shape;650;p20"/>
          <p:cNvPicPr preferRelativeResize="0"/>
          <p:nvPr/>
        </p:nvPicPr>
        <p:blipFill rotWithShape="1">
          <a:blip r:embed="rId4">
            <a:alphaModFix/>
          </a:blip>
          <a:srcRect b="0" l="0" r="0" t="0"/>
          <a:stretch/>
        </p:blipFill>
        <p:spPr>
          <a:xfrm>
            <a:off x="3651283" y="828675"/>
            <a:ext cx="3766837" cy="6029325"/>
          </a:xfrm>
          <a:prstGeom prst="rect">
            <a:avLst/>
          </a:prstGeom>
          <a:noFill/>
          <a:ln>
            <a:noFill/>
          </a:ln>
        </p:spPr>
      </p:pic>
      <p:sp>
        <p:nvSpPr>
          <p:cNvPr id="651" name="Google Shape;651;p20"/>
          <p:cNvSpPr txBox="1"/>
          <p:nvPr>
            <p:ph type="title"/>
          </p:nvPr>
        </p:nvSpPr>
        <p:spPr>
          <a:xfrm>
            <a:off x="4390292" y="113667"/>
            <a:ext cx="3768969" cy="5809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lang="en-US" sz="3200">
                <a:latin typeface="Calibri"/>
                <a:ea typeface="Calibri"/>
                <a:cs typeface="Calibri"/>
                <a:sym typeface="Calibri"/>
              </a:rPr>
              <a:t>Methodology</a:t>
            </a:r>
            <a:endParaRPr b="1" sz="32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id="656" name="Google Shape;656;p21"/>
          <p:cNvPicPr preferRelativeResize="0"/>
          <p:nvPr/>
        </p:nvPicPr>
        <p:blipFill rotWithShape="1">
          <a:blip r:embed="rId3">
            <a:alphaModFix/>
          </a:blip>
          <a:srcRect b="0" l="0" r="0" t="0"/>
          <a:stretch/>
        </p:blipFill>
        <p:spPr>
          <a:xfrm>
            <a:off x="9680230" y="-97971"/>
            <a:ext cx="2511770" cy="1603387"/>
          </a:xfrm>
          <a:prstGeom prst="rect">
            <a:avLst/>
          </a:prstGeom>
          <a:noFill/>
          <a:ln>
            <a:noFill/>
          </a:ln>
        </p:spPr>
      </p:pic>
      <p:sp>
        <p:nvSpPr>
          <p:cNvPr id="657" name="Google Shape;657;p21"/>
          <p:cNvSpPr/>
          <p:nvPr/>
        </p:nvSpPr>
        <p:spPr>
          <a:xfrm>
            <a:off x="6209608" y="3429000"/>
            <a:ext cx="6805352"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Implementation</a:t>
            </a:r>
            <a:endParaRPr/>
          </a:p>
        </p:txBody>
      </p:sp>
      <p:sp>
        <p:nvSpPr>
          <p:cNvPr id="658" name="Google Shape;658;p21"/>
          <p:cNvSpPr txBox="1"/>
          <p:nvPr/>
        </p:nvSpPr>
        <p:spPr>
          <a:xfrm>
            <a:off x="8392132"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07</a:t>
            </a:r>
            <a:endParaRPr/>
          </a:p>
        </p:txBody>
      </p:sp>
      <p:pic>
        <p:nvPicPr>
          <p:cNvPr id="659" name="Google Shape;659;p21"/>
          <p:cNvPicPr preferRelativeResize="0"/>
          <p:nvPr/>
        </p:nvPicPr>
        <p:blipFill rotWithShape="1">
          <a:blip r:embed="rId4">
            <a:alphaModFix/>
          </a:blip>
          <a:srcRect b="0" l="0" r="0" t="0"/>
          <a:stretch/>
        </p:blipFill>
        <p:spPr>
          <a:xfrm>
            <a:off x="223579" y="1277895"/>
            <a:ext cx="6326851" cy="4640804"/>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22"/>
          <p:cNvSpPr txBox="1"/>
          <p:nvPr>
            <p:ph type="title"/>
          </p:nvPr>
        </p:nvSpPr>
        <p:spPr>
          <a:xfrm>
            <a:off x="838200" y="17362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665" name="Google Shape;665;p22"/>
          <p:cNvSpPr txBox="1"/>
          <p:nvPr>
            <p:ph idx="1" type="body"/>
          </p:nvPr>
        </p:nvSpPr>
        <p:spPr>
          <a:xfrm>
            <a:off x="473936" y="1022045"/>
            <a:ext cx="11417508" cy="53880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 </a:t>
            </a:r>
            <a:r>
              <a:rPr b="1" lang="en-US">
                <a:latin typeface="Calibri"/>
                <a:ea typeface="Calibri"/>
                <a:cs typeface="Calibri"/>
                <a:sym typeface="Calibri"/>
              </a:rPr>
              <a:t>Data Collection:</a:t>
            </a:r>
            <a:endParaRPr/>
          </a:p>
          <a:p>
            <a:pPr indent="0" lvl="0" marL="0" rtl="0" algn="l">
              <a:lnSpc>
                <a:spcPct val="90000"/>
              </a:lnSpc>
              <a:spcBef>
                <a:spcPts val="1000"/>
              </a:spcBef>
              <a:spcAft>
                <a:spcPts val="0"/>
              </a:spcAft>
              <a:buClr>
                <a:schemeClr val="dk1"/>
              </a:buClr>
              <a:buSzPts val="2800"/>
              <a:buNone/>
            </a:pPr>
            <a:r>
              <a:rPr lang="en-US">
                <a:latin typeface="Calibri"/>
                <a:ea typeface="Calibri"/>
                <a:cs typeface="Calibri"/>
                <a:sym typeface="Calibri"/>
              </a:rPr>
              <a:t> </a:t>
            </a:r>
            <a:r>
              <a:rPr b="1" i="1" lang="en-US" u="sng">
                <a:latin typeface="Calibri"/>
                <a:ea typeface="Calibri"/>
                <a:cs typeface="Calibri"/>
                <a:sym typeface="Calibri"/>
              </a:rPr>
              <a:t>1. Patient Data Source</a:t>
            </a:r>
            <a:endParaRPr/>
          </a:p>
          <a:p>
            <a:pPr indent="-228600" lvl="0" marL="228600" rtl="0" algn="l">
              <a:lnSpc>
                <a:spcPct val="100000"/>
              </a:lnSpc>
              <a:spcBef>
                <a:spcPts val="1000"/>
              </a:spcBef>
              <a:spcAft>
                <a:spcPts val="0"/>
              </a:spcAft>
              <a:buClr>
                <a:schemeClr val="dk1"/>
              </a:buClr>
              <a:buSzPts val="2400"/>
              <a:buFont typeface="Arial"/>
              <a:buChar char="•"/>
            </a:pPr>
            <a:r>
              <a:rPr b="1" lang="en-US" sz="2400"/>
              <a:t> </a:t>
            </a:r>
            <a:r>
              <a:rPr b="1" lang="en-US" sz="2400">
                <a:latin typeface="Arial"/>
                <a:ea typeface="Arial"/>
                <a:cs typeface="Arial"/>
                <a:sym typeface="Arial"/>
              </a:rPr>
              <a:t>Description</a:t>
            </a:r>
            <a:r>
              <a:rPr lang="en-US" sz="2400">
                <a:latin typeface="Arial"/>
                <a:ea typeface="Arial"/>
                <a:cs typeface="Arial"/>
                <a:sym typeface="Arial"/>
              </a:rPr>
              <a:t>: We started with a dataset containing real or simulated patient health indicators. The dataset included the following columns:</a:t>
            </a:r>
            <a:endParaRPr sz="2400">
              <a:latin typeface="Arial"/>
              <a:ea typeface="Arial"/>
              <a:cs typeface="Arial"/>
              <a:sym typeface="Arial"/>
            </a:endParaRPr>
          </a:p>
          <a:p>
            <a:pPr indent="-76200" lvl="0" marL="228600" rtl="0" algn="l">
              <a:lnSpc>
                <a:spcPct val="100000"/>
              </a:lnSpc>
              <a:spcBef>
                <a:spcPts val="1000"/>
              </a:spcBef>
              <a:spcAft>
                <a:spcPts val="0"/>
              </a:spcAft>
              <a:buClr>
                <a:schemeClr val="dk1"/>
              </a:buClr>
              <a:buSzPts val="2400"/>
              <a:buFont typeface="Arial"/>
              <a:buNone/>
            </a:pPr>
            <a:r>
              <a:t/>
            </a:r>
            <a:endParaRPr sz="2400">
              <a:latin typeface="Arial"/>
              <a:ea typeface="Arial"/>
              <a:cs typeface="Arial"/>
              <a:sym typeface="Arial"/>
            </a:endParaRPr>
          </a:p>
        </p:txBody>
      </p:sp>
      <p:graphicFrame>
        <p:nvGraphicFramePr>
          <p:cNvPr id="666" name="Google Shape;666;p22"/>
          <p:cNvGraphicFramePr/>
          <p:nvPr/>
        </p:nvGraphicFramePr>
        <p:xfrm>
          <a:off x="762000" y="2869235"/>
          <a:ext cx="3000000" cy="3000000"/>
        </p:xfrm>
        <a:graphic>
          <a:graphicData uri="http://schemas.openxmlformats.org/drawingml/2006/table">
            <a:tbl>
              <a:tblPr bandRow="1" firstRow="1">
                <a:noFill/>
                <a:tableStyleId>{14E31406-FC8F-4D9F-890A-29E20DFF2511}</a:tableStyleId>
              </a:tblPr>
              <a:tblGrid>
                <a:gridCol w="4064000"/>
                <a:gridCol w="4064000"/>
              </a:tblGrid>
              <a:tr h="370850">
                <a:tc>
                  <a:txBody>
                    <a:bodyPr/>
                    <a:lstStyle/>
                    <a:p>
                      <a:pPr indent="0" lvl="0" marL="0" marR="0" rtl="0" algn="l">
                        <a:spcBef>
                          <a:spcPts val="0"/>
                        </a:spcBef>
                        <a:spcAft>
                          <a:spcPts val="0"/>
                        </a:spcAft>
                        <a:buNone/>
                      </a:pPr>
                      <a:r>
                        <a:rPr b="0" lang="en-US" sz="1800" u="none" cap="none" strike="noStrike"/>
                        <a:t>Column Name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1800"/>
                        <a:t>Description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FastingBloodSugar</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Blood glucose level after fasting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Systolic_BP</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Upper blood pressure reading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Diastolic_BP</a:t>
                      </a:r>
                      <a:endParaRPr sz="18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Lower blood pressure reading</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LDL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"Bad" cholesterol level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HDL	</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"Good" cholesterol level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Triglycerides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Fat level in blood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Gender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Patient's gender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0850">
                <a:tc>
                  <a:txBody>
                    <a:bodyPr/>
                    <a:lstStyle/>
                    <a:p>
                      <a:pPr indent="0" lvl="0" marL="0" marR="0" rtl="0" algn="l">
                        <a:spcBef>
                          <a:spcPts val="0"/>
                        </a:spcBef>
                        <a:spcAft>
                          <a:spcPts val="0"/>
                        </a:spcAft>
                        <a:buNone/>
                      </a:pPr>
                      <a:r>
                        <a:rPr lang="en-US" sz="1800"/>
                        <a:t>BMI</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Body Mass Index</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4325">
                <a:tc>
                  <a:txBody>
                    <a:bodyPr/>
                    <a:lstStyle/>
                    <a:p>
                      <a:pPr indent="0" lvl="0" marL="0" marR="0" rtl="0" algn="l">
                        <a:spcBef>
                          <a:spcPts val="0"/>
                        </a:spcBef>
                        <a:spcAft>
                          <a:spcPts val="0"/>
                        </a:spcAft>
                        <a:buNone/>
                      </a:pPr>
                      <a:r>
                        <a:rPr lang="en-US" sz="1800"/>
                        <a:t>Age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Patient's age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23"/>
          <p:cNvSpPr txBox="1"/>
          <p:nvPr>
            <p:ph type="title"/>
          </p:nvPr>
        </p:nvSpPr>
        <p:spPr>
          <a:xfrm>
            <a:off x="838200" y="17362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672" name="Google Shape;672;p23"/>
          <p:cNvSpPr txBox="1"/>
          <p:nvPr>
            <p:ph idx="1" type="body"/>
          </p:nvPr>
        </p:nvSpPr>
        <p:spPr>
          <a:xfrm>
            <a:off x="473936" y="1022045"/>
            <a:ext cx="11417508" cy="53880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 </a:t>
            </a:r>
            <a:r>
              <a:rPr b="1" lang="en-US">
                <a:latin typeface="Calibri"/>
                <a:ea typeface="Calibri"/>
                <a:cs typeface="Calibri"/>
                <a:sym typeface="Calibri"/>
              </a:rPr>
              <a:t>Data Collection:</a:t>
            </a:r>
            <a:endParaRPr/>
          </a:p>
          <a:p>
            <a:pPr indent="0" lvl="0" marL="0" rtl="0" algn="l">
              <a:lnSpc>
                <a:spcPct val="90000"/>
              </a:lnSpc>
              <a:spcBef>
                <a:spcPts val="1000"/>
              </a:spcBef>
              <a:spcAft>
                <a:spcPts val="0"/>
              </a:spcAft>
              <a:buClr>
                <a:schemeClr val="dk1"/>
              </a:buClr>
              <a:buSzPts val="2800"/>
              <a:buNone/>
            </a:pPr>
            <a:r>
              <a:rPr lang="en-US">
                <a:latin typeface="Calibri"/>
                <a:ea typeface="Calibri"/>
                <a:cs typeface="Calibri"/>
                <a:sym typeface="Calibri"/>
              </a:rPr>
              <a:t> </a:t>
            </a:r>
            <a:r>
              <a:rPr b="1" i="1" lang="en-US" u="sng">
                <a:latin typeface="Calibri"/>
                <a:ea typeface="Calibri"/>
                <a:cs typeface="Calibri"/>
                <a:sym typeface="Calibri"/>
              </a:rPr>
              <a:t>2. Food Data Source</a:t>
            </a:r>
            <a:endParaRPr/>
          </a:p>
          <a:p>
            <a:pPr indent="-228600" lvl="0" marL="228600" rtl="0" algn="l">
              <a:lnSpc>
                <a:spcPct val="90000"/>
              </a:lnSpc>
              <a:spcBef>
                <a:spcPts val="1000"/>
              </a:spcBef>
              <a:spcAft>
                <a:spcPts val="0"/>
              </a:spcAft>
              <a:buClr>
                <a:schemeClr val="dk1"/>
              </a:buClr>
              <a:buSzPts val="2400"/>
              <a:buFont typeface="Arial"/>
              <a:buChar char="•"/>
            </a:pPr>
            <a:r>
              <a:rPr b="1" lang="en-US" sz="2400"/>
              <a:t>Collected &amp; curated:</a:t>
            </a:r>
            <a:r>
              <a:rPr lang="en-US" sz="2400"/>
              <a:t> By searching on Google Scholar</a:t>
            </a:r>
            <a:r>
              <a:rPr lang="en-US" sz="2400"/>
              <a:t>.</a:t>
            </a:r>
            <a:endParaRPr/>
          </a:p>
          <a:p>
            <a:pPr indent="-228600" lvl="0" marL="228600" rtl="0" algn="l">
              <a:lnSpc>
                <a:spcPct val="90000"/>
              </a:lnSpc>
              <a:spcBef>
                <a:spcPts val="1000"/>
              </a:spcBef>
              <a:spcAft>
                <a:spcPts val="0"/>
              </a:spcAft>
              <a:buClr>
                <a:schemeClr val="dk1"/>
              </a:buClr>
              <a:buSzPts val="2400"/>
              <a:buFont typeface="Arial"/>
              <a:buChar char="•"/>
            </a:pPr>
            <a:r>
              <a:rPr b="1" lang="en-US" sz="2400"/>
              <a:t>Sources: </a:t>
            </a:r>
            <a:r>
              <a:rPr lang="en-US" sz="2400"/>
              <a:t>USDA (nutrition info), ADA (diabetes guidelines), NHS (blood pressure-friendly foods), and verified nutrition websites.</a:t>
            </a:r>
            <a:endParaRPr/>
          </a:p>
          <a:p>
            <a:pPr indent="-228600" lvl="0" marL="228600" rtl="0" algn="l">
              <a:lnSpc>
                <a:spcPct val="90000"/>
              </a:lnSpc>
              <a:spcBef>
                <a:spcPts val="1000"/>
              </a:spcBef>
              <a:spcAft>
                <a:spcPts val="0"/>
              </a:spcAft>
              <a:buClr>
                <a:schemeClr val="dk1"/>
              </a:buClr>
              <a:buSzPts val="2400"/>
              <a:buFont typeface="Arial"/>
              <a:buChar char="•"/>
            </a:pPr>
            <a:r>
              <a:rPr b="1" lang="en-US" sz="2400"/>
              <a:t>Meal generation</a:t>
            </a:r>
            <a:r>
              <a:rPr lang="en-US" sz="2400"/>
              <a:t>: Complete, nutritionally correct meals tailored to patient conditions.</a:t>
            </a:r>
            <a:endParaRPr/>
          </a:p>
          <a:p>
            <a:pPr indent="-228600" lvl="0" marL="228600" rtl="0" algn="l">
              <a:lnSpc>
                <a:spcPct val="90000"/>
              </a:lnSpc>
              <a:spcBef>
                <a:spcPts val="1000"/>
              </a:spcBef>
              <a:spcAft>
                <a:spcPts val="0"/>
              </a:spcAft>
              <a:buClr>
                <a:schemeClr val="dk1"/>
              </a:buClr>
              <a:buSzPts val="2400"/>
              <a:buFont typeface="Arial"/>
              <a:buChar char="•"/>
            </a:pPr>
            <a:r>
              <a:rPr b="1" lang="en-US" sz="2400"/>
              <a:t>Personalized matching: </a:t>
            </a:r>
            <a:r>
              <a:rPr lang="en-US" sz="2400"/>
              <a:t>Meals were manually assigned for clinical relevance.</a:t>
            </a:r>
            <a:endParaRPr/>
          </a:p>
          <a:p>
            <a:pPr indent="-76200" lvl="0" marL="228600" rtl="0" algn="l">
              <a:lnSpc>
                <a:spcPct val="100000"/>
              </a:lnSpc>
              <a:spcBef>
                <a:spcPts val="1000"/>
              </a:spcBef>
              <a:spcAft>
                <a:spcPts val="0"/>
              </a:spcAft>
              <a:buClr>
                <a:schemeClr val="dk1"/>
              </a:buClr>
              <a:buSzPts val="2400"/>
              <a:buFont typeface="Arial"/>
              <a:buNone/>
            </a:pPr>
            <a:r>
              <a:t/>
            </a:r>
            <a:endParaRPr sz="2400">
              <a:latin typeface="Arial"/>
              <a:ea typeface="Arial"/>
              <a:cs typeface="Arial"/>
              <a:sym typeface="Arial"/>
            </a:endParaRPr>
          </a:p>
          <a:p>
            <a:pPr indent="-76200" lvl="0" marL="228600" rtl="0" algn="l">
              <a:lnSpc>
                <a:spcPct val="100000"/>
              </a:lnSpc>
              <a:spcBef>
                <a:spcPts val="1000"/>
              </a:spcBef>
              <a:spcAft>
                <a:spcPts val="0"/>
              </a:spcAft>
              <a:buClr>
                <a:schemeClr val="dk1"/>
              </a:buClr>
              <a:buSzPts val="2400"/>
              <a:buFont typeface="Arial"/>
              <a:buNone/>
            </a:pPr>
            <a:r>
              <a:t/>
            </a:r>
            <a:endParaRPr sz="24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24"/>
          <p:cNvSpPr txBox="1"/>
          <p:nvPr>
            <p:ph type="title"/>
          </p:nvPr>
        </p:nvSpPr>
        <p:spPr>
          <a:xfrm>
            <a:off x="838200" y="17362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678" name="Google Shape;678;p24"/>
          <p:cNvSpPr txBox="1"/>
          <p:nvPr>
            <p:ph idx="1" type="body"/>
          </p:nvPr>
        </p:nvSpPr>
        <p:spPr>
          <a:xfrm>
            <a:off x="473936" y="1022045"/>
            <a:ext cx="11417508" cy="53880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 </a:t>
            </a:r>
            <a:r>
              <a:rPr b="1" lang="en-US">
                <a:latin typeface="Calibri"/>
                <a:ea typeface="Calibri"/>
                <a:cs typeface="Calibri"/>
                <a:sym typeface="Calibri"/>
              </a:rPr>
              <a:t>Data Collection:</a:t>
            </a:r>
            <a:endParaRPr/>
          </a:p>
          <a:p>
            <a:pPr indent="0" lvl="0" marL="0" rtl="0" algn="l">
              <a:lnSpc>
                <a:spcPct val="90000"/>
              </a:lnSpc>
              <a:spcBef>
                <a:spcPts val="1000"/>
              </a:spcBef>
              <a:spcAft>
                <a:spcPts val="0"/>
              </a:spcAft>
              <a:buClr>
                <a:schemeClr val="dk1"/>
              </a:buClr>
              <a:buSzPts val="2800"/>
              <a:buNone/>
            </a:pPr>
            <a:r>
              <a:rPr b="1" i="1" lang="en-US" u="sng">
                <a:latin typeface="Calibri"/>
                <a:ea typeface="Calibri"/>
                <a:cs typeface="Calibri"/>
                <a:sym typeface="Calibri"/>
              </a:rPr>
              <a:t> 3. Custom Meal Assignment</a:t>
            </a:r>
            <a:endParaRPr/>
          </a:p>
          <a:p>
            <a:pPr indent="-127000" lvl="0" marL="0" rtl="0" algn="l">
              <a:lnSpc>
                <a:spcPct val="100000"/>
              </a:lnSpc>
              <a:spcBef>
                <a:spcPts val="0"/>
              </a:spcBef>
              <a:spcAft>
                <a:spcPts val="0"/>
              </a:spcAft>
              <a:buClr>
                <a:schemeClr val="dk1"/>
              </a:buClr>
              <a:buSzPts val="2000"/>
              <a:buFont typeface="Arial"/>
              <a:buChar char="•"/>
            </a:pPr>
            <a:r>
              <a:rPr b="1" lang="en-US" sz="2000">
                <a:latin typeface="Arial"/>
                <a:ea typeface="Arial"/>
                <a:cs typeface="Arial"/>
                <a:sym typeface="Arial"/>
              </a:rPr>
              <a:t>Personalized meal plans</a:t>
            </a:r>
            <a:r>
              <a:rPr lang="en-US" sz="2000">
                <a:latin typeface="Arial"/>
                <a:ea typeface="Arial"/>
                <a:cs typeface="Arial"/>
                <a:sym typeface="Arial"/>
              </a:rPr>
              <a:t> :based on health profile. </a:t>
            </a:r>
            <a:endParaRPr sz="2000">
              <a:latin typeface="Arial"/>
              <a:ea typeface="Arial"/>
              <a:cs typeface="Arial"/>
              <a:sym typeface="Arial"/>
            </a:endParaRPr>
          </a:p>
          <a:p>
            <a:pPr indent="0" lvl="0" marL="0" rtl="0" algn="l">
              <a:lnSpc>
                <a:spcPct val="100000"/>
              </a:lnSpc>
              <a:spcBef>
                <a:spcPts val="0"/>
              </a:spcBef>
              <a:spcAft>
                <a:spcPts val="0"/>
              </a:spcAft>
              <a:buClr>
                <a:schemeClr val="dk1"/>
              </a:buClr>
              <a:buSzPts val="2000"/>
              <a:buFont typeface="Arial"/>
              <a:buNone/>
            </a:pPr>
            <a:r>
              <a:t/>
            </a:r>
            <a:endParaRPr sz="2000">
              <a:latin typeface="Arial"/>
              <a:ea typeface="Arial"/>
              <a:cs typeface="Arial"/>
              <a:sym typeface="Arial"/>
            </a:endParaRPr>
          </a:p>
          <a:p>
            <a:pPr indent="-127000" lvl="0" marL="0" rtl="0" algn="l">
              <a:lnSpc>
                <a:spcPct val="100000"/>
              </a:lnSpc>
              <a:spcBef>
                <a:spcPts val="0"/>
              </a:spcBef>
              <a:spcAft>
                <a:spcPts val="0"/>
              </a:spcAft>
              <a:buClr>
                <a:schemeClr val="dk1"/>
              </a:buClr>
              <a:buSzPts val="2000"/>
              <a:buFont typeface="Arial"/>
              <a:buChar char="•"/>
            </a:pPr>
            <a:r>
              <a:rPr b="1" lang="en-US" sz="2000">
                <a:latin typeface="Arial"/>
                <a:ea typeface="Arial"/>
                <a:cs typeface="Arial"/>
                <a:sym typeface="Arial"/>
              </a:rPr>
              <a:t>Nutritional adjustments:</a:t>
            </a:r>
            <a:r>
              <a:rPr lang="en-US" sz="2000">
                <a:latin typeface="Arial"/>
                <a:ea typeface="Arial"/>
                <a:cs typeface="Arial"/>
                <a:sym typeface="Arial"/>
              </a:rPr>
              <a:t> </a:t>
            </a:r>
            <a:endParaRPr/>
          </a:p>
          <a:p>
            <a:pPr indent="-127000" lvl="1" marL="457200" rtl="0" algn="l">
              <a:lnSpc>
                <a:spcPct val="100000"/>
              </a:lnSpc>
              <a:spcBef>
                <a:spcPts val="0"/>
              </a:spcBef>
              <a:spcAft>
                <a:spcPts val="0"/>
              </a:spcAft>
              <a:buClr>
                <a:schemeClr val="dk1"/>
              </a:buClr>
              <a:buSzPts val="2000"/>
              <a:buFont typeface="Arial"/>
              <a:buChar char="•"/>
            </a:pPr>
            <a:r>
              <a:rPr lang="en-US" sz="2000">
                <a:latin typeface="Arial"/>
                <a:ea typeface="Arial"/>
                <a:cs typeface="Arial"/>
                <a:sym typeface="Arial"/>
              </a:rPr>
              <a:t>High blood sugar → Low GI, fiber-rich foods. </a:t>
            </a:r>
            <a:endParaRPr/>
          </a:p>
          <a:p>
            <a:pPr indent="-127000" lvl="1" marL="457200" rtl="0" algn="l">
              <a:lnSpc>
                <a:spcPct val="100000"/>
              </a:lnSpc>
              <a:spcBef>
                <a:spcPts val="0"/>
              </a:spcBef>
              <a:spcAft>
                <a:spcPts val="0"/>
              </a:spcAft>
              <a:buClr>
                <a:schemeClr val="dk1"/>
              </a:buClr>
              <a:buSzPts val="2000"/>
              <a:buFont typeface="Arial"/>
              <a:buChar char="•"/>
            </a:pPr>
            <a:r>
              <a:rPr lang="en-US" sz="2000">
                <a:latin typeface="Arial"/>
                <a:ea typeface="Arial"/>
                <a:cs typeface="Arial"/>
                <a:sym typeface="Arial"/>
              </a:rPr>
              <a:t>High LDL → Low-fat, HDL-boosting meals. </a:t>
            </a:r>
            <a:endParaRPr/>
          </a:p>
          <a:p>
            <a:pPr indent="-127000" lvl="1" marL="457200" rtl="0" algn="l">
              <a:lnSpc>
                <a:spcPct val="100000"/>
              </a:lnSpc>
              <a:spcBef>
                <a:spcPts val="0"/>
              </a:spcBef>
              <a:spcAft>
                <a:spcPts val="0"/>
              </a:spcAft>
              <a:buClr>
                <a:schemeClr val="dk1"/>
              </a:buClr>
              <a:buSzPts val="2000"/>
              <a:buFont typeface="Arial"/>
              <a:buChar char="•"/>
            </a:pPr>
            <a:r>
              <a:rPr lang="en-US" sz="2000">
                <a:latin typeface="Arial"/>
                <a:ea typeface="Arial"/>
                <a:cs typeface="Arial"/>
                <a:sym typeface="Arial"/>
              </a:rPr>
              <a:t>High blood pressure → Low sodium, potassium-rich choices. </a:t>
            </a:r>
            <a:endParaRPr sz="2000">
              <a:latin typeface="Arial"/>
              <a:ea typeface="Arial"/>
              <a:cs typeface="Arial"/>
              <a:sym typeface="Arial"/>
            </a:endParaRPr>
          </a:p>
          <a:p>
            <a:pPr indent="0" lvl="1" marL="457200" rtl="0" algn="l">
              <a:lnSpc>
                <a:spcPct val="100000"/>
              </a:lnSpc>
              <a:spcBef>
                <a:spcPts val="0"/>
              </a:spcBef>
              <a:spcAft>
                <a:spcPts val="0"/>
              </a:spcAft>
              <a:buClr>
                <a:schemeClr val="dk1"/>
              </a:buClr>
              <a:buSzPts val="2000"/>
              <a:buFont typeface="Arial"/>
              <a:buNone/>
            </a:pPr>
            <a:r>
              <a:t/>
            </a:r>
            <a:endParaRPr sz="2000">
              <a:latin typeface="Arial"/>
              <a:ea typeface="Arial"/>
              <a:cs typeface="Arial"/>
              <a:sym typeface="Arial"/>
            </a:endParaRPr>
          </a:p>
          <a:p>
            <a:pPr indent="-127000" lvl="0" marL="0" rtl="0" algn="l">
              <a:lnSpc>
                <a:spcPct val="100000"/>
              </a:lnSpc>
              <a:spcBef>
                <a:spcPts val="0"/>
              </a:spcBef>
              <a:spcAft>
                <a:spcPts val="0"/>
              </a:spcAft>
              <a:buClr>
                <a:schemeClr val="dk1"/>
              </a:buClr>
              <a:buSzPts val="2000"/>
              <a:buFont typeface="Arial"/>
              <a:buChar char="•"/>
            </a:pPr>
            <a:r>
              <a:rPr b="1" lang="en-US" sz="2000">
                <a:latin typeface="Arial"/>
                <a:ea typeface="Arial"/>
                <a:cs typeface="Arial"/>
                <a:sym typeface="Arial"/>
              </a:rPr>
              <a:t>Six daily meals per patient:</a:t>
            </a:r>
            <a:r>
              <a:rPr lang="en-US" sz="2000">
                <a:latin typeface="Arial"/>
                <a:ea typeface="Arial"/>
                <a:cs typeface="Arial"/>
                <a:sym typeface="Arial"/>
              </a:rPr>
              <a:t> </a:t>
            </a:r>
            <a:endParaRPr/>
          </a:p>
          <a:p>
            <a:pPr indent="0" lvl="0" marL="0" rtl="0" algn="l">
              <a:lnSpc>
                <a:spcPct val="100000"/>
              </a:lnSpc>
              <a:spcBef>
                <a:spcPts val="0"/>
              </a:spcBef>
              <a:spcAft>
                <a:spcPts val="0"/>
              </a:spcAft>
              <a:buClr>
                <a:schemeClr val="dk1"/>
              </a:buClr>
              <a:buSzPts val="2000"/>
              <a:buNone/>
            </a:pPr>
            <a:r>
              <a:rPr b="1" lang="en-US" sz="2000">
                <a:latin typeface="Arial"/>
                <a:ea typeface="Arial"/>
                <a:cs typeface="Arial"/>
                <a:sym typeface="Arial"/>
              </a:rPr>
              <a:t>   Breakfast:</a:t>
            </a:r>
            <a:r>
              <a:rPr lang="en-US" sz="2000">
                <a:latin typeface="Arial"/>
                <a:ea typeface="Arial"/>
                <a:cs typeface="Arial"/>
                <a:sym typeface="Arial"/>
              </a:rPr>
              <a:t> Fiber &amp; protein-balanced. </a:t>
            </a:r>
            <a:endParaRPr/>
          </a:p>
          <a:p>
            <a:pPr indent="0" lvl="0" marL="0" rtl="0" algn="l">
              <a:lnSpc>
                <a:spcPct val="100000"/>
              </a:lnSpc>
              <a:spcBef>
                <a:spcPts val="0"/>
              </a:spcBef>
              <a:spcAft>
                <a:spcPts val="0"/>
              </a:spcAft>
              <a:buClr>
                <a:schemeClr val="dk1"/>
              </a:buClr>
              <a:buSzPts val="2000"/>
              <a:buNone/>
            </a:pPr>
            <a:r>
              <a:rPr b="1" lang="en-US" sz="2000">
                <a:latin typeface="Arial"/>
                <a:ea typeface="Arial"/>
                <a:cs typeface="Arial"/>
                <a:sym typeface="Arial"/>
              </a:rPr>
              <a:t>   Morning Snack:</a:t>
            </a:r>
            <a:r>
              <a:rPr lang="en-US" sz="2000">
                <a:latin typeface="Arial"/>
                <a:ea typeface="Arial"/>
                <a:cs typeface="Arial"/>
                <a:sym typeface="Arial"/>
              </a:rPr>
              <a:t> Light, low sugar. </a:t>
            </a:r>
            <a:endParaRPr/>
          </a:p>
          <a:p>
            <a:pPr indent="0" lvl="0" marL="0" rtl="0" algn="l">
              <a:lnSpc>
                <a:spcPct val="100000"/>
              </a:lnSpc>
              <a:spcBef>
                <a:spcPts val="0"/>
              </a:spcBef>
              <a:spcAft>
                <a:spcPts val="0"/>
              </a:spcAft>
              <a:buClr>
                <a:schemeClr val="dk1"/>
              </a:buClr>
              <a:buSzPts val="2000"/>
              <a:buNone/>
            </a:pPr>
            <a:r>
              <a:rPr b="1" lang="en-US" sz="2000">
                <a:latin typeface="Arial"/>
                <a:ea typeface="Arial"/>
                <a:cs typeface="Arial"/>
                <a:sym typeface="Arial"/>
              </a:rPr>
              <a:t>   Lunch:</a:t>
            </a:r>
            <a:r>
              <a:rPr lang="en-US" sz="2000">
                <a:latin typeface="Arial"/>
                <a:ea typeface="Arial"/>
                <a:cs typeface="Arial"/>
                <a:sym typeface="Arial"/>
              </a:rPr>
              <a:t> Controlled carbs &amp; fats. </a:t>
            </a:r>
            <a:endParaRPr/>
          </a:p>
          <a:p>
            <a:pPr indent="0" lvl="0" marL="0" rtl="0" algn="l">
              <a:lnSpc>
                <a:spcPct val="100000"/>
              </a:lnSpc>
              <a:spcBef>
                <a:spcPts val="0"/>
              </a:spcBef>
              <a:spcAft>
                <a:spcPts val="0"/>
              </a:spcAft>
              <a:buClr>
                <a:schemeClr val="dk1"/>
              </a:buClr>
              <a:buSzPts val="2000"/>
              <a:buNone/>
            </a:pPr>
            <a:r>
              <a:rPr b="1" lang="en-US" sz="2000">
                <a:latin typeface="Arial"/>
                <a:ea typeface="Arial"/>
                <a:cs typeface="Arial"/>
                <a:sym typeface="Arial"/>
              </a:rPr>
              <a:t>   Afternoon Snack:</a:t>
            </a:r>
            <a:r>
              <a:rPr lang="en-US" sz="2000">
                <a:latin typeface="Arial"/>
                <a:ea typeface="Arial"/>
                <a:cs typeface="Arial"/>
                <a:sym typeface="Arial"/>
              </a:rPr>
              <a:t> Optional. </a:t>
            </a:r>
            <a:endParaRPr/>
          </a:p>
          <a:p>
            <a:pPr indent="0" lvl="0" marL="0" rtl="0" algn="l">
              <a:lnSpc>
                <a:spcPct val="100000"/>
              </a:lnSpc>
              <a:spcBef>
                <a:spcPts val="0"/>
              </a:spcBef>
              <a:spcAft>
                <a:spcPts val="0"/>
              </a:spcAft>
              <a:buClr>
                <a:schemeClr val="dk1"/>
              </a:buClr>
              <a:buSzPts val="2000"/>
              <a:buNone/>
            </a:pPr>
            <a:r>
              <a:rPr b="1" lang="en-US" sz="2000">
                <a:latin typeface="Arial"/>
                <a:ea typeface="Arial"/>
                <a:cs typeface="Arial"/>
                <a:sym typeface="Arial"/>
              </a:rPr>
              <a:t>   Dinner:</a:t>
            </a:r>
            <a:r>
              <a:rPr lang="en-US" sz="2000">
                <a:latin typeface="Arial"/>
                <a:ea typeface="Arial"/>
                <a:cs typeface="Arial"/>
                <a:sym typeface="Arial"/>
              </a:rPr>
              <a:t> Slow-digesting carbs. </a:t>
            </a:r>
            <a:endParaRPr/>
          </a:p>
          <a:p>
            <a:pPr indent="0" lvl="0" marL="0" rtl="0" algn="l">
              <a:lnSpc>
                <a:spcPct val="100000"/>
              </a:lnSpc>
              <a:spcBef>
                <a:spcPts val="0"/>
              </a:spcBef>
              <a:spcAft>
                <a:spcPts val="0"/>
              </a:spcAft>
              <a:buClr>
                <a:schemeClr val="dk1"/>
              </a:buClr>
              <a:buSzPts val="2000"/>
              <a:buNone/>
            </a:pPr>
            <a:r>
              <a:rPr b="1" lang="en-US" sz="2000">
                <a:latin typeface="Arial"/>
                <a:ea typeface="Arial"/>
                <a:cs typeface="Arial"/>
                <a:sym typeface="Arial"/>
              </a:rPr>
              <a:t>   Evening Snack:</a:t>
            </a:r>
            <a:r>
              <a:rPr lang="en-US" sz="2000">
                <a:latin typeface="Arial"/>
                <a:ea typeface="Arial"/>
                <a:cs typeface="Arial"/>
                <a:sym typeface="Arial"/>
              </a:rPr>
              <a:t> Stabilizes overnight blood sugar. </a:t>
            </a:r>
            <a:endParaRPr/>
          </a:p>
          <a:p>
            <a:pPr indent="-76200" lvl="0" marL="228600" rtl="0" algn="l">
              <a:lnSpc>
                <a:spcPct val="100000"/>
              </a:lnSpc>
              <a:spcBef>
                <a:spcPts val="1000"/>
              </a:spcBef>
              <a:spcAft>
                <a:spcPts val="0"/>
              </a:spcAft>
              <a:buClr>
                <a:schemeClr val="dk1"/>
              </a:buClr>
              <a:buSzPts val="2400"/>
              <a:buFont typeface="Arial"/>
              <a:buNone/>
            </a:pPr>
            <a:r>
              <a:t/>
            </a:r>
            <a:endParaRPr sz="2400">
              <a:latin typeface="Arial"/>
              <a:ea typeface="Arial"/>
              <a:cs typeface="Arial"/>
              <a:sym typeface="Arial"/>
            </a:endParaRPr>
          </a:p>
          <a:p>
            <a:pPr indent="-76200" lvl="0" marL="228600" rtl="0" algn="l">
              <a:lnSpc>
                <a:spcPct val="100000"/>
              </a:lnSpc>
              <a:spcBef>
                <a:spcPts val="1000"/>
              </a:spcBef>
              <a:spcAft>
                <a:spcPts val="0"/>
              </a:spcAft>
              <a:buClr>
                <a:schemeClr val="dk1"/>
              </a:buClr>
              <a:buSzPts val="2400"/>
              <a:buFont typeface="Arial"/>
              <a:buNone/>
            </a:pPr>
            <a:r>
              <a:t/>
            </a:r>
            <a:endParaRPr sz="24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25"/>
          <p:cNvSpPr txBox="1"/>
          <p:nvPr>
            <p:ph type="title"/>
          </p:nvPr>
        </p:nvSpPr>
        <p:spPr>
          <a:xfrm>
            <a:off x="838200" y="17362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684" name="Google Shape;684;p25"/>
          <p:cNvSpPr txBox="1"/>
          <p:nvPr>
            <p:ph idx="1" type="body"/>
          </p:nvPr>
        </p:nvSpPr>
        <p:spPr>
          <a:xfrm>
            <a:off x="473936" y="1022045"/>
            <a:ext cx="11417508" cy="538801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 </a:t>
            </a:r>
            <a:r>
              <a:rPr b="1" lang="en-US">
                <a:latin typeface="Calibri"/>
                <a:ea typeface="Calibri"/>
                <a:cs typeface="Calibri"/>
                <a:sym typeface="Calibri"/>
              </a:rPr>
              <a:t>Data Collection:</a:t>
            </a:r>
            <a:endParaRPr/>
          </a:p>
          <a:p>
            <a:pPr indent="0" lvl="0" marL="0" rtl="0" algn="l">
              <a:lnSpc>
                <a:spcPct val="90000"/>
              </a:lnSpc>
              <a:spcBef>
                <a:spcPts val="1000"/>
              </a:spcBef>
              <a:spcAft>
                <a:spcPts val="0"/>
              </a:spcAft>
              <a:buClr>
                <a:schemeClr val="dk1"/>
              </a:buClr>
              <a:buSzPts val="2800"/>
              <a:buNone/>
            </a:pPr>
            <a:r>
              <a:rPr b="1" i="1" lang="en-US" u="sng">
                <a:latin typeface="Calibri"/>
                <a:ea typeface="Calibri"/>
                <a:cs typeface="Calibri"/>
                <a:sym typeface="Calibri"/>
              </a:rPr>
              <a:t> 4. Final Dataset Format</a:t>
            </a:r>
            <a:endParaRPr b="1" i="1" sz="2400" u="sng">
              <a:latin typeface="Arial"/>
              <a:ea typeface="Arial"/>
              <a:cs typeface="Arial"/>
              <a:sym typeface="Arial"/>
            </a:endParaRPr>
          </a:p>
          <a:p>
            <a:pPr indent="0" lvl="0" marL="0" rtl="0" algn="l">
              <a:lnSpc>
                <a:spcPct val="90000"/>
              </a:lnSpc>
              <a:spcBef>
                <a:spcPts val="1000"/>
              </a:spcBef>
              <a:spcAft>
                <a:spcPts val="0"/>
              </a:spcAft>
              <a:buClr>
                <a:schemeClr val="dk1"/>
              </a:buClr>
              <a:buSzPts val="2400"/>
              <a:buNone/>
            </a:pPr>
            <a:r>
              <a:rPr lang="en-US" sz="2400">
                <a:latin typeface="Arial"/>
                <a:ea typeface="Arial"/>
                <a:cs typeface="Arial"/>
                <a:sym typeface="Arial"/>
              </a:rPr>
              <a:t>The final dataset combined the health profile and the assigned meals in a single CSV file. It had the following columns:</a:t>
            </a:r>
            <a:endParaRPr/>
          </a:p>
          <a:p>
            <a:pPr indent="0" lvl="0" marL="0" rtl="0" algn="l">
              <a:lnSpc>
                <a:spcPct val="90000"/>
              </a:lnSpc>
              <a:spcBef>
                <a:spcPts val="1000"/>
              </a:spcBef>
              <a:spcAft>
                <a:spcPts val="0"/>
              </a:spcAft>
              <a:buClr>
                <a:schemeClr val="dk1"/>
              </a:buClr>
              <a:buSzPts val="2400"/>
              <a:buNone/>
            </a:pPr>
            <a:r>
              <a:t/>
            </a:r>
            <a:endParaRPr sz="2400">
              <a:latin typeface="Arial"/>
              <a:ea typeface="Arial"/>
              <a:cs typeface="Arial"/>
              <a:sym typeface="Arial"/>
            </a:endParaRPr>
          </a:p>
          <a:p>
            <a:pPr indent="-152400" lvl="0" marL="0" rtl="0" algn="l">
              <a:lnSpc>
                <a:spcPct val="100000"/>
              </a:lnSpc>
              <a:spcBef>
                <a:spcPts val="0"/>
              </a:spcBef>
              <a:spcAft>
                <a:spcPts val="0"/>
              </a:spcAft>
              <a:buClr>
                <a:schemeClr val="dk1"/>
              </a:buClr>
              <a:buSzPts val="2400"/>
              <a:buFont typeface="Arial"/>
              <a:buChar char="•"/>
            </a:pPr>
            <a:r>
              <a:rPr b="1" lang="en-US" sz="2400">
                <a:latin typeface="Arial"/>
                <a:ea typeface="Arial"/>
                <a:cs typeface="Arial"/>
                <a:sym typeface="Arial"/>
              </a:rPr>
              <a:t>Columns included: </a:t>
            </a:r>
            <a:endParaRPr/>
          </a:p>
          <a:p>
            <a:pPr indent="0" lvl="0" marL="0" rtl="0" algn="l">
              <a:lnSpc>
                <a:spcPct val="100000"/>
              </a:lnSpc>
              <a:spcBef>
                <a:spcPts val="0"/>
              </a:spcBef>
              <a:spcAft>
                <a:spcPts val="0"/>
              </a:spcAft>
              <a:buClr>
                <a:schemeClr val="dk1"/>
              </a:buClr>
              <a:buSzPts val="1800"/>
              <a:buFont typeface="Arial"/>
              <a:buNone/>
            </a:pPr>
            <a:r>
              <a:t/>
            </a:r>
            <a:endParaRPr sz="1800">
              <a:latin typeface="Arial"/>
              <a:ea typeface="Arial"/>
              <a:cs typeface="Arial"/>
              <a:sym typeface="Arial"/>
            </a:endParaRPr>
          </a:p>
          <a:p>
            <a:pPr indent="-127000" lvl="1" marL="457200" rtl="0" algn="l">
              <a:lnSpc>
                <a:spcPct val="100000"/>
              </a:lnSpc>
              <a:spcBef>
                <a:spcPts val="0"/>
              </a:spcBef>
              <a:spcAft>
                <a:spcPts val="0"/>
              </a:spcAft>
              <a:buClr>
                <a:schemeClr val="dk1"/>
              </a:buClr>
              <a:buSzPts val="2000"/>
              <a:buFont typeface="Arial"/>
              <a:buChar char="•"/>
            </a:pPr>
            <a:r>
              <a:rPr b="1" lang="en-US" sz="2000" u="sng">
                <a:latin typeface="Arial"/>
                <a:ea typeface="Arial"/>
                <a:cs typeface="Arial"/>
                <a:sym typeface="Arial"/>
              </a:rPr>
              <a:t>Health indicators</a:t>
            </a:r>
            <a:r>
              <a:rPr lang="en-US" sz="1800">
                <a:latin typeface="Arial"/>
                <a:ea typeface="Arial"/>
                <a:cs typeface="Arial"/>
                <a:sym typeface="Arial"/>
              </a:rPr>
              <a:t>: </a:t>
            </a:r>
            <a:r>
              <a:rPr b="1" lang="en-US" sz="1800">
                <a:latin typeface="Arial"/>
                <a:ea typeface="Arial"/>
                <a:cs typeface="Arial"/>
                <a:sym typeface="Arial"/>
              </a:rPr>
              <a:t>FastingBloodSugar, Systolic_BP, Diastolic_BP, LDL, HDL, Triglycerides, Gender, BMI, Age</a:t>
            </a:r>
            <a:r>
              <a:rPr lang="en-US" sz="1800">
                <a:latin typeface="Arial"/>
                <a:ea typeface="Arial"/>
                <a:cs typeface="Arial"/>
                <a:sym typeface="Arial"/>
              </a:rPr>
              <a:t>. </a:t>
            </a:r>
            <a:endParaRPr/>
          </a:p>
          <a:p>
            <a:pPr indent="-127000" lvl="1" marL="457200" rtl="0" algn="l">
              <a:lnSpc>
                <a:spcPct val="100000"/>
              </a:lnSpc>
              <a:spcBef>
                <a:spcPts val="0"/>
              </a:spcBef>
              <a:spcAft>
                <a:spcPts val="0"/>
              </a:spcAft>
              <a:buClr>
                <a:schemeClr val="dk1"/>
              </a:buClr>
              <a:buSzPts val="2000"/>
              <a:buFont typeface="Arial"/>
              <a:buChar char="•"/>
            </a:pPr>
            <a:r>
              <a:rPr b="1" lang="en-US" sz="2000" u="sng">
                <a:latin typeface="Arial"/>
                <a:ea typeface="Arial"/>
                <a:cs typeface="Arial"/>
                <a:sym typeface="Arial"/>
              </a:rPr>
              <a:t>Meal plan</a:t>
            </a:r>
            <a:r>
              <a:rPr b="1" lang="en-US" sz="2000">
                <a:latin typeface="Arial"/>
                <a:ea typeface="Arial"/>
                <a:cs typeface="Arial"/>
                <a:sym typeface="Arial"/>
              </a:rPr>
              <a:t>: </a:t>
            </a:r>
            <a:r>
              <a:rPr b="1" lang="en-US" sz="1800">
                <a:latin typeface="Arial"/>
                <a:ea typeface="Arial"/>
                <a:cs typeface="Arial"/>
                <a:sym typeface="Arial"/>
              </a:rPr>
              <a:t>Breakfast, Morning_Snack, Lunch, Afternoon_Snack, Dinner, Evening_Snack</a:t>
            </a:r>
            <a:r>
              <a:rPr lang="en-US" sz="1800">
                <a:latin typeface="Arial"/>
                <a:ea typeface="Arial"/>
                <a:cs typeface="Arial"/>
                <a:sym typeface="Arial"/>
              </a:rPr>
              <a:t>. </a:t>
            </a:r>
            <a:endParaRPr sz="1800">
              <a:latin typeface="Arial"/>
              <a:ea typeface="Arial"/>
              <a:cs typeface="Arial"/>
              <a:sym typeface="Arial"/>
            </a:endParaRPr>
          </a:p>
          <a:p>
            <a:pPr indent="0" lvl="0" marL="685800" rtl="0" algn="l">
              <a:lnSpc>
                <a:spcPct val="100000"/>
              </a:lnSpc>
              <a:spcBef>
                <a:spcPts val="0"/>
              </a:spcBef>
              <a:spcAft>
                <a:spcPts val="0"/>
              </a:spcAft>
              <a:buNone/>
            </a:pPr>
            <a:r>
              <a:t/>
            </a:r>
            <a:endParaRPr sz="1800"/>
          </a:p>
          <a:p>
            <a:pPr indent="-152400" lvl="0" marL="0" rtl="0" algn="l">
              <a:lnSpc>
                <a:spcPct val="100000"/>
              </a:lnSpc>
              <a:spcBef>
                <a:spcPts val="0"/>
              </a:spcBef>
              <a:spcAft>
                <a:spcPts val="0"/>
              </a:spcAft>
              <a:buClr>
                <a:schemeClr val="dk1"/>
              </a:buClr>
              <a:buSzPts val="2400"/>
              <a:buFont typeface="Arial"/>
              <a:buChar char="•"/>
            </a:pPr>
            <a:r>
              <a:rPr b="1" lang="en-US" sz="2400">
                <a:latin typeface="Arial"/>
                <a:ea typeface="Arial"/>
                <a:cs typeface="Arial"/>
                <a:sym typeface="Arial"/>
              </a:rPr>
              <a:t>Structure:</a:t>
            </a:r>
            <a:r>
              <a:rPr lang="en-US" sz="2400">
                <a:latin typeface="Arial"/>
                <a:ea typeface="Arial"/>
                <a:cs typeface="Arial"/>
                <a:sym typeface="Arial"/>
              </a:rPr>
              <a:t> </a:t>
            </a:r>
            <a:r>
              <a:rPr lang="en-US" sz="1800">
                <a:latin typeface="Arial"/>
                <a:ea typeface="Arial"/>
                <a:cs typeface="Arial"/>
                <a:sym typeface="Arial"/>
              </a:rPr>
              <a:t>Each row represents </a:t>
            </a:r>
            <a:r>
              <a:rPr b="1" lang="en-US" sz="1800">
                <a:latin typeface="Arial"/>
                <a:ea typeface="Arial"/>
                <a:cs typeface="Arial"/>
                <a:sym typeface="Arial"/>
              </a:rPr>
              <a:t>one patient</a:t>
            </a:r>
            <a:r>
              <a:rPr lang="en-US" sz="1800">
                <a:latin typeface="Arial"/>
                <a:ea typeface="Arial"/>
                <a:cs typeface="Arial"/>
                <a:sym typeface="Arial"/>
              </a:rPr>
              <a:t> with their </a:t>
            </a:r>
            <a:r>
              <a:rPr b="1" lang="en-US" sz="1800">
                <a:latin typeface="Arial"/>
                <a:ea typeface="Arial"/>
                <a:cs typeface="Arial"/>
                <a:sym typeface="Arial"/>
              </a:rPr>
              <a:t>personalized full-day meal plan</a:t>
            </a:r>
            <a:r>
              <a:rPr lang="en-US" sz="1800">
                <a:latin typeface="Arial"/>
                <a:ea typeface="Arial"/>
                <a:cs typeface="Arial"/>
                <a:sym typeface="Arial"/>
              </a:rPr>
              <a:t>. </a:t>
            </a:r>
            <a:endParaRPr/>
          </a:p>
          <a:p>
            <a:pPr indent="0" lvl="0" marL="0" rtl="0" algn="l">
              <a:lnSpc>
                <a:spcPct val="90000"/>
              </a:lnSpc>
              <a:spcBef>
                <a:spcPts val="1000"/>
              </a:spcBef>
              <a:spcAft>
                <a:spcPts val="0"/>
              </a:spcAft>
              <a:buClr>
                <a:schemeClr val="dk1"/>
              </a:buClr>
              <a:buSzPts val="2400"/>
              <a:buNone/>
            </a:pPr>
            <a:r>
              <a:t/>
            </a:r>
            <a:endParaRPr sz="2400">
              <a:latin typeface="Arial"/>
              <a:ea typeface="Arial"/>
              <a:cs typeface="Arial"/>
              <a:sym typeface="Arial"/>
            </a:endParaRPr>
          </a:p>
          <a:p>
            <a:pPr indent="-76200" lvl="0" marL="228600" rtl="0" algn="l">
              <a:lnSpc>
                <a:spcPct val="100000"/>
              </a:lnSpc>
              <a:spcBef>
                <a:spcPts val="1000"/>
              </a:spcBef>
              <a:spcAft>
                <a:spcPts val="0"/>
              </a:spcAft>
              <a:buClr>
                <a:schemeClr val="dk1"/>
              </a:buClr>
              <a:buSzPts val="2400"/>
              <a:buFont typeface="Arial"/>
              <a:buNone/>
            </a:pPr>
            <a:r>
              <a:t/>
            </a:r>
            <a:endParaRPr sz="240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690" name="Google Shape;690;p26"/>
          <p:cNvSpPr txBox="1"/>
          <p:nvPr>
            <p:ph idx="1" type="body"/>
          </p:nvPr>
        </p:nvSpPr>
        <p:spPr>
          <a:xfrm>
            <a:off x="345440" y="1690688"/>
            <a:ext cx="8030789" cy="4399686"/>
          </a:xfrm>
          <a:prstGeom prst="rect">
            <a:avLst/>
          </a:prstGeom>
          <a:noFill/>
          <a:ln>
            <a:noFill/>
          </a:ln>
        </p:spPr>
        <p:txBody>
          <a:bodyPr anchorCtr="0" anchor="t" bIns="45700" lIns="91425" spcFirstLastPara="1" rIns="91425" wrap="square" tIns="45700">
            <a:normAutofit lnSpcReduction="10000"/>
          </a:bodyPr>
          <a:lstStyle/>
          <a:p>
            <a:pPr indent="-254000" lvl="0" marL="228600" rtl="0" algn="l">
              <a:lnSpc>
                <a:spcPct val="9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Data Processing:</a:t>
            </a:r>
            <a:r>
              <a:rPr b="0" i="0" lang="en-US" sz="2200" u="none" cap="none" strike="noStrike">
                <a:solidFill>
                  <a:schemeClr val="dk1"/>
                </a:solidFill>
                <a:latin typeface="Arial"/>
                <a:ea typeface="Arial"/>
                <a:cs typeface="Arial"/>
                <a:sym typeface="Arial"/>
              </a:rPr>
              <a:t> Categorization and transformation of features. </a:t>
            </a:r>
            <a:endParaRPr/>
          </a:p>
          <a:p>
            <a:pPr indent="0" lvl="0" marL="228600" rtl="0" algn="l">
              <a:lnSpc>
                <a:spcPct val="90000"/>
              </a:lnSpc>
              <a:spcBef>
                <a:spcPts val="0"/>
              </a:spcBef>
              <a:spcAft>
                <a:spcPts val="0"/>
              </a:spcAft>
              <a:buNone/>
            </a:pPr>
            <a:r>
              <a:t/>
            </a:r>
            <a:endParaRPr/>
          </a:p>
          <a:p>
            <a:pPr indent="-254000" lvl="0" marL="228600" rtl="0" algn="l">
              <a:lnSpc>
                <a:spcPct val="9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Model Training:</a:t>
            </a:r>
            <a:r>
              <a:rPr b="0" i="0" lang="en-US" sz="2200" u="none" cap="none" strike="noStrike">
                <a:solidFill>
                  <a:schemeClr val="dk1"/>
                </a:solidFill>
                <a:latin typeface="Arial"/>
                <a:ea typeface="Arial"/>
                <a:cs typeface="Arial"/>
                <a:sym typeface="Arial"/>
              </a:rPr>
              <a:t> Multinomial logistic regression with </a:t>
            </a:r>
            <a:r>
              <a:rPr b="0" i="1" lang="en-US" sz="2200" u="none" cap="none" strike="noStrike">
                <a:solidFill>
                  <a:schemeClr val="dk1"/>
                </a:solidFill>
                <a:latin typeface="Arial"/>
                <a:ea typeface="Arial"/>
                <a:cs typeface="Arial"/>
                <a:sym typeface="Arial"/>
              </a:rPr>
              <a:t>SMOTE</a:t>
            </a:r>
            <a:r>
              <a:rPr b="0" i="0" lang="en-US" sz="2200" u="none" cap="none" strike="noStrike">
                <a:solidFill>
                  <a:schemeClr val="dk1"/>
                </a:solidFill>
                <a:latin typeface="Arial"/>
                <a:ea typeface="Arial"/>
                <a:cs typeface="Arial"/>
                <a:sym typeface="Arial"/>
              </a:rPr>
              <a:t> for balance. </a:t>
            </a:r>
            <a:endParaRPr/>
          </a:p>
          <a:p>
            <a:pPr indent="0" lvl="0" marL="228600" rtl="0" algn="l">
              <a:lnSpc>
                <a:spcPct val="90000"/>
              </a:lnSpc>
              <a:spcBef>
                <a:spcPts val="0"/>
              </a:spcBef>
              <a:spcAft>
                <a:spcPts val="0"/>
              </a:spcAft>
              <a:buNone/>
            </a:pPr>
            <a:r>
              <a:t/>
            </a:r>
            <a:endParaRPr/>
          </a:p>
          <a:p>
            <a:pPr indent="-254000" lvl="0" marL="228600" rtl="0" algn="l">
              <a:lnSpc>
                <a:spcPct val="9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Model Saving:</a:t>
            </a:r>
            <a:r>
              <a:rPr b="0" i="0" lang="en-US" sz="2200" u="none" cap="none" strike="noStrike">
                <a:solidFill>
                  <a:schemeClr val="dk1"/>
                </a:solidFill>
                <a:latin typeface="Arial"/>
                <a:ea typeface="Arial"/>
                <a:cs typeface="Arial"/>
                <a:sym typeface="Arial"/>
              </a:rPr>
              <a:t> Stored using </a:t>
            </a:r>
            <a:r>
              <a:rPr b="0" i="1" lang="en-US" sz="2200" u="none" cap="none" strike="noStrike">
                <a:solidFill>
                  <a:schemeClr val="dk1"/>
                </a:solidFill>
                <a:latin typeface="Arial"/>
                <a:ea typeface="Arial"/>
                <a:cs typeface="Arial"/>
                <a:sym typeface="Arial"/>
              </a:rPr>
              <a:t>joblib</a:t>
            </a:r>
            <a:r>
              <a:rPr b="0" i="0" lang="en-US" sz="2200" u="none" cap="none" strike="noStrike">
                <a:solidFill>
                  <a:schemeClr val="dk1"/>
                </a:solidFill>
                <a:latin typeface="Arial"/>
                <a:ea typeface="Arial"/>
                <a:cs typeface="Arial"/>
                <a:sym typeface="Arial"/>
              </a:rPr>
              <a:t>. </a:t>
            </a:r>
            <a:endParaRPr/>
          </a:p>
          <a:p>
            <a:pPr indent="0" lvl="0" marL="228600" rtl="0" algn="l">
              <a:lnSpc>
                <a:spcPct val="90000"/>
              </a:lnSpc>
              <a:spcBef>
                <a:spcPts val="0"/>
              </a:spcBef>
              <a:spcAft>
                <a:spcPts val="0"/>
              </a:spcAft>
              <a:buNone/>
            </a:pPr>
            <a:r>
              <a:t/>
            </a:r>
            <a:endParaRPr/>
          </a:p>
          <a:p>
            <a:pPr indent="-254000" lvl="0" marL="228600" rtl="0" algn="l">
              <a:lnSpc>
                <a:spcPct val="9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Meal Recommendations:</a:t>
            </a:r>
            <a:r>
              <a:rPr b="0" i="0" lang="en-US" sz="2200" u="none" cap="none" strike="noStrike">
                <a:solidFill>
                  <a:schemeClr val="dk1"/>
                </a:solidFill>
                <a:latin typeface="Arial"/>
                <a:ea typeface="Arial"/>
                <a:cs typeface="Arial"/>
                <a:sym typeface="Arial"/>
              </a:rPr>
              <a:t> Direct match and cosine similarity-based suggestions. </a:t>
            </a:r>
            <a:endParaRPr/>
          </a:p>
          <a:p>
            <a:pPr indent="0" lvl="0" marL="228600" rtl="0" algn="l">
              <a:lnSpc>
                <a:spcPct val="90000"/>
              </a:lnSpc>
              <a:spcBef>
                <a:spcPts val="0"/>
              </a:spcBef>
              <a:spcAft>
                <a:spcPts val="0"/>
              </a:spcAft>
              <a:buNone/>
            </a:pPr>
            <a:r>
              <a:t/>
            </a:r>
            <a:endParaRPr/>
          </a:p>
          <a:p>
            <a:pPr indent="-254000" lvl="0" marL="228600" rtl="0" algn="l">
              <a:lnSpc>
                <a:spcPct val="90000"/>
              </a:lnSpc>
              <a:spcBef>
                <a:spcPts val="0"/>
              </a:spcBef>
              <a:spcAft>
                <a:spcPts val="0"/>
              </a:spcAft>
              <a:buClr>
                <a:schemeClr val="dk1"/>
              </a:buClr>
              <a:buSzPts val="2200"/>
              <a:buFont typeface="Arial"/>
              <a:buChar char="•"/>
            </a:pPr>
            <a:r>
              <a:rPr b="1" i="0" lang="en-US" sz="2200" u="none" cap="none" strike="noStrike">
                <a:solidFill>
                  <a:schemeClr val="dk1"/>
                </a:solidFill>
                <a:latin typeface="Arial"/>
                <a:ea typeface="Arial"/>
                <a:cs typeface="Arial"/>
                <a:sym typeface="Arial"/>
              </a:rPr>
              <a:t>Prediction Execution:</a:t>
            </a:r>
            <a:r>
              <a:rPr b="0" i="0" lang="en-US" sz="2200" u="none" cap="none" strike="noStrike">
                <a:solidFill>
                  <a:schemeClr val="dk1"/>
                </a:solidFill>
                <a:latin typeface="Arial"/>
                <a:ea typeface="Arial"/>
                <a:cs typeface="Arial"/>
                <a:sym typeface="Arial"/>
              </a:rPr>
              <a:t> User input, sugar level prediction, and meal recommendations. </a:t>
            </a:r>
            <a:endParaRPr/>
          </a:p>
          <a:p>
            <a:pPr indent="0" lvl="0" marL="0" rtl="0" algn="l">
              <a:lnSpc>
                <a:spcPct val="90000"/>
              </a:lnSpc>
              <a:spcBef>
                <a:spcPts val="1000"/>
              </a:spcBef>
              <a:spcAft>
                <a:spcPts val="0"/>
              </a:spcAft>
              <a:buClr>
                <a:schemeClr val="dk1"/>
              </a:buClr>
              <a:buSzPts val="2800"/>
              <a:buNone/>
            </a:pPr>
            <a:r>
              <a:t/>
            </a:r>
            <a:endParaRPr/>
          </a:p>
        </p:txBody>
      </p:sp>
      <p:grpSp>
        <p:nvGrpSpPr>
          <p:cNvPr id="691" name="Google Shape;691;p26"/>
          <p:cNvGrpSpPr/>
          <p:nvPr/>
        </p:nvGrpSpPr>
        <p:grpSpPr>
          <a:xfrm>
            <a:off x="7920188" y="3848070"/>
            <a:ext cx="4850932" cy="2806731"/>
            <a:chOff x="540962" y="2537594"/>
            <a:chExt cx="1428747" cy="615935"/>
          </a:xfrm>
        </p:grpSpPr>
        <p:sp>
          <p:nvSpPr>
            <p:cNvPr id="692" name="Google Shape;692;p26"/>
            <p:cNvSpPr/>
            <p:nvPr/>
          </p:nvSpPr>
          <p:spPr>
            <a:xfrm>
              <a:off x="701522" y="2577989"/>
              <a:ext cx="124214" cy="520004"/>
            </a:xfrm>
            <a:custGeom>
              <a:rect b="b" l="l" r="r" t="t"/>
              <a:pathLst>
                <a:path extrusionOk="0" h="16310" w="3896">
                  <a:moveTo>
                    <a:pt x="0" y="0"/>
                  </a:moveTo>
                  <a:lnTo>
                    <a:pt x="0" y="16310"/>
                  </a:lnTo>
                  <a:lnTo>
                    <a:pt x="3896" y="16310"/>
                  </a:lnTo>
                  <a:lnTo>
                    <a:pt x="3896" y="0"/>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3" name="Google Shape;693;p26"/>
            <p:cNvSpPr/>
            <p:nvPr/>
          </p:nvSpPr>
          <p:spPr>
            <a:xfrm>
              <a:off x="1137705" y="2582006"/>
              <a:ext cx="124214" cy="520035"/>
            </a:xfrm>
            <a:custGeom>
              <a:rect b="b" l="l" r="r" t="t"/>
              <a:pathLst>
                <a:path extrusionOk="0" h="16311" w="3896">
                  <a:moveTo>
                    <a:pt x="0" y="1"/>
                  </a:moveTo>
                  <a:lnTo>
                    <a:pt x="0" y="16310"/>
                  </a:lnTo>
                  <a:lnTo>
                    <a:pt x="3896" y="16310"/>
                  </a:lnTo>
                  <a:lnTo>
                    <a:pt x="3896"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4" name="Google Shape;694;p26"/>
            <p:cNvSpPr/>
            <p:nvPr/>
          </p:nvSpPr>
          <p:spPr>
            <a:xfrm>
              <a:off x="1364868" y="2582006"/>
              <a:ext cx="124246" cy="520035"/>
            </a:xfrm>
            <a:custGeom>
              <a:rect b="b" l="l" r="r" t="t"/>
              <a:pathLst>
                <a:path extrusionOk="0" h="16311" w="3897">
                  <a:moveTo>
                    <a:pt x="1" y="1"/>
                  </a:moveTo>
                  <a:lnTo>
                    <a:pt x="1" y="16310"/>
                  </a:lnTo>
                  <a:lnTo>
                    <a:pt x="3896" y="16310"/>
                  </a:lnTo>
                  <a:lnTo>
                    <a:pt x="3896"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5" name="Google Shape;695;p26"/>
            <p:cNvSpPr/>
            <p:nvPr/>
          </p:nvSpPr>
          <p:spPr>
            <a:xfrm>
              <a:off x="918609" y="2754681"/>
              <a:ext cx="127243" cy="345351"/>
            </a:xfrm>
            <a:custGeom>
              <a:rect b="b" l="l" r="r" t="t"/>
              <a:pathLst>
                <a:path extrusionOk="0" h="10832" w="3991">
                  <a:moveTo>
                    <a:pt x="0" y="0"/>
                  </a:moveTo>
                  <a:lnTo>
                    <a:pt x="0" y="10831"/>
                  </a:lnTo>
                  <a:lnTo>
                    <a:pt x="3990" y="10831"/>
                  </a:lnTo>
                  <a:lnTo>
                    <a:pt x="3990" y="0"/>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6" name="Google Shape;696;p26"/>
            <p:cNvSpPr/>
            <p:nvPr/>
          </p:nvSpPr>
          <p:spPr>
            <a:xfrm>
              <a:off x="540962" y="2537594"/>
              <a:ext cx="1410577" cy="589699"/>
            </a:xfrm>
            <a:custGeom>
              <a:rect b="b" l="l" r="r" t="t"/>
              <a:pathLst>
                <a:path extrusionOk="0" fill="none" h="18496" w="44243">
                  <a:moveTo>
                    <a:pt x="1" y="1"/>
                  </a:moveTo>
                  <a:lnTo>
                    <a:pt x="1" y="18495"/>
                  </a:lnTo>
                  <a:lnTo>
                    <a:pt x="44243" y="18495"/>
                  </a:lnTo>
                </a:path>
              </a:pathLst>
            </a:custGeom>
            <a:noFill/>
            <a:ln cap="flat" cmpd="sng" w="10300">
              <a:solidFill>
                <a:srgbClr val="FFF9F3"/>
              </a:solidFill>
              <a:prstDash val="solid"/>
              <a:miter lim="31669"/>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697" name="Google Shape;697;p26"/>
            <p:cNvSpPr/>
            <p:nvPr/>
          </p:nvSpPr>
          <p:spPr>
            <a:xfrm>
              <a:off x="1895965" y="3079785"/>
              <a:ext cx="73744" cy="73744"/>
            </a:xfrm>
            <a:custGeom>
              <a:rect b="b" l="l" r="r" t="t"/>
              <a:pathLst>
                <a:path extrusionOk="0" h="2313" w="2313">
                  <a:moveTo>
                    <a:pt x="1141" y="1"/>
                  </a:moveTo>
                  <a:cubicBezTo>
                    <a:pt x="507" y="1"/>
                    <a:pt x="1" y="507"/>
                    <a:pt x="1" y="1141"/>
                  </a:cubicBezTo>
                  <a:cubicBezTo>
                    <a:pt x="1" y="1774"/>
                    <a:pt x="507" y="2313"/>
                    <a:pt x="1141" y="2313"/>
                  </a:cubicBezTo>
                  <a:cubicBezTo>
                    <a:pt x="1774" y="2313"/>
                    <a:pt x="2313" y="1774"/>
                    <a:pt x="2313" y="1141"/>
                  </a:cubicBezTo>
                  <a:cubicBezTo>
                    <a:pt x="2313" y="507"/>
                    <a:pt x="1774" y="1"/>
                    <a:pt x="1141"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27"/>
          <p:cNvSpPr txBox="1"/>
          <p:nvPr>
            <p:ph type="title"/>
          </p:nvPr>
        </p:nvSpPr>
        <p:spPr>
          <a:xfrm>
            <a:off x="838200" y="17362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703" name="Google Shape;703;p27"/>
          <p:cNvSpPr txBox="1"/>
          <p:nvPr>
            <p:ph idx="1" type="body"/>
          </p:nvPr>
        </p:nvSpPr>
        <p:spPr>
          <a:xfrm>
            <a:off x="504416" y="1296365"/>
            <a:ext cx="11417508" cy="5388015"/>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dk1"/>
              </a:buClr>
              <a:buSzPct val="100000"/>
              <a:buNone/>
            </a:pPr>
            <a:r>
              <a:rPr b="1" lang="en-US"/>
              <a:t> </a:t>
            </a:r>
            <a:r>
              <a:rPr b="1" lang="en-US">
                <a:latin typeface="Calibri"/>
                <a:ea typeface="Calibri"/>
                <a:cs typeface="Calibri"/>
                <a:sym typeface="Calibri"/>
              </a:rPr>
              <a:t>Data Collection:</a:t>
            </a:r>
            <a:endParaRPr b="1">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None/>
            </a:pPr>
            <a:r>
              <a:rPr b="1" i="1" lang="en-US" u="sng">
                <a:latin typeface="Calibri"/>
                <a:ea typeface="Calibri"/>
                <a:cs typeface="Calibri"/>
                <a:sym typeface="Calibri"/>
              </a:rPr>
              <a:t>5. </a:t>
            </a:r>
            <a:r>
              <a:rPr b="1" i="1" lang="en-US" sz="2900" u="sng">
                <a:latin typeface="Calibri"/>
                <a:ea typeface="Calibri"/>
                <a:cs typeface="Calibri"/>
                <a:sym typeface="Calibri"/>
              </a:rPr>
              <a:t>Exercise Data Source</a:t>
            </a:r>
            <a:endParaRPr>
              <a:latin typeface="Calibri"/>
              <a:ea typeface="Calibri"/>
              <a:cs typeface="Calibri"/>
              <a:sym typeface="Calibri"/>
            </a:endParaRPr>
          </a:p>
          <a:p>
            <a:pPr indent="-228600" lvl="0" marL="228600" rtl="0" algn="l">
              <a:lnSpc>
                <a:spcPct val="100000"/>
              </a:lnSpc>
              <a:spcBef>
                <a:spcPts val="1000"/>
              </a:spcBef>
              <a:spcAft>
                <a:spcPts val="0"/>
              </a:spcAft>
              <a:buClr>
                <a:schemeClr val="dk1"/>
              </a:buClr>
              <a:buSzPct val="100000"/>
              <a:buFont typeface="Arial"/>
              <a:buChar char="•"/>
            </a:pPr>
            <a:r>
              <a:rPr b="1" lang="en-US" sz="2400"/>
              <a:t> </a:t>
            </a:r>
            <a:r>
              <a:rPr b="1" lang="en-US" sz="2400">
                <a:latin typeface="Arial"/>
                <a:ea typeface="Arial"/>
                <a:cs typeface="Arial"/>
                <a:sym typeface="Arial"/>
              </a:rPr>
              <a:t>Description</a:t>
            </a:r>
            <a:r>
              <a:rPr lang="en-US" sz="2400">
                <a:latin typeface="Arial"/>
                <a:ea typeface="Arial"/>
                <a:cs typeface="Arial"/>
                <a:sym typeface="Arial"/>
              </a:rPr>
              <a:t>: We collect health data and use AI to provide workout recommendations based on user profiles.</a:t>
            </a:r>
            <a:endParaRPr sz="2400">
              <a:latin typeface="Arial"/>
              <a:ea typeface="Arial"/>
              <a:cs typeface="Arial"/>
              <a:sym typeface="Arial"/>
            </a:endParaRPr>
          </a:p>
          <a:p>
            <a:pPr indent="-228600" lvl="0" marL="228600" rtl="0" algn="l">
              <a:lnSpc>
                <a:spcPct val="90000"/>
              </a:lnSpc>
              <a:spcBef>
                <a:spcPts val="1000"/>
              </a:spcBef>
              <a:spcAft>
                <a:spcPts val="0"/>
              </a:spcAft>
              <a:buClr>
                <a:schemeClr val="dk1"/>
              </a:buClr>
              <a:buSzPct val="100000"/>
              <a:buFont typeface="Arial"/>
              <a:buChar char="•"/>
            </a:pPr>
            <a:r>
              <a:rPr b="1" lang="en-US" sz="2400"/>
              <a:t> </a:t>
            </a:r>
            <a:r>
              <a:rPr b="1" lang="en-US" sz="2400">
                <a:latin typeface="Arial"/>
                <a:ea typeface="Arial"/>
                <a:cs typeface="Arial"/>
                <a:sym typeface="Arial"/>
              </a:rPr>
              <a:t>Steps</a:t>
            </a:r>
            <a:r>
              <a:rPr lang="en-US" sz="2400">
                <a:latin typeface="Arial"/>
                <a:ea typeface="Arial"/>
                <a:cs typeface="Arial"/>
                <a:sym typeface="Arial"/>
              </a:rPr>
              <a:t>:</a:t>
            </a:r>
            <a:endParaRPr/>
          </a:p>
          <a:p>
            <a:pPr indent="0" lvl="1" marL="457200" rtl="0" algn="l">
              <a:lnSpc>
                <a:spcPct val="90000"/>
              </a:lnSpc>
              <a:spcBef>
                <a:spcPts val="500"/>
              </a:spcBef>
              <a:spcAft>
                <a:spcPts val="0"/>
              </a:spcAft>
              <a:buClr>
                <a:schemeClr val="dk1"/>
              </a:buClr>
              <a:buSzPct val="100000"/>
              <a:buNone/>
            </a:pPr>
            <a:r>
              <a:rPr lang="en-US" sz="2000">
                <a:latin typeface="Arial"/>
                <a:ea typeface="Arial"/>
                <a:cs typeface="Arial"/>
                <a:sym typeface="Arial"/>
              </a:rPr>
              <a:t>Use dataset:</a:t>
            </a:r>
            <a:endParaRPr sz="2000">
              <a:latin typeface="Arial"/>
              <a:ea typeface="Arial"/>
              <a:cs typeface="Arial"/>
              <a:sym typeface="Arial"/>
            </a:endParaRPr>
          </a:p>
          <a:p>
            <a:pPr indent="-285750" lvl="1" marL="742950" rtl="0" algn="l">
              <a:lnSpc>
                <a:spcPct val="90000"/>
              </a:lnSpc>
              <a:spcBef>
                <a:spcPts val="500"/>
              </a:spcBef>
              <a:spcAft>
                <a:spcPts val="0"/>
              </a:spcAft>
              <a:buClr>
                <a:schemeClr val="dk1"/>
              </a:buClr>
              <a:buSzPct val="100000"/>
              <a:buChar char="•"/>
            </a:pPr>
            <a:r>
              <a:rPr lang="en-US" sz="2000">
                <a:latin typeface="Arial"/>
                <a:ea typeface="Arial"/>
                <a:cs typeface="Arial"/>
                <a:sym typeface="Arial"/>
              </a:rPr>
              <a:t>data</a:t>
            </a:r>
            <a:endParaRPr/>
          </a:p>
          <a:p>
            <a:pPr indent="0" lvl="1" marL="457200" rtl="0" algn="l">
              <a:lnSpc>
                <a:spcPct val="90000"/>
              </a:lnSpc>
              <a:spcBef>
                <a:spcPts val="500"/>
              </a:spcBef>
              <a:spcAft>
                <a:spcPts val="0"/>
              </a:spcAft>
              <a:buClr>
                <a:schemeClr val="dk1"/>
              </a:buClr>
              <a:buSzPct val="100000"/>
              <a:buNone/>
            </a:pPr>
            <a:r>
              <a:rPr lang="en-US" sz="2000"/>
              <a:t> </a:t>
            </a:r>
            <a:r>
              <a:rPr lang="en-US" sz="2000">
                <a:solidFill>
                  <a:schemeClr val="accent2"/>
                </a:solidFill>
              </a:rPr>
              <a:t>(/content/sample_5000.csv</a:t>
            </a:r>
            <a:r>
              <a:rPr b="0" lang="en-US" sz="1600">
                <a:solidFill>
                  <a:srgbClr val="CCCCCC"/>
                </a:solidFill>
                <a:latin typeface="Consolas"/>
                <a:ea typeface="Consolas"/>
                <a:cs typeface="Consolas"/>
                <a:sym typeface="Consolas"/>
              </a:rPr>
              <a:t>)</a:t>
            </a:r>
            <a:endParaRPr sz="2000"/>
          </a:p>
          <a:p>
            <a:pPr indent="0" lvl="1" marL="457200" rtl="0" algn="l">
              <a:lnSpc>
                <a:spcPct val="90000"/>
              </a:lnSpc>
              <a:spcBef>
                <a:spcPts val="500"/>
              </a:spcBef>
              <a:spcAft>
                <a:spcPts val="0"/>
              </a:spcAft>
              <a:buClr>
                <a:schemeClr val="dk1"/>
              </a:buClr>
              <a:buSzPct val="100000"/>
              <a:buNone/>
            </a:pPr>
            <a:r>
              <a:rPr b="1" lang="en-US" sz="2100">
                <a:latin typeface="Arial"/>
                <a:ea typeface="Arial"/>
                <a:cs typeface="Arial"/>
                <a:sym typeface="Arial"/>
              </a:rPr>
              <a:t>Dataset Contents</a:t>
            </a:r>
            <a:endParaRPr b="1" sz="2100">
              <a:latin typeface="Arial"/>
              <a:ea typeface="Arial"/>
              <a:cs typeface="Arial"/>
              <a:sym typeface="Arial"/>
            </a:endParaRPr>
          </a:p>
          <a:p>
            <a:pPr indent="-228600" lvl="1" marL="685800" rtl="0" algn="l">
              <a:lnSpc>
                <a:spcPct val="90000"/>
              </a:lnSpc>
              <a:spcBef>
                <a:spcPts val="500"/>
              </a:spcBef>
              <a:spcAft>
                <a:spcPts val="0"/>
              </a:spcAft>
              <a:buClr>
                <a:schemeClr val="dk1"/>
              </a:buClr>
              <a:buSzPct val="100000"/>
              <a:buFont typeface="Arial"/>
              <a:buChar char="-"/>
            </a:pPr>
            <a:r>
              <a:rPr lang="en-US" sz="2000">
                <a:latin typeface="Arial"/>
                <a:ea typeface="Arial"/>
                <a:cs typeface="Arial"/>
                <a:sym typeface="Arial"/>
              </a:rPr>
              <a:t>Dataset Contents:</a:t>
            </a:r>
            <a:endParaRPr sz="2000">
              <a:latin typeface="Arial"/>
              <a:ea typeface="Arial"/>
              <a:cs typeface="Arial"/>
              <a:sym typeface="Arial"/>
            </a:endParaRPr>
          </a:p>
          <a:p>
            <a:pPr indent="0" lvl="1" marL="457200" rtl="0" algn="l">
              <a:lnSpc>
                <a:spcPct val="90000"/>
              </a:lnSpc>
              <a:spcBef>
                <a:spcPts val="500"/>
              </a:spcBef>
              <a:spcAft>
                <a:spcPts val="0"/>
              </a:spcAft>
              <a:buClr>
                <a:schemeClr val="dk1"/>
              </a:buClr>
              <a:buSzPct val="100000"/>
              <a:buNone/>
            </a:pPr>
            <a:r>
              <a:rPr lang="en-US" sz="2000">
                <a:latin typeface="Arial"/>
                <a:ea typeface="Arial"/>
                <a:cs typeface="Arial"/>
                <a:sym typeface="Arial"/>
              </a:rPr>
              <a:t>    Health Data: Gender, Age, BMI, Smoker, Heart Disease, Physical Activity, Difficulty Walking,        </a:t>
            </a:r>
            <a:endParaRPr/>
          </a:p>
          <a:p>
            <a:pPr indent="0" lvl="1" marL="457200" rtl="0" algn="l">
              <a:lnSpc>
                <a:spcPct val="90000"/>
              </a:lnSpc>
              <a:spcBef>
                <a:spcPts val="500"/>
              </a:spcBef>
              <a:spcAft>
                <a:spcPts val="0"/>
              </a:spcAft>
              <a:buClr>
                <a:schemeClr val="dk1"/>
              </a:buClr>
              <a:buSzPct val="100000"/>
              <a:buNone/>
            </a:pPr>
            <a:r>
              <a:rPr lang="en-US" sz="2000">
                <a:latin typeface="Arial"/>
                <a:ea typeface="Arial"/>
                <a:cs typeface="Arial"/>
                <a:sym typeface="Arial"/>
              </a:rPr>
              <a:t>    Healthcare Access</a:t>
            </a:r>
            <a:endParaRPr sz="2000">
              <a:latin typeface="Arial"/>
              <a:ea typeface="Arial"/>
              <a:cs typeface="Arial"/>
              <a:sym typeface="Arial"/>
            </a:endParaRPr>
          </a:p>
          <a:p>
            <a:pPr indent="-228600" lvl="1" marL="685800" rtl="0" algn="l">
              <a:lnSpc>
                <a:spcPct val="90000"/>
              </a:lnSpc>
              <a:spcBef>
                <a:spcPts val="500"/>
              </a:spcBef>
              <a:spcAft>
                <a:spcPts val="0"/>
              </a:spcAft>
              <a:buClr>
                <a:schemeClr val="dk1"/>
              </a:buClr>
              <a:buSzPct val="100000"/>
              <a:buFont typeface="Arial"/>
              <a:buChar char="-"/>
            </a:pPr>
            <a:r>
              <a:rPr lang="en-US" sz="2000">
                <a:latin typeface="Arial"/>
                <a:ea typeface="Arial"/>
                <a:cs typeface="Arial"/>
                <a:sym typeface="Arial"/>
              </a:rPr>
              <a:t>Workout Recommendations:</a:t>
            </a:r>
            <a:endParaRPr sz="2000">
              <a:latin typeface="Arial"/>
              <a:ea typeface="Arial"/>
              <a:cs typeface="Arial"/>
              <a:sym typeface="Arial"/>
            </a:endParaRPr>
          </a:p>
          <a:p>
            <a:pPr indent="0" lvl="1" marL="457200" rtl="0" algn="l">
              <a:lnSpc>
                <a:spcPct val="90000"/>
              </a:lnSpc>
              <a:spcBef>
                <a:spcPts val="500"/>
              </a:spcBef>
              <a:spcAft>
                <a:spcPts val="0"/>
              </a:spcAft>
              <a:buClr>
                <a:schemeClr val="dk1"/>
              </a:buClr>
              <a:buSzPct val="100000"/>
              <a:buNone/>
            </a:pPr>
            <a:r>
              <a:rPr lang="en-US" sz="2000">
                <a:latin typeface="Arial"/>
                <a:ea typeface="Arial"/>
                <a:cs typeface="Arial"/>
                <a:sym typeface="Arial"/>
              </a:rPr>
              <a:t>    Workout1, Workout2, Workout3 with descriptions</a:t>
            </a:r>
            <a:endParaRPr sz="2000">
              <a:latin typeface="Arial"/>
              <a:ea typeface="Arial"/>
              <a:cs typeface="Arial"/>
              <a:sym typeface="Arial"/>
            </a:endParaRPr>
          </a:p>
          <a:p>
            <a:pPr indent="0" lvl="1" marL="457200" rtl="0" algn="l">
              <a:lnSpc>
                <a:spcPct val="90000"/>
              </a:lnSpc>
              <a:spcBef>
                <a:spcPts val="500"/>
              </a:spcBef>
              <a:spcAft>
                <a:spcPts val="0"/>
              </a:spcAft>
              <a:buClr>
                <a:schemeClr val="dk1"/>
              </a:buClr>
              <a:buSzPct val="100000"/>
              <a:buNone/>
            </a:pPr>
            <a:r>
              <a:t/>
            </a:r>
            <a:endParaRPr sz="2000">
              <a:latin typeface="Arial"/>
              <a:ea typeface="Arial"/>
              <a:cs typeface="Arial"/>
              <a:sym typeface="Arial"/>
            </a:endParaRPr>
          </a:p>
          <a:p>
            <a:pPr indent="0" lvl="1" marL="457200" rtl="0" algn="l">
              <a:lnSpc>
                <a:spcPct val="90000"/>
              </a:lnSpc>
              <a:spcBef>
                <a:spcPts val="500"/>
              </a:spcBef>
              <a:spcAft>
                <a:spcPts val="0"/>
              </a:spcAft>
              <a:buClr>
                <a:schemeClr val="dk1"/>
              </a:buClr>
              <a:buSzPct val="100000"/>
              <a:buNone/>
            </a:pPr>
            <a:r>
              <a:rPr b="1" lang="en-US" sz="2000">
                <a:latin typeface="Arial"/>
                <a:ea typeface="Arial"/>
                <a:cs typeface="Arial"/>
                <a:sym typeface="Arial"/>
              </a:rPr>
              <a:t>Why Is It Suitable? </a:t>
            </a:r>
            <a:endParaRPr/>
          </a:p>
          <a:p>
            <a:pPr indent="0" lvl="1" marL="457200" rtl="0" algn="l">
              <a:lnSpc>
                <a:spcPct val="70000"/>
              </a:lnSpc>
              <a:spcBef>
                <a:spcPts val="500"/>
              </a:spcBef>
              <a:spcAft>
                <a:spcPts val="0"/>
              </a:spcAft>
              <a:buClr>
                <a:schemeClr val="dk1"/>
              </a:buClr>
              <a:buSzPct val="100000"/>
              <a:buNone/>
            </a:pPr>
            <a:r>
              <a:rPr lang="en-US" sz="2000">
                <a:latin typeface="Arial"/>
                <a:ea typeface="Arial"/>
                <a:cs typeface="Arial"/>
                <a:sym typeface="Arial"/>
              </a:rPr>
              <a:t>-Personalized workout recommendations based on health risks.  </a:t>
            </a:r>
            <a:endParaRPr/>
          </a:p>
          <a:p>
            <a:pPr indent="0" lvl="1" marL="457200" rtl="0" algn="l">
              <a:lnSpc>
                <a:spcPct val="70000"/>
              </a:lnSpc>
              <a:spcBef>
                <a:spcPts val="500"/>
              </a:spcBef>
              <a:spcAft>
                <a:spcPts val="0"/>
              </a:spcAft>
              <a:buClr>
                <a:schemeClr val="dk1"/>
              </a:buClr>
              <a:buSzPct val="100000"/>
              <a:buNone/>
            </a:pPr>
            <a:r>
              <a:rPr lang="en-US" sz="2000">
                <a:latin typeface="Arial"/>
                <a:ea typeface="Arial"/>
                <a:cs typeface="Arial"/>
                <a:sym typeface="Arial"/>
              </a:rPr>
              <a:t>-Key health factors influencing exercise suitability. </a:t>
            </a:r>
            <a:endParaRPr/>
          </a:p>
          <a:p>
            <a:pPr indent="0" lvl="1" marL="457200" rtl="0" algn="l">
              <a:lnSpc>
                <a:spcPct val="70000"/>
              </a:lnSpc>
              <a:spcBef>
                <a:spcPts val="500"/>
              </a:spcBef>
              <a:spcAft>
                <a:spcPts val="0"/>
              </a:spcAft>
              <a:buClr>
                <a:schemeClr val="dk1"/>
              </a:buClr>
              <a:buSzPct val="100000"/>
              <a:buNone/>
            </a:pPr>
            <a:r>
              <a:rPr lang="en-US" sz="2000">
                <a:latin typeface="Arial"/>
                <a:ea typeface="Arial"/>
                <a:cs typeface="Arial"/>
                <a:sym typeface="Arial"/>
              </a:rPr>
              <a:t>-AI-powered fitness suggestions. </a:t>
            </a:r>
            <a:endParaRPr/>
          </a:p>
          <a:p>
            <a:pPr indent="0" lvl="1" marL="457200" rtl="0" algn="l">
              <a:lnSpc>
                <a:spcPct val="90000"/>
              </a:lnSpc>
              <a:spcBef>
                <a:spcPts val="500"/>
              </a:spcBef>
              <a:spcAft>
                <a:spcPts val="0"/>
              </a:spcAft>
              <a:buClr>
                <a:schemeClr val="dk1"/>
              </a:buClr>
              <a:buSzPct val="100000"/>
              <a:buNone/>
            </a:pPr>
            <a:r>
              <a:t/>
            </a:r>
            <a:endParaRPr sz="2000">
              <a:latin typeface="Arial"/>
              <a:ea typeface="Arial"/>
              <a:cs typeface="Arial"/>
              <a:sym typeface="Arial"/>
            </a:endParaRPr>
          </a:p>
          <a:p>
            <a:pPr indent="0" lvl="1" marL="457200" rtl="0" algn="l">
              <a:lnSpc>
                <a:spcPct val="90000"/>
              </a:lnSpc>
              <a:spcBef>
                <a:spcPts val="500"/>
              </a:spcBef>
              <a:spcAft>
                <a:spcPts val="0"/>
              </a:spcAft>
              <a:buClr>
                <a:schemeClr val="dk1"/>
              </a:buClr>
              <a:buSzPct val="100000"/>
              <a:buNone/>
            </a:pPr>
            <a:r>
              <a:rPr b="1" lang="en-US" sz="2000">
                <a:latin typeface="Arial"/>
                <a:ea typeface="Arial"/>
                <a:cs typeface="Arial"/>
                <a:sym typeface="Arial"/>
              </a:rPr>
              <a:t>Usage</a:t>
            </a:r>
            <a:endParaRPr/>
          </a:p>
          <a:p>
            <a:pPr indent="0" lvl="1" marL="457200" rtl="0" algn="l">
              <a:lnSpc>
                <a:spcPct val="90000"/>
              </a:lnSpc>
              <a:spcBef>
                <a:spcPts val="500"/>
              </a:spcBef>
              <a:spcAft>
                <a:spcPts val="0"/>
              </a:spcAft>
              <a:buClr>
                <a:schemeClr val="dk1"/>
              </a:buClr>
              <a:buSzPct val="100000"/>
              <a:buNone/>
            </a:pPr>
            <a:r>
              <a:rPr lang="en-US" sz="2000">
                <a:latin typeface="Arial"/>
                <a:ea typeface="Arial"/>
                <a:cs typeface="Arial"/>
                <a:sym typeface="Arial"/>
              </a:rPr>
              <a:t>  -Analyzes user data* to predict suitable workouts.</a:t>
            </a:r>
            <a:endParaRPr/>
          </a:p>
          <a:p>
            <a:pPr indent="0" lvl="1" marL="457200" rtl="0" algn="l">
              <a:lnSpc>
                <a:spcPct val="90000"/>
              </a:lnSpc>
              <a:spcBef>
                <a:spcPts val="500"/>
              </a:spcBef>
              <a:spcAft>
                <a:spcPts val="0"/>
              </a:spcAft>
              <a:buClr>
                <a:schemeClr val="dk1"/>
              </a:buClr>
              <a:buSzPct val="100000"/>
              <a:buNone/>
            </a:pPr>
            <a:r>
              <a:rPr lang="en-US" sz="2000">
                <a:latin typeface="Arial"/>
                <a:ea typeface="Arial"/>
                <a:cs typeface="Arial"/>
                <a:sym typeface="Arial"/>
              </a:rPr>
              <a:t> - Links health profiles* with tailored exercise plans.</a:t>
            </a:r>
            <a:endParaRPr/>
          </a:p>
        </p:txBody>
      </p:sp>
      <p:pic>
        <p:nvPicPr>
          <p:cNvPr id="704" name="Google Shape;704;p27"/>
          <p:cNvPicPr preferRelativeResize="0"/>
          <p:nvPr/>
        </p:nvPicPr>
        <p:blipFill rotWithShape="1">
          <a:blip r:embed="rId3">
            <a:alphaModFix/>
          </a:blip>
          <a:srcRect b="0" l="0" r="0" t="0"/>
          <a:stretch/>
        </p:blipFill>
        <p:spPr>
          <a:xfrm>
            <a:off x="6367593" y="2852389"/>
            <a:ext cx="4313294" cy="358171"/>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710" name="Google Shape;710;p28"/>
          <p:cNvSpPr txBox="1"/>
          <p:nvPr>
            <p:ph idx="1" type="body"/>
          </p:nvPr>
        </p:nvSpPr>
        <p:spPr>
          <a:xfrm>
            <a:off x="381200" y="1432449"/>
            <a:ext cx="8710776" cy="5336944"/>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1800"/>
              <a:buNone/>
            </a:pPr>
            <a:r>
              <a:rPr b="1" lang="en-US" sz="1800">
                <a:latin typeface="Arial"/>
                <a:ea typeface="Arial"/>
                <a:cs typeface="Arial"/>
                <a:sym typeface="Arial"/>
              </a:rPr>
              <a:t> </a:t>
            </a:r>
            <a:r>
              <a:rPr b="1" lang="en-US">
                <a:latin typeface="Arial"/>
                <a:ea typeface="Arial"/>
                <a:cs typeface="Arial"/>
                <a:sym typeface="Arial"/>
              </a:rPr>
              <a:t>Preprocessing:</a:t>
            </a:r>
            <a:endParaRPr/>
          </a:p>
          <a:p>
            <a:pPr indent="0" lvl="0" marL="0" rtl="0" algn="l">
              <a:lnSpc>
                <a:spcPct val="90000"/>
              </a:lnSpc>
              <a:spcBef>
                <a:spcPts val="1000"/>
              </a:spcBef>
              <a:spcAft>
                <a:spcPts val="0"/>
              </a:spcAft>
              <a:buClr>
                <a:schemeClr val="dk1"/>
              </a:buClr>
              <a:buSzPts val="3000"/>
              <a:buNone/>
            </a:pPr>
            <a:r>
              <a:rPr lang="en-US" sz="3000"/>
              <a:t>.</a:t>
            </a:r>
            <a:r>
              <a:rPr b="1" lang="en-US" sz="1900">
                <a:latin typeface="Arial"/>
                <a:ea typeface="Arial"/>
                <a:cs typeface="Arial"/>
                <a:sym typeface="Arial"/>
              </a:rPr>
              <a:t> Remove Duplicates: </a:t>
            </a:r>
            <a:r>
              <a:rPr lang="en-US" sz="1900">
                <a:latin typeface="Arial"/>
                <a:ea typeface="Arial"/>
                <a:cs typeface="Arial"/>
                <a:sym typeface="Arial"/>
              </a:rPr>
              <a:t>Ensures data integrity.</a:t>
            </a:r>
            <a:endParaRPr sz="1900">
              <a:latin typeface="Arial"/>
              <a:ea typeface="Arial"/>
              <a:cs typeface="Arial"/>
              <a:sym typeface="Arial"/>
            </a:endParaRPr>
          </a:p>
          <a:p>
            <a:pPr indent="0" lvl="0" marL="0" rtl="0" algn="l">
              <a:lnSpc>
                <a:spcPct val="90000"/>
              </a:lnSpc>
              <a:spcBef>
                <a:spcPts val="1000"/>
              </a:spcBef>
              <a:spcAft>
                <a:spcPts val="0"/>
              </a:spcAft>
              <a:buClr>
                <a:schemeClr val="dk1"/>
              </a:buClr>
              <a:buSzPts val="3000"/>
              <a:buNone/>
            </a:pPr>
            <a:r>
              <a:rPr lang="en-US" sz="3000"/>
              <a:t>. </a:t>
            </a:r>
            <a:r>
              <a:rPr b="1" lang="en-US" sz="1900">
                <a:latin typeface="Arial"/>
                <a:ea typeface="Arial"/>
                <a:cs typeface="Arial"/>
                <a:sym typeface="Arial"/>
              </a:rPr>
              <a:t>Handle Missing Values:  </a:t>
            </a:r>
            <a:endParaRPr b="1" sz="1900">
              <a:latin typeface="Arial"/>
              <a:ea typeface="Arial"/>
              <a:cs typeface="Arial"/>
              <a:sym typeface="Arial"/>
            </a:endParaRPr>
          </a:p>
          <a:p>
            <a:pPr indent="0" lvl="0" marL="0" rtl="0" algn="l">
              <a:lnSpc>
                <a:spcPct val="90000"/>
              </a:lnSpc>
              <a:spcBef>
                <a:spcPts val="1000"/>
              </a:spcBef>
              <a:spcAft>
                <a:spcPts val="0"/>
              </a:spcAft>
              <a:buClr>
                <a:schemeClr val="dk1"/>
              </a:buClr>
              <a:buSzPts val="1900"/>
              <a:buNone/>
            </a:pPr>
            <a:r>
              <a:rPr b="1" lang="en-US" sz="1900">
                <a:latin typeface="Arial"/>
                <a:ea typeface="Arial"/>
                <a:cs typeface="Arial"/>
                <a:sym typeface="Arial"/>
              </a:rPr>
              <a:t>    </a:t>
            </a:r>
            <a:r>
              <a:rPr lang="en-US" sz="1900">
                <a:latin typeface="Arial"/>
                <a:ea typeface="Arial"/>
                <a:cs typeface="Arial"/>
                <a:sym typeface="Arial"/>
              </a:rPr>
              <a:t>- Numeric Columns: Filled using the mean.</a:t>
            </a:r>
            <a:endParaRPr sz="1900">
              <a:latin typeface="Arial"/>
              <a:ea typeface="Arial"/>
              <a:cs typeface="Arial"/>
              <a:sym typeface="Arial"/>
            </a:endParaRPr>
          </a:p>
          <a:p>
            <a:pPr indent="0" lvl="0" marL="0" rtl="0" algn="l">
              <a:lnSpc>
                <a:spcPct val="90000"/>
              </a:lnSpc>
              <a:spcBef>
                <a:spcPts val="1000"/>
              </a:spcBef>
              <a:spcAft>
                <a:spcPts val="0"/>
              </a:spcAft>
              <a:buClr>
                <a:schemeClr val="dk1"/>
              </a:buClr>
              <a:buSzPts val="1900"/>
              <a:buNone/>
            </a:pPr>
            <a:r>
              <a:rPr lang="en-US" sz="1900">
                <a:latin typeface="Arial"/>
                <a:ea typeface="Arial"/>
                <a:cs typeface="Arial"/>
                <a:sym typeface="Arial"/>
              </a:rPr>
              <a:t>    - Categorical Columns: Filled with the most frequent value.</a:t>
            </a:r>
            <a:endParaRPr sz="3000"/>
          </a:p>
          <a:p>
            <a:pPr indent="0" lvl="0" marL="0" rtl="0" algn="l">
              <a:lnSpc>
                <a:spcPct val="90000"/>
              </a:lnSpc>
              <a:spcBef>
                <a:spcPts val="1000"/>
              </a:spcBef>
              <a:spcAft>
                <a:spcPts val="0"/>
              </a:spcAft>
              <a:buClr>
                <a:schemeClr val="dk1"/>
              </a:buClr>
              <a:buSzPts val="3000"/>
              <a:buNone/>
            </a:pPr>
            <a:r>
              <a:rPr lang="en-US" sz="3000"/>
              <a:t>. </a:t>
            </a:r>
            <a:r>
              <a:rPr b="1" lang="en-US" sz="1900">
                <a:latin typeface="Arial"/>
                <a:ea typeface="Arial"/>
                <a:cs typeface="Arial"/>
                <a:sym typeface="Arial"/>
              </a:rPr>
              <a:t>Encode Categorical Variables:</a:t>
            </a:r>
            <a:r>
              <a:rPr lang="en-US" sz="3000"/>
              <a:t> </a:t>
            </a:r>
            <a:r>
              <a:rPr lang="en-US" sz="1900">
                <a:latin typeface="Arial"/>
                <a:ea typeface="Arial"/>
                <a:cs typeface="Arial"/>
                <a:sym typeface="Arial"/>
              </a:rPr>
              <a:t>LabelEncoder applied to convert text labels       to numeric format. </a:t>
            </a:r>
            <a:endParaRPr sz="1900">
              <a:latin typeface="Arial"/>
              <a:ea typeface="Arial"/>
              <a:cs typeface="Arial"/>
              <a:sym typeface="Arial"/>
            </a:endParaRPr>
          </a:p>
          <a:p>
            <a:pPr indent="0" lvl="0" marL="0" rtl="0" algn="l">
              <a:lnSpc>
                <a:spcPct val="90000"/>
              </a:lnSpc>
              <a:spcBef>
                <a:spcPts val="1000"/>
              </a:spcBef>
              <a:spcAft>
                <a:spcPts val="0"/>
              </a:spcAft>
              <a:buClr>
                <a:schemeClr val="dk1"/>
              </a:buClr>
              <a:buSzPts val="1900"/>
              <a:buNone/>
            </a:pPr>
            <a:r>
              <a:rPr b="1" lang="en-US" sz="1900">
                <a:latin typeface="Arial"/>
                <a:ea typeface="Arial"/>
                <a:cs typeface="Arial"/>
                <a:sym typeface="Arial"/>
              </a:rPr>
              <a:t> </a:t>
            </a:r>
            <a:r>
              <a:rPr lang="en-US" sz="3000"/>
              <a:t>.</a:t>
            </a:r>
            <a:r>
              <a:rPr b="1" lang="en-US" sz="1900">
                <a:latin typeface="Arial"/>
                <a:ea typeface="Arial"/>
                <a:cs typeface="Arial"/>
                <a:sym typeface="Arial"/>
              </a:rPr>
              <a:t> Feature Scaling: </a:t>
            </a:r>
            <a:r>
              <a:rPr lang="en-US" sz="1900">
                <a:latin typeface="Arial"/>
                <a:ea typeface="Arial"/>
                <a:cs typeface="Arial"/>
                <a:sym typeface="Arial"/>
              </a:rPr>
              <a:t>StandardScaler normalizes numerical attributes for better similarity calculations</a:t>
            </a:r>
            <a:endParaRPr sz="1900">
              <a:latin typeface="Arial"/>
              <a:ea typeface="Arial"/>
              <a:cs typeface="Arial"/>
              <a:sym typeface="Arial"/>
            </a:endParaRPr>
          </a:p>
          <a:p>
            <a:pPr indent="0" lvl="0" marL="0" rtl="0" algn="l">
              <a:lnSpc>
                <a:spcPct val="90000"/>
              </a:lnSpc>
              <a:spcBef>
                <a:spcPts val="1000"/>
              </a:spcBef>
              <a:spcAft>
                <a:spcPts val="0"/>
              </a:spcAft>
              <a:buClr>
                <a:schemeClr val="dk1"/>
              </a:buClr>
              <a:buSzPts val="3000"/>
              <a:buNone/>
            </a:pPr>
            <a:r>
              <a:rPr lang="en-US" sz="3000"/>
              <a:t>. </a:t>
            </a:r>
            <a:r>
              <a:rPr b="1" lang="en-US" sz="1900">
                <a:latin typeface="Arial"/>
                <a:ea typeface="Arial"/>
                <a:cs typeface="Arial"/>
                <a:sym typeface="Arial"/>
              </a:rPr>
              <a:t>Filter Rare Classes: </a:t>
            </a:r>
            <a:r>
              <a:rPr lang="en-US" sz="1900">
                <a:latin typeface="Arial"/>
                <a:ea typeface="Arial"/>
                <a:cs typeface="Arial"/>
                <a:sym typeface="Arial"/>
              </a:rPr>
              <a:t>Eliminates workouts appearing in fewer than 10 cases to ensure robust predictions.</a:t>
            </a:r>
            <a:endParaRPr/>
          </a:p>
          <a:p>
            <a:pPr indent="0" lvl="0" marL="0" rtl="0" algn="l">
              <a:lnSpc>
                <a:spcPct val="90000"/>
              </a:lnSpc>
              <a:spcBef>
                <a:spcPts val="1000"/>
              </a:spcBef>
              <a:spcAft>
                <a:spcPts val="0"/>
              </a:spcAft>
              <a:buClr>
                <a:schemeClr val="dk1"/>
              </a:buClr>
              <a:buSzPts val="2400"/>
              <a:buNone/>
            </a:pPr>
            <a:r>
              <a:rPr lang="en-US" sz="2400"/>
              <a:t>   </a:t>
            </a:r>
            <a:endParaRPr/>
          </a:p>
          <a:p>
            <a:pPr indent="0" lvl="0" marL="0" rtl="0" algn="l">
              <a:lnSpc>
                <a:spcPct val="90000"/>
              </a:lnSpc>
              <a:spcBef>
                <a:spcPts val="1000"/>
              </a:spcBef>
              <a:spcAft>
                <a:spcPts val="0"/>
              </a:spcAft>
              <a:buClr>
                <a:schemeClr val="dk1"/>
              </a:buClr>
              <a:buSzPts val="2400"/>
              <a:buNone/>
            </a:pPr>
            <a:r>
              <a:t/>
            </a:r>
            <a:endParaRPr sz="2400"/>
          </a:p>
        </p:txBody>
      </p:sp>
      <p:grpSp>
        <p:nvGrpSpPr>
          <p:cNvPr id="711" name="Google Shape;711;p28"/>
          <p:cNvGrpSpPr/>
          <p:nvPr/>
        </p:nvGrpSpPr>
        <p:grpSpPr>
          <a:xfrm>
            <a:off x="8608528" y="3962662"/>
            <a:ext cx="4850932" cy="2806731"/>
            <a:chOff x="540962" y="2537594"/>
            <a:chExt cx="1428747" cy="615935"/>
          </a:xfrm>
        </p:grpSpPr>
        <p:sp>
          <p:nvSpPr>
            <p:cNvPr id="712" name="Google Shape;712;p28"/>
            <p:cNvSpPr/>
            <p:nvPr/>
          </p:nvSpPr>
          <p:spPr>
            <a:xfrm>
              <a:off x="701522" y="2577989"/>
              <a:ext cx="124214" cy="520004"/>
            </a:xfrm>
            <a:custGeom>
              <a:rect b="b" l="l" r="r" t="t"/>
              <a:pathLst>
                <a:path extrusionOk="0" h="16310" w="3896">
                  <a:moveTo>
                    <a:pt x="0" y="0"/>
                  </a:moveTo>
                  <a:lnTo>
                    <a:pt x="0" y="16310"/>
                  </a:lnTo>
                  <a:lnTo>
                    <a:pt x="3896" y="16310"/>
                  </a:lnTo>
                  <a:lnTo>
                    <a:pt x="3896" y="0"/>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13" name="Google Shape;713;p28"/>
            <p:cNvSpPr/>
            <p:nvPr/>
          </p:nvSpPr>
          <p:spPr>
            <a:xfrm>
              <a:off x="1137705" y="2582006"/>
              <a:ext cx="124214" cy="520035"/>
            </a:xfrm>
            <a:custGeom>
              <a:rect b="b" l="l" r="r" t="t"/>
              <a:pathLst>
                <a:path extrusionOk="0" h="16311" w="3896">
                  <a:moveTo>
                    <a:pt x="0" y="1"/>
                  </a:moveTo>
                  <a:lnTo>
                    <a:pt x="0" y="16310"/>
                  </a:lnTo>
                  <a:lnTo>
                    <a:pt x="3896" y="16310"/>
                  </a:lnTo>
                  <a:lnTo>
                    <a:pt x="3896"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14" name="Google Shape;714;p28"/>
            <p:cNvSpPr/>
            <p:nvPr/>
          </p:nvSpPr>
          <p:spPr>
            <a:xfrm>
              <a:off x="1364868" y="2582006"/>
              <a:ext cx="124246" cy="520035"/>
            </a:xfrm>
            <a:custGeom>
              <a:rect b="b" l="l" r="r" t="t"/>
              <a:pathLst>
                <a:path extrusionOk="0" h="16311" w="3897">
                  <a:moveTo>
                    <a:pt x="1" y="1"/>
                  </a:moveTo>
                  <a:lnTo>
                    <a:pt x="1" y="16310"/>
                  </a:lnTo>
                  <a:lnTo>
                    <a:pt x="3896" y="16310"/>
                  </a:lnTo>
                  <a:lnTo>
                    <a:pt x="3896" y="1"/>
                  </a:ln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15" name="Google Shape;715;p28"/>
            <p:cNvSpPr/>
            <p:nvPr/>
          </p:nvSpPr>
          <p:spPr>
            <a:xfrm>
              <a:off x="918609" y="2754681"/>
              <a:ext cx="127243" cy="345351"/>
            </a:xfrm>
            <a:custGeom>
              <a:rect b="b" l="l" r="r" t="t"/>
              <a:pathLst>
                <a:path extrusionOk="0" h="10832" w="3991">
                  <a:moveTo>
                    <a:pt x="0" y="0"/>
                  </a:moveTo>
                  <a:lnTo>
                    <a:pt x="0" y="10831"/>
                  </a:lnTo>
                  <a:lnTo>
                    <a:pt x="3990" y="10831"/>
                  </a:lnTo>
                  <a:lnTo>
                    <a:pt x="3990" y="0"/>
                  </a:lnTo>
                  <a:close/>
                </a:path>
              </a:pathLst>
            </a:custGeom>
            <a:solidFill>
              <a:srgbClr val="F2B87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16" name="Google Shape;716;p28"/>
            <p:cNvSpPr/>
            <p:nvPr/>
          </p:nvSpPr>
          <p:spPr>
            <a:xfrm>
              <a:off x="540962" y="2537594"/>
              <a:ext cx="1410577" cy="589699"/>
            </a:xfrm>
            <a:custGeom>
              <a:rect b="b" l="l" r="r" t="t"/>
              <a:pathLst>
                <a:path extrusionOk="0" fill="none" h="18496" w="44243">
                  <a:moveTo>
                    <a:pt x="1" y="1"/>
                  </a:moveTo>
                  <a:lnTo>
                    <a:pt x="1" y="18495"/>
                  </a:lnTo>
                  <a:lnTo>
                    <a:pt x="44243" y="18495"/>
                  </a:lnTo>
                </a:path>
              </a:pathLst>
            </a:custGeom>
            <a:noFill/>
            <a:ln cap="flat" cmpd="sng" w="10300">
              <a:solidFill>
                <a:srgbClr val="FFF9F3"/>
              </a:solidFill>
              <a:prstDash val="solid"/>
              <a:miter lim="31669"/>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
          <p:nvSpPr>
            <p:cNvPr id="717" name="Google Shape;717;p28"/>
            <p:cNvSpPr/>
            <p:nvPr/>
          </p:nvSpPr>
          <p:spPr>
            <a:xfrm>
              <a:off x="1895965" y="3079785"/>
              <a:ext cx="73744" cy="73744"/>
            </a:xfrm>
            <a:custGeom>
              <a:rect b="b" l="l" r="r" t="t"/>
              <a:pathLst>
                <a:path extrusionOk="0" h="2313" w="2313">
                  <a:moveTo>
                    <a:pt x="1141" y="1"/>
                  </a:moveTo>
                  <a:cubicBezTo>
                    <a:pt x="507" y="1"/>
                    <a:pt x="1" y="507"/>
                    <a:pt x="1" y="1141"/>
                  </a:cubicBezTo>
                  <a:cubicBezTo>
                    <a:pt x="1" y="1774"/>
                    <a:pt x="507" y="2313"/>
                    <a:pt x="1141" y="2313"/>
                  </a:cubicBezTo>
                  <a:cubicBezTo>
                    <a:pt x="1774" y="2313"/>
                    <a:pt x="2313" y="1774"/>
                    <a:pt x="2313" y="1141"/>
                  </a:cubicBezTo>
                  <a:cubicBezTo>
                    <a:pt x="2313" y="507"/>
                    <a:pt x="1774" y="1"/>
                    <a:pt x="1141" y="1"/>
                  </a:cubicBezTo>
                  <a:close/>
                </a:path>
              </a:pathLst>
            </a:custGeom>
            <a:solidFill>
              <a:srgbClr val="EDEDE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Implementation</a:t>
            </a:r>
            <a:endParaRPr b="1">
              <a:latin typeface="Calibri"/>
              <a:ea typeface="Calibri"/>
              <a:cs typeface="Calibri"/>
              <a:sym typeface="Calibri"/>
            </a:endParaRPr>
          </a:p>
        </p:txBody>
      </p:sp>
      <p:sp>
        <p:nvSpPr>
          <p:cNvPr id="723" name="Google Shape;723;p29"/>
          <p:cNvSpPr txBox="1"/>
          <p:nvPr>
            <p:ph idx="1" type="body"/>
          </p:nvPr>
        </p:nvSpPr>
        <p:spPr>
          <a:xfrm>
            <a:off x="513280" y="1690688"/>
            <a:ext cx="10713520" cy="533411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1800">
                <a:latin typeface="Arial"/>
                <a:ea typeface="Arial"/>
                <a:cs typeface="Arial"/>
                <a:sym typeface="Arial"/>
              </a:rPr>
              <a:t>      </a:t>
            </a:r>
            <a:r>
              <a:rPr b="1" lang="en-US" sz="3200">
                <a:latin typeface="Arial"/>
                <a:ea typeface="Arial"/>
                <a:cs typeface="Arial"/>
                <a:sym typeface="Arial"/>
              </a:rPr>
              <a:t>Model Training</a:t>
            </a:r>
            <a:r>
              <a:rPr lang="en-US" sz="3200">
                <a:latin typeface="Arial"/>
                <a:ea typeface="Arial"/>
                <a:cs typeface="Arial"/>
                <a:sym typeface="Arial"/>
              </a:rPr>
              <a:t>:</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000"/>
              <a:buNone/>
            </a:pPr>
            <a:r>
              <a:rPr b="1" i="1" lang="en-US" sz="2000"/>
              <a:t>            </a:t>
            </a:r>
            <a:r>
              <a:rPr b="1" lang="en-US" u="sng"/>
              <a:t>Steps:</a:t>
            </a:r>
            <a:endParaRPr b="1" i="1" sz="2000"/>
          </a:p>
          <a:p>
            <a:pPr indent="-457200" lvl="2" marL="1371600" rtl="0" algn="l">
              <a:lnSpc>
                <a:spcPct val="90000"/>
              </a:lnSpc>
              <a:spcBef>
                <a:spcPts val="500"/>
              </a:spcBef>
              <a:spcAft>
                <a:spcPts val="0"/>
              </a:spcAft>
              <a:buClr>
                <a:schemeClr val="dk1"/>
              </a:buClr>
              <a:buSzPts val="2400"/>
              <a:buAutoNum type="arabicPeriod"/>
            </a:pPr>
            <a:r>
              <a:rPr b="1" i="1" lang="en-US" sz="2400"/>
              <a:t>Data Balancing: </a:t>
            </a:r>
            <a:r>
              <a:rPr lang="en-US" sz="2400"/>
              <a:t>SMOTE applied to handle imbalanced workout classes.</a:t>
            </a:r>
            <a:endParaRPr/>
          </a:p>
          <a:p>
            <a:pPr indent="-457200" lvl="2" marL="1371600" rtl="0" algn="l">
              <a:lnSpc>
                <a:spcPct val="90000"/>
              </a:lnSpc>
              <a:spcBef>
                <a:spcPts val="500"/>
              </a:spcBef>
              <a:spcAft>
                <a:spcPts val="0"/>
              </a:spcAft>
              <a:buClr>
                <a:schemeClr val="dk1"/>
              </a:buClr>
              <a:buSzPts val="2400"/>
              <a:buAutoNum type="arabicPeriod"/>
            </a:pPr>
            <a:r>
              <a:rPr b="1" i="1" lang="en-US" sz="2400"/>
              <a:t>Train-Test Split: </a:t>
            </a:r>
            <a:r>
              <a:rPr lang="en-US" sz="2400"/>
              <a:t>80% training, 20% testing</a:t>
            </a:r>
            <a:endParaRPr/>
          </a:p>
          <a:p>
            <a:pPr indent="-457200" lvl="2" marL="1371600" rtl="0" algn="l">
              <a:lnSpc>
                <a:spcPct val="90000"/>
              </a:lnSpc>
              <a:spcBef>
                <a:spcPts val="500"/>
              </a:spcBef>
              <a:spcAft>
                <a:spcPts val="0"/>
              </a:spcAft>
              <a:buClr>
                <a:schemeClr val="dk1"/>
              </a:buClr>
              <a:buSzPts val="2400"/>
              <a:buAutoNum type="arabicPeriod"/>
            </a:pPr>
            <a:r>
              <a:rPr b="1" i="1" lang="en-US" sz="2400"/>
              <a:t>XGBoost Model Training: </a:t>
            </a:r>
            <a:r>
              <a:rPr lang="en-US" sz="2400"/>
              <a:t>Optimized hyperparameters for accuracy.</a:t>
            </a:r>
            <a:endParaRPr/>
          </a:p>
          <a:p>
            <a:pPr indent="-457200" lvl="2" marL="1371600" rtl="0" algn="l">
              <a:lnSpc>
                <a:spcPct val="90000"/>
              </a:lnSpc>
              <a:spcBef>
                <a:spcPts val="500"/>
              </a:spcBef>
              <a:spcAft>
                <a:spcPts val="0"/>
              </a:spcAft>
              <a:buClr>
                <a:schemeClr val="dk1"/>
              </a:buClr>
              <a:buSzPts val="2400"/>
              <a:buAutoNum type="arabicPeriod"/>
            </a:pPr>
            <a:r>
              <a:rPr b="1" i="1" lang="en-US" sz="2400"/>
              <a:t>Cross-Validation: </a:t>
            </a:r>
            <a:r>
              <a:rPr lang="en-US" sz="2400"/>
              <a:t>Ensures model generalization.</a:t>
            </a:r>
            <a:endParaRPr/>
          </a:p>
          <a:p>
            <a:pPr indent="-457200" lvl="2" marL="1371600" rtl="0" algn="l">
              <a:lnSpc>
                <a:spcPct val="90000"/>
              </a:lnSpc>
              <a:spcBef>
                <a:spcPts val="500"/>
              </a:spcBef>
              <a:spcAft>
                <a:spcPts val="0"/>
              </a:spcAft>
              <a:buClr>
                <a:schemeClr val="dk1"/>
              </a:buClr>
              <a:buSzPts val="2400"/>
              <a:buAutoNum type="arabicPeriod"/>
            </a:pPr>
            <a:r>
              <a:rPr b="1" i="1" lang="en-US" sz="2400"/>
              <a:t>Feature Importance Analysis: </a:t>
            </a:r>
            <a:r>
              <a:rPr lang="en-US" sz="2400"/>
              <a:t>Determines key attributes influencing workout recommendations.   </a:t>
            </a:r>
            <a:endParaRPr/>
          </a:p>
          <a:p>
            <a:pPr indent="0" lvl="0" marL="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30"/>
          <p:cNvPicPr preferRelativeResize="0"/>
          <p:nvPr/>
        </p:nvPicPr>
        <p:blipFill rotWithShape="1">
          <a:blip r:embed="rId3">
            <a:alphaModFix/>
          </a:blip>
          <a:srcRect b="0" l="0" r="0" t="0"/>
          <a:stretch/>
        </p:blipFill>
        <p:spPr>
          <a:xfrm>
            <a:off x="9680230" y="-97971"/>
            <a:ext cx="2511770" cy="1603387"/>
          </a:xfrm>
          <a:prstGeom prst="rect">
            <a:avLst/>
          </a:prstGeom>
          <a:noFill/>
          <a:ln>
            <a:noFill/>
          </a:ln>
        </p:spPr>
      </p:pic>
      <p:sp>
        <p:nvSpPr>
          <p:cNvPr id="729" name="Google Shape;729;p30"/>
          <p:cNvSpPr/>
          <p:nvPr/>
        </p:nvSpPr>
        <p:spPr>
          <a:xfrm>
            <a:off x="6633557" y="3945473"/>
            <a:ext cx="5931130"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Technologies &amp; Tools </a:t>
            </a:r>
            <a:endParaRPr/>
          </a:p>
        </p:txBody>
      </p:sp>
      <p:sp>
        <p:nvSpPr>
          <p:cNvPr id="730" name="Google Shape;730;p30"/>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08</a:t>
            </a:r>
            <a:endParaRPr/>
          </a:p>
        </p:txBody>
      </p:sp>
      <p:pic>
        <p:nvPicPr>
          <p:cNvPr descr="A group of people working on a project&#10;&#10;Description automatically generated" id="731" name="Google Shape;731;p30"/>
          <p:cNvPicPr preferRelativeResize="0"/>
          <p:nvPr/>
        </p:nvPicPr>
        <p:blipFill rotWithShape="1">
          <a:blip r:embed="rId4">
            <a:alphaModFix/>
          </a:blip>
          <a:srcRect b="0" l="0" r="0" t="0"/>
          <a:stretch/>
        </p:blipFill>
        <p:spPr>
          <a:xfrm>
            <a:off x="205069" y="821389"/>
            <a:ext cx="6270546" cy="5718797"/>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500"/>
                                        <p:tgtEl>
                                          <p:spTgt spid="7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pic>
        <p:nvPicPr>
          <p:cNvPr descr="A logo in a circle&#10;&#10;Description automatically generated" id="736" name="Google Shape;736;p31"/>
          <p:cNvPicPr preferRelativeResize="0"/>
          <p:nvPr/>
        </p:nvPicPr>
        <p:blipFill rotWithShape="1">
          <a:blip r:embed="rId3">
            <a:alphaModFix/>
          </a:blip>
          <a:srcRect b="0" l="0" r="0" t="0"/>
          <a:stretch/>
        </p:blipFill>
        <p:spPr>
          <a:xfrm>
            <a:off x="660727" y="1603387"/>
            <a:ext cx="1490460" cy="1490460"/>
          </a:xfrm>
          <a:prstGeom prst="rect">
            <a:avLst/>
          </a:prstGeom>
          <a:noFill/>
          <a:ln>
            <a:noFill/>
          </a:ln>
        </p:spPr>
      </p:pic>
      <p:pic>
        <p:nvPicPr>
          <p:cNvPr descr="A blue circle with white text and a black background&#10;&#10;Description automatically generated" id="737" name="Google Shape;737;p31"/>
          <p:cNvPicPr preferRelativeResize="0"/>
          <p:nvPr/>
        </p:nvPicPr>
        <p:blipFill rotWithShape="1">
          <a:blip r:embed="rId4">
            <a:alphaModFix/>
          </a:blip>
          <a:srcRect b="0" l="0" r="0" t="0"/>
          <a:stretch/>
        </p:blipFill>
        <p:spPr>
          <a:xfrm>
            <a:off x="3735740" y="1603387"/>
            <a:ext cx="1490460" cy="1490460"/>
          </a:xfrm>
          <a:prstGeom prst="rect">
            <a:avLst/>
          </a:prstGeom>
          <a:noFill/>
          <a:ln>
            <a:noFill/>
          </a:ln>
        </p:spPr>
      </p:pic>
      <p:pic>
        <p:nvPicPr>
          <p:cNvPr descr="A yellow and black logo&#10;&#10;Description automatically generated" id="738" name="Google Shape;738;p31"/>
          <p:cNvPicPr preferRelativeResize="0"/>
          <p:nvPr/>
        </p:nvPicPr>
        <p:blipFill rotWithShape="1">
          <a:blip r:embed="rId5">
            <a:alphaModFix/>
          </a:blip>
          <a:srcRect b="0" l="0" r="0" t="0"/>
          <a:stretch/>
        </p:blipFill>
        <p:spPr>
          <a:xfrm>
            <a:off x="6690056" y="1603387"/>
            <a:ext cx="1490460" cy="1490460"/>
          </a:xfrm>
          <a:prstGeom prst="rect">
            <a:avLst/>
          </a:prstGeom>
          <a:noFill/>
          <a:ln>
            <a:noFill/>
          </a:ln>
        </p:spPr>
      </p:pic>
      <p:sp>
        <p:nvSpPr>
          <p:cNvPr id="739" name="Google Shape;739;p31"/>
          <p:cNvSpPr txBox="1"/>
          <p:nvPr/>
        </p:nvSpPr>
        <p:spPr>
          <a:xfrm>
            <a:off x="720157" y="3093847"/>
            <a:ext cx="13716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Calibri"/>
                <a:ea typeface="Calibri"/>
                <a:cs typeface="Calibri"/>
                <a:sym typeface="Calibri"/>
              </a:rPr>
              <a:t>Html</a:t>
            </a:r>
            <a:endParaRPr sz="2800">
              <a:solidFill>
                <a:schemeClr val="dk1"/>
              </a:solidFill>
              <a:latin typeface="Arial"/>
              <a:ea typeface="Arial"/>
              <a:cs typeface="Arial"/>
              <a:sym typeface="Arial"/>
            </a:endParaRPr>
          </a:p>
        </p:txBody>
      </p:sp>
      <p:sp>
        <p:nvSpPr>
          <p:cNvPr id="740" name="Google Shape;740;p31"/>
          <p:cNvSpPr txBox="1"/>
          <p:nvPr/>
        </p:nvSpPr>
        <p:spPr>
          <a:xfrm flipH="1">
            <a:off x="6096000" y="3180330"/>
            <a:ext cx="276398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Calibri"/>
                <a:ea typeface="Calibri"/>
                <a:cs typeface="Calibri"/>
                <a:sym typeface="Calibri"/>
              </a:rPr>
              <a:t>JavaScript</a:t>
            </a:r>
            <a:endParaRPr sz="2800">
              <a:solidFill>
                <a:schemeClr val="dk1"/>
              </a:solidFill>
              <a:latin typeface="Arial"/>
              <a:ea typeface="Arial"/>
              <a:cs typeface="Arial"/>
              <a:sym typeface="Arial"/>
            </a:endParaRPr>
          </a:p>
        </p:txBody>
      </p:sp>
      <p:sp>
        <p:nvSpPr>
          <p:cNvPr id="741" name="Google Shape;741;p31"/>
          <p:cNvSpPr txBox="1"/>
          <p:nvPr/>
        </p:nvSpPr>
        <p:spPr>
          <a:xfrm flipH="1">
            <a:off x="3098979" y="3154143"/>
            <a:ext cx="2763982"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Calibri"/>
                <a:ea typeface="Calibri"/>
                <a:cs typeface="Calibri"/>
                <a:sym typeface="Calibri"/>
              </a:rPr>
              <a:t>CSS</a:t>
            </a:r>
            <a:endParaRPr sz="2800">
              <a:solidFill>
                <a:schemeClr val="dk1"/>
              </a:solidFill>
              <a:latin typeface="Arial"/>
              <a:ea typeface="Arial"/>
              <a:cs typeface="Arial"/>
              <a:sym typeface="Arial"/>
            </a:endParaRPr>
          </a:p>
        </p:txBody>
      </p:sp>
      <p:sp>
        <p:nvSpPr>
          <p:cNvPr id="742" name="Google Shape;742;p31"/>
          <p:cNvSpPr txBox="1"/>
          <p:nvPr/>
        </p:nvSpPr>
        <p:spPr>
          <a:xfrm flipH="1">
            <a:off x="3079286" y="369162"/>
            <a:ext cx="6549736"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chemeClr val="dk1"/>
                </a:solidFill>
                <a:latin typeface="Calibri"/>
                <a:ea typeface="Calibri"/>
                <a:cs typeface="Calibri"/>
                <a:sym typeface="Calibri"/>
              </a:rPr>
              <a:t> Tools</a:t>
            </a:r>
            <a:r>
              <a:rPr b="1" lang="en-US" sz="4800">
                <a:solidFill>
                  <a:srgbClr val="0C0C0C"/>
                </a:solidFill>
                <a:latin typeface="Calibri"/>
                <a:ea typeface="Calibri"/>
                <a:cs typeface="Calibri"/>
                <a:sym typeface="Calibri"/>
              </a:rPr>
              <a:t> &amp;</a:t>
            </a:r>
            <a:r>
              <a:rPr b="1" lang="en-US" sz="4800">
                <a:solidFill>
                  <a:schemeClr val="dk1"/>
                </a:solidFill>
                <a:latin typeface="Calibri"/>
                <a:ea typeface="Calibri"/>
                <a:cs typeface="Calibri"/>
                <a:sym typeface="Calibri"/>
              </a:rPr>
              <a:t>Technologies</a:t>
            </a:r>
            <a:endParaRPr b="1" sz="3600">
              <a:solidFill>
                <a:schemeClr val="dk1"/>
              </a:solidFill>
              <a:latin typeface="Calibri"/>
              <a:ea typeface="Calibri"/>
              <a:cs typeface="Calibri"/>
              <a:sym typeface="Calibri"/>
            </a:endParaRPr>
          </a:p>
        </p:txBody>
      </p:sp>
      <p:pic>
        <p:nvPicPr>
          <p:cNvPr id="743" name="Google Shape;743;p31"/>
          <p:cNvPicPr preferRelativeResize="0"/>
          <p:nvPr/>
        </p:nvPicPr>
        <p:blipFill rotWithShape="1">
          <a:blip r:embed="rId6">
            <a:alphaModFix/>
          </a:blip>
          <a:srcRect b="0" l="0" r="0" t="0"/>
          <a:stretch/>
        </p:blipFill>
        <p:spPr>
          <a:xfrm>
            <a:off x="-239885" y="0"/>
            <a:ext cx="2511770" cy="1603387"/>
          </a:xfrm>
          <a:prstGeom prst="rect">
            <a:avLst/>
          </a:prstGeom>
          <a:noFill/>
          <a:ln>
            <a:noFill/>
          </a:ln>
        </p:spPr>
      </p:pic>
      <p:sp>
        <p:nvSpPr>
          <p:cNvPr id="744" name="Google Shape;744;p31"/>
          <p:cNvSpPr txBox="1"/>
          <p:nvPr/>
        </p:nvSpPr>
        <p:spPr>
          <a:xfrm>
            <a:off x="3326180" y="5718993"/>
            <a:ext cx="2312700" cy="543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Kaggle</a:t>
            </a:r>
            <a:endParaRPr/>
          </a:p>
        </p:txBody>
      </p:sp>
      <p:pic>
        <p:nvPicPr>
          <p:cNvPr id="745" name="Google Shape;745;p31"/>
          <p:cNvPicPr preferRelativeResize="0"/>
          <p:nvPr/>
        </p:nvPicPr>
        <p:blipFill rotWithShape="1">
          <a:blip r:embed="rId7">
            <a:alphaModFix/>
          </a:blip>
          <a:srcRect b="0" l="0" r="0" t="0"/>
          <a:stretch/>
        </p:blipFill>
        <p:spPr>
          <a:xfrm>
            <a:off x="6584323" y="4318036"/>
            <a:ext cx="1389676" cy="1243734"/>
          </a:xfrm>
          <a:prstGeom prst="rect">
            <a:avLst/>
          </a:prstGeom>
          <a:noFill/>
          <a:ln>
            <a:noFill/>
          </a:ln>
        </p:spPr>
      </p:pic>
      <p:sp>
        <p:nvSpPr>
          <p:cNvPr id="746" name="Google Shape;746;p31"/>
          <p:cNvSpPr txBox="1"/>
          <p:nvPr/>
        </p:nvSpPr>
        <p:spPr>
          <a:xfrm>
            <a:off x="6312310" y="5945093"/>
            <a:ext cx="2312700" cy="543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262626"/>
                </a:solidFill>
                <a:latin typeface="Calibri"/>
                <a:ea typeface="Calibri"/>
                <a:cs typeface="Calibri"/>
                <a:sym typeface="Calibri"/>
              </a:rPr>
              <a:t>Visual Studio Code</a:t>
            </a:r>
            <a:endParaRPr b="1" sz="2400">
              <a:solidFill>
                <a:srgbClr val="262626"/>
              </a:solidFill>
              <a:latin typeface="Calibri"/>
              <a:ea typeface="Calibri"/>
              <a:cs typeface="Calibri"/>
              <a:sym typeface="Calibri"/>
            </a:endParaRPr>
          </a:p>
        </p:txBody>
      </p:sp>
      <p:pic>
        <p:nvPicPr>
          <p:cNvPr descr="A blue and yellow snake symbol&#10;&#10;Description automatically generated" id="747" name="Google Shape;747;p31"/>
          <p:cNvPicPr preferRelativeResize="0"/>
          <p:nvPr/>
        </p:nvPicPr>
        <p:blipFill rotWithShape="1">
          <a:blip r:embed="rId8">
            <a:alphaModFix/>
          </a:blip>
          <a:srcRect b="0" l="0" r="0" t="0"/>
          <a:stretch/>
        </p:blipFill>
        <p:spPr>
          <a:xfrm>
            <a:off x="695688" y="4157612"/>
            <a:ext cx="1641128" cy="1641128"/>
          </a:xfrm>
          <a:prstGeom prst="rect">
            <a:avLst/>
          </a:prstGeom>
          <a:noFill/>
          <a:ln>
            <a:noFill/>
          </a:ln>
        </p:spPr>
      </p:pic>
      <p:sp>
        <p:nvSpPr>
          <p:cNvPr id="748" name="Google Shape;748;p31"/>
          <p:cNvSpPr txBox="1"/>
          <p:nvPr/>
        </p:nvSpPr>
        <p:spPr>
          <a:xfrm flipH="1">
            <a:off x="24039" y="5785493"/>
            <a:ext cx="2763900" cy="46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Calibri"/>
                <a:ea typeface="Calibri"/>
                <a:cs typeface="Calibri"/>
                <a:sym typeface="Calibri"/>
              </a:rPr>
              <a:t>Python</a:t>
            </a:r>
            <a:endParaRPr sz="2400">
              <a:solidFill>
                <a:schemeClr val="dk1"/>
              </a:solidFill>
              <a:latin typeface="Arial"/>
              <a:ea typeface="Arial"/>
              <a:cs typeface="Arial"/>
              <a:sym typeface="Arial"/>
            </a:endParaRPr>
          </a:p>
        </p:txBody>
      </p:sp>
      <p:pic>
        <p:nvPicPr>
          <p:cNvPr descr="A blue text on a black background&#10;&#10;Description automatically generated" id="749" name="Google Shape;749;p31"/>
          <p:cNvPicPr preferRelativeResize="0"/>
          <p:nvPr/>
        </p:nvPicPr>
        <p:blipFill rotWithShape="1">
          <a:blip r:embed="rId9">
            <a:alphaModFix/>
          </a:blip>
          <a:srcRect b="0" l="0" r="0" t="0"/>
          <a:stretch/>
        </p:blipFill>
        <p:spPr>
          <a:xfrm>
            <a:off x="3509310" y="4455754"/>
            <a:ext cx="2129590" cy="968298"/>
          </a:xfrm>
          <a:prstGeom prst="rect">
            <a:avLst/>
          </a:prstGeom>
          <a:noFill/>
          <a:ln>
            <a:noFill/>
          </a:ln>
        </p:spPr>
      </p:pic>
      <p:pic>
        <p:nvPicPr>
          <p:cNvPr descr="A logo with orange circles" id="750" name="Google Shape;750;p31"/>
          <p:cNvPicPr preferRelativeResize="0"/>
          <p:nvPr/>
        </p:nvPicPr>
        <p:blipFill rotWithShape="1">
          <a:blip r:embed="rId10">
            <a:alphaModFix/>
          </a:blip>
          <a:srcRect b="0" l="0" r="0" t="0"/>
          <a:stretch/>
        </p:blipFill>
        <p:spPr>
          <a:xfrm>
            <a:off x="8859981" y="3862370"/>
            <a:ext cx="3047059" cy="1946249"/>
          </a:xfrm>
          <a:prstGeom prst="rect">
            <a:avLst/>
          </a:prstGeom>
          <a:noFill/>
          <a:ln>
            <a:noFill/>
          </a:ln>
        </p:spPr>
      </p:pic>
      <p:sp>
        <p:nvSpPr>
          <p:cNvPr id="751" name="Google Shape;751;p31"/>
          <p:cNvSpPr txBox="1"/>
          <p:nvPr/>
        </p:nvSpPr>
        <p:spPr>
          <a:xfrm>
            <a:off x="9320264" y="5997953"/>
            <a:ext cx="2064000" cy="337200"/>
          </a:xfrm>
          <a:prstGeom prst="rect">
            <a:avLst/>
          </a:prstGeom>
          <a:noFill/>
          <a:ln>
            <a:noFill/>
          </a:ln>
        </p:spPr>
        <p:txBody>
          <a:bodyPr anchorCtr="0" anchor="t" bIns="45700" lIns="91425" spcFirstLastPara="1" rIns="91425" wrap="square" tIns="45700">
            <a:spAutoFit/>
          </a:bodyPr>
          <a:lstStyle/>
          <a:p>
            <a:pPr indent="0" lvl="0" marL="0" marR="0" rtl="0" algn="ctr">
              <a:lnSpc>
                <a:spcPct val="68750"/>
              </a:lnSpc>
              <a:spcBef>
                <a:spcPts val="0"/>
              </a:spcBef>
              <a:spcAft>
                <a:spcPts val="0"/>
              </a:spcAft>
              <a:buNone/>
            </a:pPr>
            <a:r>
              <a:rPr b="1" i="0" lang="en-US" sz="2400">
                <a:solidFill>
                  <a:schemeClr val="dk1"/>
                </a:solidFill>
                <a:latin typeface="Calibri"/>
                <a:ea typeface="Calibri"/>
                <a:cs typeface="Calibri"/>
                <a:sym typeface="Calibri"/>
              </a:rPr>
              <a:t>Google Colab</a:t>
            </a:r>
            <a:endParaRPr/>
          </a:p>
        </p:txBody>
      </p:sp>
      <p:pic>
        <p:nvPicPr>
          <p:cNvPr id="752" name="Google Shape;752;p31" title="png-transparent-flask-logos-brands-icon-removebg-preview.png"/>
          <p:cNvPicPr preferRelativeResize="0"/>
          <p:nvPr/>
        </p:nvPicPr>
        <p:blipFill>
          <a:blip r:embed="rId11">
            <a:alphaModFix/>
          </a:blip>
          <a:stretch>
            <a:fillRect/>
          </a:stretch>
        </p:blipFill>
        <p:spPr>
          <a:xfrm>
            <a:off x="9644377" y="1575466"/>
            <a:ext cx="1546300" cy="1546300"/>
          </a:xfrm>
          <a:prstGeom prst="rect">
            <a:avLst/>
          </a:prstGeom>
          <a:noFill/>
          <a:ln>
            <a:noFill/>
          </a:ln>
        </p:spPr>
      </p:pic>
      <p:sp>
        <p:nvSpPr>
          <p:cNvPr id="753" name="Google Shape;753;p31"/>
          <p:cNvSpPr txBox="1"/>
          <p:nvPr/>
        </p:nvSpPr>
        <p:spPr>
          <a:xfrm flipH="1">
            <a:off x="9001570" y="3185055"/>
            <a:ext cx="27639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dk1"/>
                </a:solidFill>
                <a:latin typeface="Calibri"/>
                <a:ea typeface="Calibri"/>
                <a:cs typeface="Calibri"/>
                <a:sym typeface="Calibri"/>
              </a:rPr>
              <a:t>Flask</a:t>
            </a:r>
            <a:endParaRPr sz="2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822"/>
                                        <p:tgtEl>
                                          <p:spTgt spid="744"/>
                                        </p:tgtEl>
                                      </p:cBhvr>
                                    </p:animEffect>
                                  </p:childTnLst>
                                </p:cTn>
                              </p:par>
                              <p:par>
                                <p:cTn fill="hold" nodeType="with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1822"/>
                                        <p:tgtEl>
                                          <p:spTgt spid="745"/>
                                        </p:tgtEl>
                                      </p:cBhvr>
                                    </p:animEffect>
                                  </p:childTnLst>
                                </p:cTn>
                              </p:par>
                              <p:par>
                                <p:cTn fill="hold" nodeType="with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1822"/>
                                        <p:tgtEl>
                                          <p:spTgt spid="7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id="758" name="Google Shape;758;p32"/>
          <p:cNvPicPr preferRelativeResize="0"/>
          <p:nvPr/>
        </p:nvPicPr>
        <p:blipFill rotWithShape="1">
          <a:blip r:embed="rId3">
            <a:alphaModFix/>
          </a:blip>
          <a:srcRect b="0" l="0" r="0" t="0"/>
          <a:stretch/>
        </p:blipFill>
        <p:spPr>
          <a:xfrm>
            <a:off x="9680230" y="-97971"/>
            <a:ext cx="2511770" cy="1603387"/>
          </a:xfrm>
          <a:prstGeom prst="rect">
            <a:avLst/>
          </a:prstGeom>
          <a:noFill/>
          <a:ln>
            <a:noFill/>
          </a:ln>
        </p:spPr>
      </p:pic>
      <p:sp>
        <p:nvSpPr>
          <p:cNvPr id="759" name="Google Shape;759;p32"/>
          <p:cNvSpPr/>
          <p:nvPr/>
        </p:nvSpPr>
        <p:spPr>
          <a:xfrm>
            <a:off x="7845887" y="3264820"/>
            <a:ext cx="4466185" cy="1936864"/>
          </a:xfrm>
          <a:prstGeom prst="ellipse">
            <a:avLst/>
          </a:prstGeom>
          <a:noFill/>
          <a:ln>
            <a:noFill/>
          </a:ln>
        </p:spPr>
        <p:txBody>
          <a:bodyPr anchorCtr="0" anchor="b" bIns="45700" lIns="91425" spcFirstLastPara="1" rIns="91425" wrap="square" tIns="45700">
            <a:noAutofit/>
          </a:bodyPr>
          <a:lstStyle/>
          <a:p>
            <a:pPr indent="0" lvl="0" marL="0" marR="0" rtl="0" algn="l">
              <a:lnSpc>
                <a:spcPct val="15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UI/UX</a:t>
            </a:r>
            <a:endParaRPr/>
          </a:p>
        </p:txBody>
      </p:sp>
      <p:sp>
        <p:nvSpPr>
          <p:cNvPr id="760" name="Google Shape;760;p32"/>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09</a:t>
            </a:r>
            <a:endParaRPr/>
          </a:p>
        </p:txBody>
      </p:sp>
      <p:pic>
        <p:nvPicPr>
          <p:cNvPr descr="A computer with a magnifying glass and gear&#10;&#10;Description automatically generated" id="761" name="Google Shape;761;p32"/>
          <p:cNvPicPr preferRelativeResize="0"/>
          <p:nvPr/>
        </p:nvPicPr>
        <p:blipFill rotWithShape="1">
          <a:blip r:embed="rId4">
            <a:alphaModFix/>
          </a:blip>
          <a:srcRect b="0" l="0" r="0" t="0"/>
          <a:stretch/>
        </p:blipFill>
        <p:spPr>
          <a:xfrm>
            <a:off x="0" y="102637"/>
            <a:ext cx="6858000" cy="6755363"/>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500"/>
                                        <p:tgtEl>
                                          <p:spTgt spid="7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3"/>
          <p:cNvSpPr txBox="1"/>
          <p:nvPr>
            <p:ph type="title"/>
          </p:nvPr>
        </p:nvSpPr>
        <p:spPr>
          <a:xfrm>
            <a:off x="838200" y="309706"/>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UI/UX</a:t>
            </a:r>
            <a:endParaRPr b="1">
              <a:latin typeface="Calibri"/>
              <a:ea typeface="Calibri"/>
              <a:cs typeface="Calibri"/>
              <a:sym typeface="Calibri"/>
            </a:endParaRPr>
          </a:p>
        </p:txBody>
      </p:sp>
      <p:sp>
        <p:nvSpPr>
          <p:cNvPr id="767" name="Google Shape;767;p33"/>
          <p:cNvSpPr txBox="1"/>
          <p:nvPr>
            <p:ph idx="1" type="body"/>
          </p:nvPr>
        </p:nvSpPr>
        <p:spPr>
          <a:xfrm>
            <a:off x="625559" y="1619508"/>
            <a:ext cx="6189748" cy="48079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Calibri"/>
                <a:ea typeface="Calibri"/>
                <a:cs typeface="Calibri"/>
                <a:sym typeface="Calibri"/>
              </a:rPr>
              <a:t>User Interface Design:</a:t>
            </a:r>
            <a:endParaRPr b="1">
              <a:latin typeface="Calibri"/>
              <a:ea typeface="Calibri"/>
              <a:cs typeface="Calibri"/>
              <a:sym typeface="Calibri"/>
            </a:endParaRPr>
          </a:p>
          <a:p>
            <a:pPr indent="0" lvl="0" marL="0" rtl="0" algn="l">
              <a:lnSpc>
                <a:spcPct val="90000"/>
              </a:lnSpc>
              <a:spcBef>
                <a:spcPts val="1000"/>
              </a:spcBef>
              <a:spcAft>
                <a:spcPts val="0"/>
              </a:spcAft>
              <a:buClr>
                <a:schemeClr val="dk1"/>
              </a:buClr>
              <a:buSzPts val="1000"/>
              <a:buNone/>
            </a:pPr>
            <a:r>
              <a:t/>
            </a:r>
            <a:endParaRPr b="1" sz="1000">
              <a:latin typeface="Calibri"/>
              <a:ea typeface="Calibri"/>
              <a:cs typeface="Calibri"/>
              <a:sym typeface="Calibri"/>
            </a:endParaRPr>
          </a:p>
          <a:p>
            <a:pPr indent="0" lvl="0" marL="0" rtl="0" algn="l">
              <a:lnSpc>
                <a:spcPct val="150000"/>
              </a:lnSpc>
              <a:spcBef>
                <a:spcPts val="1000"/>
              </a:spcBef>
              <a:spcAft>
                <a:spcPts val="0"/>
              </a:spcAft>
              <a:buClr>
                <a:schemeClr val="dk1"/>
              </a:buClr>
              <a:buSzPts val="2400"/>
              <a:buNone/>
            </a:pPr>
            <a:r>
              <a:rPr b="1" lang="en-US" sz="2400">
                <a:latin typeface="Arial"/>
                <a:ea typeface="Arial"/>
                <a:cs typeface="Arial"/>
                <a:sym typeface="Arial"/>
              </a:rPr>
              <a:t>Description: </a:t>
            </a:r>
            <a:r>
              <a:rPr lang="en-US" sz="2000">
                <a:latin typeface="Arial"/>
                <a:ea typeface="Arial"/>
                <a:cs typeface="Arial"/>
                <a:sym typeface="Arial"/>
              </a:rPr>
              <a:t>Create an intuitive and user-friendly interface. When this interface is filled out, a suitable diet plan for the user will be displayed.</a:t>
            </a:r>
            <a:endParaRPr sz="2000">
              <a:latin typeface="Arial"/>
              <a:ea typeface="Arial"/>
              <a:cs typeface="Arial"/>
              <a:sym typeface="Arial"/>
            </a:endParaRPr>
          </a:p>
          <a:p>
            <a:pPr indent="-228600" lvl="0" marL="228600" rtl="0" algn="l">
              <a:lnSpc>
                <a:spcPct val="90000"/>
              </a:lnSpc>
              <a:spcBef>
                <a:spcPts val="1000"/>
              </a:spcBef>
              <a:spcAft>
                <a:spcPts val="0"/>
              </a:spcAft>
              <a:buClr>
                <a:schemeClr val="dk1"/>
              </a:buClr>
              <a:buSzPts val="2400"/>
              <a:buChar char="•"/>
            </a:pPr>
            <a:r>
              <a:rPr b="1" lang="en-US" sz="2400">
                <a:latin typeface="Arial"/>
                <a:ea typeface="Arial"/>
                <a:cs typeface="Arial"/>
                <a:sym typeface="Arial"/>
              </a:rPr>
              <a:t>Steps:</a:t>
            </a:r>
            <a:endParaRPr/>
          </a:p>
          <a:p>
            <a:pPr indent="0" lvl="0" marL="0" rtl="0" algn="l">
              <a:lnSpc>
                <a:spcPct val="150000"/>
              </a:lnSpc>
              <a:spcBef>
                <a:spcPts val="1000"/>
              </a:spcBef>
              <a:spcAft>
                <a:spcPts val="0"/>
              </a:spcAft>
              <a:buClr>
                <a:schemeClr val="dk1"/>
              </a:buClr>
              <a:buSzPts val="2000"/>
              <a:buNone/>
            </a:pPr>
            <a:r>
              <a:rPr lang="en-US" sz="2000">
                <a:latin typeface="Arial"/>
                <a:ea typeface="Arial"/>
                <a:cs typeface="Arial"/>
                <a:sym typeface="Arial"/>
              </a:rPr>
              <a:t>1. Design a web interface for entering data and viewing health insights.</a:t>
            </a:r>
            <a:endParaRPr/>
          </a:p>
          <a:p>
            <a:pPr indent="0" lvl="0" marL="0" rtl="0" algn="l">
              <a:lnSpc>
                <a:spcPct val="90000"/>
              </a:lnSpc>
              <a:spcBef>
                <a:spcPts val="1000"/>
              </a:spcBef>
              <a:spcAft>
                <a:spcPts val="0"/>
              </a:spcAft>
              <a:buClr>
                <a:schemeClr val="dk1"/>
              </a:buClr>
              <a:buSzPts val="2000"/>
              <a:buNone/>
            </a:pPr>
            <a:r>
              <a:rPr lang="en-US" sz="2000">
                <a:latin typeface="Arial"/>
                <a:ea typeface="Arial"/>
                <a:cs typeface="Arial"/>
                <a:sym typeface="Arial"/>
              </a:rPr>
              <a:t>2. Provide charts and tables to track progress.</a:t>
            </a:r>
            <a:endParaRPr/>
          </a:p>
        </p:txBody>
      </p:sp>
      <p:pic>
        <p:nvPicPr>
          <p:cNvPr id="768" name="Google Shape;768;p33"/>
          <p:cNvPicPr preferRelativeResize="0"/>
          <p:nvPr/>
        </p:nvPicPr>
        <p:blipFill rotWithShape="1">
          <a:blip r:embed="rId3">
            <a:alphaModFix/>
          </a:blip>
          <a:srcRect b="0" l="21026" r="21026" t="0"/>
          <a:stretch/>
        </p:blipFill>
        <p:spPr>
          <a:xfrm>
            <a:off x="6903660" y="2129743"/>
            <a:ext cx="5027927" cy="4062714"/>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UI/UX</a:t>
            </a:r>
            <a:endParaRPr b="1">
              <a:latin typeface="Calibri"/>
              <a:ea typeface="Calibri"/>
              <a:cs typeface="Calibri"/>
              <a:sym typeface="Calibri"/>
            </a:endParaRPr>
          </a:p>
        </p:txBody>
      </p:sp>
      <p:sp>
        <p:nvSpPr>
          <p:cNvPr id="774" name="Google Shape;774;p34"/>
          <p:cNvSpPr txBox="1"/>
          <p:nvPr>
            <p:ph idx="1" type="body"/>
          </p:nvPr>
        </p:nvSpPr>
        <p:spPr>
          <a:xfrm>
            <a:off x="520960" y="1782259"/>
            <a:ext cx="6189748" cy="443016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Calibri"/>
                <a:ea typeface="Calibri"/>
                <a:cs typeface="Calibri"/>
                <a:sym typeface="Calibri"/>
              </a:rPr>
              <a:t>User Interface Design:</a:t>
            </a:r>
            <a:endParaRPr b="1">
              <a:latin typeface="Calibri"/>
              <a:ea typeface="Calibri"/>
              <a:cs typeface="Calibri"/>
              <a:sym typeface="Calibri"/>
            </a:endParaRPr>
          </a:p>
          <a:p>
            <a:pPr indent="0" lvl="0" marL="0" rtl="0" algn="l">
              <a:lnSpc>
                <a:spcPct val="90000"/>
              </a:lnSpc>
              <a:spcBef>
                <a:spcPts val="1000"/>
              </a:spcBef>
              <a:spcAft>
                <a:spcPts val="0"/>
              </a:spcAft>
              <a:buClr>
                <a:schemeClr val="dk1"/>
              </a:buClr>
              <a:buSzPts val="1000"/>
              <a:buNone/>
            </a:pPr>
            <a:r>
              <a:t/>
            </a:r>
            <a:endParaRPr b="1" sz="1000">
              <a:latin typeface="Calibri"/>
              <a:ea typeface="Calibri"/>
              <a:cs typeface="Calibri"/>
              <a:sym typeface="Calibri"/>
            </a:endParaRPr>
          </a:p>
          <a:p>
            <a:pPr indent="-228600" lvl="0" marL="228600" rtl="0" algn="l">
              <a:lnSpc>
                <a:spcPct val="150000"/>
              </a:lnSpc>
              <a:spcBef>
                <a:spcPts val="1000"/>
              </a:spcBef>
              <a:spcAft>
                <a:spcPts val="0"/>
              </a:spcAft>
              <a:buClr>
                <a:schemeClr val="dk1"/>
              </a:buClr>
              <a:buSzPts val="2400"/>
              <a:buChar char="•"/>
            </a:pPr>
            <a:r>
              <a:rPr b="1" lang="en-US" sz="2400">
                <a:latin typeface="Arial"/>
                <a:ea typeface="Arial"/>
                <a:cs typeface="Arial"/>
                <a:sym typeface="Arial"/>
              </a:rPr>
              <a:t>Description: </a:t>
            </a:r>
            <a:r>
              <a:rPr lang="en-US" sz="2000">
                <a:latin typeface="Arial"/>
                <a:ea typeface="Arial"/>
                <a:cs typeface="Arial"/>
                <a:sym typeface="Arial"/>
              </a:rPr>
              <a:t>This interface helps users input their data to customize an exercise plan.</a:t>
            </a:r>
            <a:endParaRPr/>
          </a:p>
          <a:p>
            <a:pPr indent="-228600" lvl="0" marL="228600" rtl="0" algn="l">
              <a:lnSpc>
                <a:spcPct val="90000"/>
              </a:lnSpc>
              <a:spcBef>
                <a:spcPts val="1000"/>
              </a:spcBef>
              <a:spcAft>
                <a:spcPts val="0"/>
              </a:spcAft>
              <a:buClr>
                <a:schemeClr val="dk1"/>
              </a:buClr>
              <a:buSzPts val="2400"/>
              <a:buChar char="•"/>
            </a:pPr>
            <a:r>
              <a:rPr b="1" lang="en-US" sz="2400">
                <a:latin typeface="Arial"/>
                <a:ea typeface="Arial"/>
                <a:cs typeface="Arial"/>
                <a:sym typeface="Arial"/>
              </a:rPr>
              <a:t>Steps:</a:t>
            </a:r>
            <a:endParaRPr/>
          </a:p>
          <a:p>
            <a:pPr indent="0" lvl="0" marL="0" rtl="0" algn="l">
              <a:lnSpc>
                <a:spcPct val="150000"/>
              </a:lnSpc>
              <a:spcBef>
                <a:spcPts val="1000"/>
              </a:spcBef>
              <a:spcAft>
                <a:spcPts val="0"/>
              </a:spcAft>
              <a:buClr>
                <a:schemeClr val="dk1"/>
              </a:buClr>
              <a:buSzPts val="2000"/>
              <a:buNone/>
            </a:pPr>
            <a:r>
              <a:rPr lang="en-US" sz="2000">
                <a:latin typeface="Arial"/>
                <a:ea typeface="Arial"/>
                <a:cs typeface="Arial"/>
                <a:sym typeface="Arial"/>
              </a:rPr>
              <a:t>   The user fills in their data like: gender ,BMI ,age.</a:t>
            </a:r>
            <a:endParaRPr/>
          </a:p>
        </p:txBody>
      </p:sp>
      <p:pic>
        <p:nvPicPr>
          <p:cNvPr id="775" name="Google Shape;775;p34"/>
          <p:cNvPicPr preferRelativeResize="0"/>
          <p:nvPr/>
        </p:nvPicPr>
        <p:blipFill rotWithShape="1">
          <a:blip r:embed="rId3">
            <a:alphaModFix/>
          </a:blip>
          <a:srcRect b="0" l="23537" r="23538" t="0"/>
          <a:stretch/>
        </p:blipFill>
        <p:spPr>
          <a:xfrm>
            <a:off x="6710708" y="1690688"/>
            <a:ext cx="5300200" cy="4613308"/>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sz="4400">
                <a:latin typeface="Calibri"/>
                <a:ea typeface="Calibri"/>
                <a:cs typeface="Calibri"/>
                <a:sym typeface="Calibri"/>
              </a:rPr>
              <a:t>UI/UX</a:t>
            </a:r>
            <a:endParaRPr b="1">
              <a:latin typeface="Calibri"/>
              <a:ea typeface="Calibri"/>
              <a:cs typeface="Calibri"/>
              <a:sym typeface="Calibri"/>
            </a:endParaRPr>
          </a:p>
        </p:txBody>
      </p:sp>
      <p:sp>
        <p:nvSpPr>
          <p:cNvPr id="781" name="Google Shape;781;p35"/>
          <p:cNvSpPr txBox="1"/>
          <p:nvPr>
            <p:ph idx="1" type="body"/>
          </p:nvPr>
        </p:nvSpPr>
        <p:spPr>
          <a:xfrm>
            <a:off x="474562" y="1554074"/>
            <a:ext cx="6576478" cy="480793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Calibri"/>
                <a:ea typeface="Calibri"/>
                <a:cs typeface="Calibri"/>
                <a:sym typeface="Calibri"/>
              </a:rPr>
              <a:t>Chatbot:</a:t>
            </a:r>
            <a:endParaRPr/>
          </a:p>
          <a:p>
            <a:pPr indent="0" lvl="0" marL="0" rtl="0" algn="l">
              <a:lnSpc>
                <a:spcPct val="90000"/>
              </a:lnSpc>
              <a:spcBef>
                <a:spcPts val="1000"/>
              </a:spcBef>
              <a:spcAft>
                <a:spcPts val="0"/>
              </a:spcAft>
              <a:buClr>
                <a:schemeClr val="dk1"/>
              </a:buClr>
              <a:buSzPts val="1000"/>
              <a:buNone/>
            </a:pPr>
            <a:r>
              <a:t/>
            </a:r>
            <a:endParaRPr b="1" sz="1000">
              <a:latin typeface="Calibri"/>
              <a:ea typeface="Calibri"/>
              <a:cs typeface="Calibri"/>
              <a:sym typeface="Calibri"/>
            </a:endParaRPr>
          </a:p>
          <a:p>
            <a:pPr indent="-228600" lvl="0" marL="228600" rtl="0" algn="l">
              <a:lnSpc>
                <a:spcPct val="150000"/>
              </a:lnSpc>
              <a:spcBef>
                <a:spcPts val="1000"/>
              </a:spcBef>
              <a:spcAft>
                <a:spcPts val="0"/>
              </a:spcAft>
              <a:buClr>
                <a:schemeClr val="dk1"/>
              </a:buClr>
              <a:buSzPts val="2400"/>
              <a:buChar char="•"/>
            </a:pPr>
            <a:r>
              <a:rPr b="1" lang="en-US" sz="2400">
                <a:latin typeface="Arial"/>
                <a:ea typeface="Arial"/>
                <a:cs typeface="Arial"/>
                <a:sym typeface="Arial"/>
              </a:rPr>
              <a:t>Description:</a:t>
            </a:r>
            <a:r>
              <a:rPr lang="en-US" sz="1600"/>
              <a:t> </a:t>
            </a:r>
            <a:r>
              <a:rPr lang="en-US" sz="2400">
                <a:latin typeface="Arial"/>
                <a:ea typeface="Arial"/>
                <a:cs typeface="Arial"/>
                <a:sym typeface="Arial"/>
              </a:rPr>
              <a:t>Create an interactive and user-friendly chatbot for seamless communication.</a:t>
            </a:r>
            <a:endParaRPr/>
          </a:p>
          <a:p>
            <a:pPr indent="-228600" lvl="0" marL="228600" rtl="0" algn="l">
              <a:lnSpc>
                <a:spcPct val="90000"/>
              </a:lnSpc>
              <a:spcBef>
                <a:spcPts val="1000"/>
              </a:spcBef>
              <a:spcAft>
                <a:spcPts val="0"/>
              </a:spcAft>
              <a:buClr>
                <a:schemeClr val="dk1"/>
              </a:buClr>
              <a:buSzPts val="2400"/>
              <a:buChar char="•"/>
            </a:pPr>
            <a:r>
              <a:rPr b="1" lang="en-US" sz="2400">
                <a:latin typeface="Arial"/>
                <a:ea typeface="Arial"/>
                <a:cs typeface="Arial"/>
                <a:sym typeface="Arial"/>
              </a:rPr>
              <a:t>Steps:</a:t>
            </a:r>
            <a:endParaRPr/>
          </a:p>
          <a:p>
            <a:pPr indent="0" lvl="0" marL="0" rtl="0" algn="l">
              <a:lnSpc>
                <a:spcPct val="90000"/>
              </a:lnSpc>
              <a:spcBef>
                <a:spcPts val="1000"/>
              </a:spcBef>
              <a:spcAft>
                <a:spcPts val="0"/>
              </a:spcAft>
              <a:buClr>
                <a:schemeClr val="dk1"/>
              </a:buClr>
              <a:buSzPts val="2000"/>
              <a:buNone/>
            </a:pPr>
            <a:r>
              <a:rPr lang="en-US" sz="2000">
                <a:latin typeface="Arial"/>
                <a:ea typeface="Arial"/>
                <a:cs typeface="Arial"/>
                <a:sym typeface="Arial"/>
              </a:rPr>
              <a:t> 1. Develop a chatbot interface for exchanging</a:t>
            </a:r>
            <a:endParaRPr/>
          </a:p>
          <a:p>
            <a:pPr indent="0" lvl="0" marL="0" rtl="0" algn="l">
              <a:lnSpc>
                <a:spcPct val="90000"/>
              </a:lnSpc>
              <a:spcBef>
                <a:spcPts val="1000"/>
              </a:spcBef>
              <a:spcAft>
                <a:spcPts val="0"/>
              </a:spcAft>
              <a:buClr>
                <a:schemeClr val="dk1"/>
              </a:buClr>
              <a:buSzPts val="2000"/>
              <a:buNone/>
            </a:pPr>
            <a:r>
              <a:rPr lang="en-US" sz="2000">
                <a:latin typeface="Arial"/>
                <a:ea typeface="Arial"/>
                <a:cs typeface="Arial"/>
                <a:sym typeface="Arial"/>
              </a:rPr>
              <a:t>     messages and providing health insights. </a:t>
            </a:r>
            <a:endParaRPr/>
          </a:p>
          <a:p>
            <a:pPr indent="0" lvl="0" marL="0" rtl="0" algn="l">
              <a:lnSpc>
                <a:spcPct val="90000"/>
              </a:lnSpc>
              <a:spcBef>
                <a:spcPts val="1000"/>
              </a:spcBef>
              <a:spcAft>
                <a:spcPts val="0"/>
              </a:spcAft>
              <a:buClr>
                <a:schemeClr val="dk1"/>
              </a:buClr>
              <a:buSzPts val="2000"/>
              <a:buNone/>
            </a:pPr>
            <a:r>
              <a:t/>
            </a:r>
            <a:endParaRPr sz="2000">
              <a:latin typeface="Arial"/>
              <a:ea typeface="Arial"/>
              <a:cs typeface="Arial"/>
              <a:sym typeface="Arial"/>
            </a:endParaRPr>
          </a:p>
          <a:p>
            <a:pPr indent="0" lvl="0" marL="0" rtl="0" algn="l">
              <a:lnSpc>
                <a:spcPct val="100000"/>
              </a:lnSpc>
              <a:spcBef>
                <a:spcPts val="0"/>
              </a:spcBef>
              <a:spcAft>
                <a:spcPts val="0"/>
              </a:spcAft>
              <a:buClr>
                <a:schemeClr val="dk1"/>
              </a:buClr>
              <a:buSzPts val="2000"/>
              <a:buNone/>
            </a:pPr>
            <a:r>
              <a:rPr lang="en-US" sz="2000">
                <a:latin typeface="Arial"/>
                <a:ea typeface="Arial"/>
                <a:cs typeface="Arial"/>
                <a:sym typeface="Arial"/>
              </a:rPr>
              <a:t>2. Implement automated responses and data tracking                                                                                                    </a:t>
            </a:r>
            <a:endParaRPr/>
          </a:p>
          <a:p>
            <a:pPr indent="0" lvl="0" marL="0" rtl="0" algn="l">
              <a:lnSpc>
                <a:spcPct val="100000"/>
              </a:lnSpc>
              <a:spcBef>
                <a:spcPts val="0"/>
              </a:spcBef>
              <a:spcAft>
                <a:spcPts val="0"/>
              </a:spcAft>
              <a:buClr>
                <a:schemeClr val="dk1"/>
              </a:buClr>
              <a:buSzPts val="2000"/>
              <a:buNone/>
            </a:pPr>
            <a:r>
              <a:rPr lang="en-US" sz="2000">
                <a:latin typeface="Arial"/>
                <a:ea typeface="Arial"/>
                <a:cs typeface="Arial"/>
                <a:sym typeface="Arial"/>
              </a:rPr>
              <a:t>    for personalized interaction. </a:t>
            </a:r>
            <a:endParaRPr/>
          </a:p>
          <a:p>
            <a:pPr indent="0" lvl="0" marL="0" rtl="0" algn="l">
              <a:lnSpc>
                <a:spcPct val="150000"/>
              </a:lnSpc>
              <a:spcBef>
                <a:spcPts val="1000"/>
              </a:spcBef>
              <a:spcAft>
                <a:spcPts val="0"/>
              </a:spcAft>
              <a:buClr>
                <a:schemeClr val="dk1"/>
              </a:buClr>
              <a:buSzPts val="2000"/>
              <a:buNone/>
            </a:pPr>
            <a:r>
              <a:t/>
            </a:r>
            <a:endParaRPr sz="2000">
              <a:latin typeface="Arial"/>
              <a:ea typeface="Arial"/>
              <a:cs typeface="Arial"/>
              <a:sym typeface="Arial"/>
            </a:endParaRPr>
          </a:p>
        </p:txBody>
      </p:sp>
      <p:pic>
        <p:nvPicPr>
          <p:cNvPr id="782" name="Google Shape;782;p35"/>
          <p:cNvPicPr preferRelativeResize="0"/>
          <p:nvPr/>
        </p:nvPicPr>
        <p:blipFill rotWithShape="1">
          <a:blip r:embed="rId3">
            <a:alphaModFix/>
          </a:blip>
          <a:srcRect b="0" l="20753" r="20753" t="0"/>
          <a:stretch/>
        </p:blipFill>
        <p:spPr>
          <a:xfrm>
            <a:off x="6939280" y="1690688"/>
            <a:ext cx="5059680" cy="4050355"/>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6" name="Shape 786"/>
        <p:cNvGrpSpPr/>
        <p:nvPr/>
      </p:nvGrpSpPr>
      <p:grpSpPr>
        <a:xfrm>
          <a:off x="0" y="0"/>
          <a:ext cx="0" cy="0"/>
          <a:chOff x="0" y="0"/>
          <a:chExt cx="0" cy="0"/>
        </a:xfrm>
      </p:grpSpPr>
      <p:pic>
        <p:nvPicPr>
          <p:cNvPr descr="A person standing next to a computer screen" id="787" name="Google Shape;787;p36"/>
          <p:cNvPicPr preferRelativeResize="0"/>
          <p:nvPr/>
        </p:nvPicPr>
        <p:blipFill rotWithShape="1">
          <a:blip r:embed="rId3">
            <a:alphaModFix/>
          </a:blip>
          <a:srcRect b="0" l="0" r="0" t="0"/>
          <a:stretch/>
        </p:blipFill>
        <p:spPr>
          <a:xfrm>
            <a:off x="-767441" y="-133004"/>
            <a:ext cx="7528460" cy="6991004"/>
          </a:xfrm>
          <a:prstGeom prst="rect">
            <a:avLst/>
          </a:prstGeom>
          <a:noFill/>
          <a:ln>
            <a:noFill/>
          </a:ln>
        </p:spPr>
      </p:pic>
      <p:sp>
        <p:nvSpPr>
          <p:cNvPr id="788" name="Google Shape;788;p36"/>
          <p:cNvSpPr/>
          <p:nvPr/>
        </p:nvSpPr>
        <p:spPr>
          <a:xfrm>
            <a:off x="6607441" y="3871309"/>
            <a:ext cx="7524206"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Conclusion</a:t>
            </a:r>
            <a:r>
              <a:rPr b="1" lang="en-US" sz="4800">
                <a:solidFill>
                  <a:srgbClr val="0B32A3"/>
                </a:solidFill>
                <a:highlight>
                  <a:srgbClr val="000000"/>
                </a:highlight>
                <a:latin typeface="Calibri"/>
                <a:ea typeface="Calibri"/>
                <a:cs typeface="Calibri"/>
                <a:sym typeface="Calibri"/>
              </a:rPr>
              <a:t> </a:t>
            </a:r>
            <a:endParaRPr b="1" sz="4800">
              <a:solidFill>
                <a:srgbClr val="0B32A3"/>
              </a:solidFill>
              <a:latin typeface="Calibri"/>
              <a:ea typeface="Calibri"/>
              <a:cs typeface="Calibri"/>
              <a:sym typeface="Calibri"/>
            </a:endParaRPr>
          </a:p>
        </p:txBody>
      </p:sp>
      <p:sp>
        <p:nvSpPr>
          <p:cNvPr id="789" name="Google Shape;789;p36"/>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10</a:t>
            </a:r>
            <a:endParaRPr/>
          </a:p>
        </p:txBody>
      </p:sp>
      <p:pic>
        <p:nvPicPr>
          <p:cNvPr id="790" name="Google Shape;790;p36"/>
          <p:cNvPicPr preferRelativeResize="0"/>
          <p:nvPr/>
        </p:nvPicPr>
        <p:blipFill rotWithShape="1">
          <a:blip r:embed="rId4">
            <a:alphaModFix/>
          </a:blip>
          <a:srcRect b="0" l="0" r="0" t="0"/>
          <a:stretch/>
        </p:blipFill>
        <p:spPr>
          <a:xfrm>
            <a:off x="9905601" y="-188466"/>
            <a:ext cx="2511770" cy="1603387"/>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4" name="Shape 794"/>
        <p:cNvGrpSpPr/>
        <p:nvPr/>
      </p:nvGrpSpPr>
      <p:grpSpPr>
        <a:xfrm>
          <a:off x="0" y="0"/>
          <a:ext cx="0" cy="0"/>
          <a:chOff x="0" y="0"/>
          <a:chExt cx="0" cy="0"/>
        </a:xfrm>
      </p:grpSpPr>
      <p:sp>
        <p:nvSpPr>
          <p:cNvPr id="795" name="Google Shape;795;p37"/>
          <p:cNvSpPr txBox="1"/>
          <p:nvPr>
            <p:ph type="title"/>
          </p:nvPr>
        </p:nvSpPr>
        <p:spPr>
          <a:xfrm>
            <a:off x="408510" y="1189050"/>
            <a:ext cx="4761990" cy="120549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n-US" sz="4000">
                <a:latin typeface="Calibri"/>
                <a:ea typeface="Calibri"/>
                <a:cs typeface="Calibri"/>
                <a:sym typeface="Calibri"/>
              </a:rPr>
              <a:t>Conclusion </a:t>
            </a:r>
            <a:endParaRPr/>
          </a:p>
        </p:txBody>
      </p:sp>
      <p:sp>
        <p:nvSpPr>
          <p:cNvPr id="796" name="Google Shape;796;p37"/>
          <p:cNvSpPr txBox="1"/>
          <p:nvPr>
            <p:ph idx="1" type="body"/>
          </p:nvPr>
        </p:nvSpPr>
        <p:spPr>
          <a:xfrm>
            <a:off x="237658" y="2419961"/>
            <a:ext cx="11533163" cy="2235645"/>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000"/>
              <a:buNone/>
            </a:pPr>
            <a:r>
              <a:rPr lang="en-US" sz="2000">
                <a:latin typeface="Arial"/>
                <a:ea typeface="Arial"/>
                <a:cs typeface="Arial"/>
                <a:sym typeface="Arial"/>
              </a:rPr>
              <a:t>Our project aims to develop a personalized system that analyzes health data and provides tailored recommendations for nutrition and exercise.</a:t>
            </a:r>
            <a:endParaRPr sz="2000">
              <a:latin typeface="Arial"/>
              <a:ea typeface="Arial"/>
              <a:cs typeface="Arial"/>
              <a:sym typeface="Arial"/>
            </a:endParaRPr>
          </a:p>
          <a:p>
            <a:pPr indent="0" lvl="0" marL="0" rtl="0" algn="l">
              <a:lnSpc>
                <a:spcPct val="150000"/>
              </a:lnSpc>
              <a:spcBef>
                <a:spcPts val="1000"/>
              </a:spcBef>
              <a:spcAft>
                <a:spcPts val="0"/>
              </a:spcAft>
              <a:buClr>
                <a:schemeClr val="dk1"/>
              </a:buClr>
              <a:buSzPts val="2000"/>
              <a:buNone/>
            </a:pPr>
            <a:r>
              <a:rPr lang="en-US" sz="2000">
                <a:latin typeface="Arial"/>
                <a:ea typeface="Arial"/>
                <a:cs typeface="Arial"/>
                <a:sym typeface="Arial"/>
              </a:rPr>
              <a:t> This helps patients make better decisions, improve their quality of life, and reduce complications, easing the burden on the healthcare system.</a:t>
            </a:r>
            <a:endParaRPr sz="2000">
              <a:latin typeface="Arial"/>
              <a:ea typeface="Arial"/>
              <a:cs typeface="Arial"/>
              <a:sym typeface="Arial"/>
            </a:endParaRPr>
          </a:p>
        </p:txBody>
      </p:sp>
      <p:pic>
        <p:nvPicPr>
          <p:cNvPr id="797" name="Google Shape;797;p37"/>
          <p:cNvPicPr preferRelativeResize="0"/>
          <p:nvPr/>
        </p:nvPicPr>
        <p:blipFill rotWithShape="1">
          <a:blip r:embed="rId3">
            <a:alphaModFix/>
          </a:blip>
          <a:srcRect b="0" l="0" r="0" t="0"/>
          <a:stretch/>
        </p:blipFill>
        <p:spPr>
          <a:xfrm>
            <a:off x="-369477" y="-213346"/>
            <a:ext cx="2511770" cy="1603387"/>
          </a:xfrm>
          <a:prstGeom prst="rect">
            <a:avLst/>
          </a:prstGeom>
          <a:noFill/>
          <a:ln>
            <a:noFill/>
          </a:ln>
        </p:spPr>
      </p:pic>
    </p:spTree>
  </p:cSld>
  <p:clrMapOvr>
    <a:masterClrMapping/>
  </p:clrMapOvr>
  <p:transition spd="slow">
    <p:comb/>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0" st="0"/>
                                            </p:txEl>
                                          </p:spTgt>
                                        </p:tgtEl>
                                        <p:attrNameLst>
                                          <p:attrName>style.visibility</p:attrName>
                                        </p:attrNameLst>
                                      </p:cBhvr>
                                      <p:to>
                                        <p:strVal val="visible"/>
                                      </p:to>
                                    </p:set>
                                    <p:animEffect filter="fade" transition="in">
                                      <p:cBhvr>
                                        <p:cTn dur="500"/>
                                        <p:tgtEl>
                                          <p:spTgt spid="7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1" st="1"/>
                                            </p:txEl>
                                          </p:spTgt>
                                        </p:tgtEl>
                                        <p:attrNameLst>
                                          <p:attrName>style.visibility</p:attrName>
                                        </p:attrNameLst>
                                      </p:cBhvr>
                                      <p:to>
                                        <p:strVal val="visible"/>
                                      </p:to>
                                    </p:set>
                                    <p:animEffect filter="fade" transition="in">
                                      <p:cBhvr>
                                        <p:cTn dur="500"/>
                                        <p:tgtEl>
                                          <p:spTgt spid="79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1" name="Shape 801"/>
        <p:cNvGrpSpPr/>
        <p:nvPr/>
      </p:nvGrpSpPr>
      <p:grpSpPr>
        <a:xfrm>
          <a:off x="0" y="0"/>
          <a:ext cx="0" cy="0"/>
          <a:chOff x="0" y="0"/>
          <a:chExt cx="0" cy="0"/>
        </a:xfrm>
      </p:grpSpPr>
      <p:pic>
        <p:nvPicPr>
          <p:cNvPr descr="A person standing on top of arrows with a telescope&#10;&#10;Description automatically generated" id="802" name="Google Shape;802;p38"/>
          <p:cNvPicPr preferRelativeResize="0"/>
          <p:nvPr/>
        </p:nvPicPr>
        <p:blipFill rotWithShape="1">
          <a:blip r:embed="rId3">
            <a:alphaModFix/>
          </a:blip>
          <a:srcRect b="0" l="0" r="0" t="0"/>
          <a:stretch/>
        </p:blipFill>
        <p:spPr>
          <a:xfrm>
            <a:off x="0" y="0"/>
            <a:ext cx="6858000" cy="6858000"/>
          </a:xfrm>
          <a:prstGeom prst="rect">
            <a:avLst/>
          </a:prstGeom>
          <a:noFill/>
          <a:ln>
            <a:noFill/>
          </a:ln>
        </p:spPr>
      </p:pic>
      <p:sp>
        <p:nvSpPr>
          <p:cNvPr id="803" name="Google Shape;803;p38"/>
          <p:cNvSpPr/>
          <p:nvPr/>
        </p:nvSpPr>
        <p:spPr>
          <a:xfrm>
            <a:off x="6441769" y="3429000"/>
            <a:ext cx="7524206" cy="1256211"/>
          </a:xfrm>
          <a:prstGeom prst="ellipse">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B32A3"/>
              </a:buClr>
              <a:buSzPts val="4800"/>
              <a:buFont typeface="Calibri"/>
              <a:buNone/>
            </a:pPr>
            <a:r>
              <a:rPr b="1" lang="en-US" sz="4800">
                <a:solidFill>
                  <a:srgbClr val="0B32A3"/>
                </a:solidFill>
                <a:latin typeface="Calibri"/>
                <a:ea typeface="Calibri"/>
                <a:cs typeface="Calibri"/>
                <a:sym typeface="Calibri"/>
              </a:rPr>
              <a:t> Future scope</a:t>
            </a:r>
            <a:endParaRPr/>
          </a:p>
        </p:txBody>
      </p:sp>
      <p:sp>
        <p:nvSpPr>
          <p:cNvPr id="804" name="Google Shape;804;p38"/>
          <p:cNvSpPr txBox="1"/>
          <p:nvPr/>
        </p:nvSpPr>
        <p:spPr>
          <a:xfrm>
            <a:off x="8375073" y="1505416"/>
            <a:ext cx="3657599" cy="20928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0">
                <a:solidFill>
                  <a:schemeClr val="dk1"/>
                </a:solidFill>
                <a:latin typeface="Arial"/>
                <a:ea typeface="Arial"/>
                <a:cs typeface="Arial"/>
                <a:sym typeface="Arial"/>
              </a:rPr>
              <a:t>11</a:t>
            </a:r>
            <a:endParaRPr/>
          </a:p>
        </p:txBody>
      </p:sp>
      <p:pic>
        <p:nvPicPr>
          <p:cNvPr id="805" name="Google Shape;805;p38"/>
          <p:cNvPicPr preferRelativeResize="0"/>
          <p:nvPr/>
        </p:nvPicPr>
        <p:blipFill rotWithShape="1">
          <a:blip r:embed="rId4">
            <a:alphaModFix/>
          </a:blip>
          <a:srcRect b="0" l="0" r="0" t="0"/>
          <a:stretch/>
        </p:blipFill>
        <p:spPr>
          <a:xfrm>
            <a:off x="9680230" y="-97971"/>
            <a:ext cx="2511770" cy="1603387"/>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9" name="Shape 809"/>
        <p:cNvGrpSpPr/>
        <p:nvPr/>
      </p:nvGrpSpPr>
      <p:grpSpPr>
        <a:xfrm>
          <a:off x="0" y="0"/>
          <a:ext cx="0" cy="0"/>
          <a:chOff x="0" y="0"/>
          <a:chExt cx="0" cy="0"/>
        </a:xfrm>
      </p:grpSpPr>
      <p:sp>
        <p:nvSpPr>
          <p:cNvPr id="810" name="Google Shape;810;p39"/>
          <p:cNvSpPr txBox="1"/>
          <p:nvPr>
            <p:ph type="title"/>
          </p:nvPr>
        </p:nvSpPr>
        <p:spPr>
          <a:xfrm>
            <a:off x="221890" y="2321073"/>
            <a:ext cx="4919277" cy="623455"/>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0"/>
              </a:spcBef>
              <a:spcAft>
                <a:spcPts val="0"/>
              </a:spcAft>
              <a:buClr>
                <a:schemeClr val="dk1"/>
              </a:buClr>
              <a:buSzPts val="2800"/>
              <a:buFont typeface="Calibri"/>
              <a:buNone/>
            </a:pPr>
            <a:r>
              <a:rPr b="1" lang="en-US" sz="2800">
                <a:latin typeface="Calibri"/>
                <a:ea typeface="Calibri"/>
                <a:cs typeface="Calibri"/>
                <a:sym typeface="Calibri"/>
              </a:rPr>
              <a:t>Smart communication between doctor and patient</a:t>
            </a:r>
            <a:endParaRPr/>
          </a:p>
        </p:txBody>
      </p:sp>
      <p:sp>
        <p:nvSpPr>
          <p:cNvPr id="811" name="Google Shape;811;p39"/>
          <p:cNvSpPr txBox="1"/>
          <p:nvPr>
            <p:ph idx="1" type="body"/>
          </p:nvPr>
        </p:nvSpPr>
        <p:spPr>
          <a:xfrm>
            <a:off x="221890" y="3113380"/>
            <a:ext cx="6281804" cy="136926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US" sz="2400">
                <a:latin typeface="Arial"/>
                <a:ea typeface="Arial"/>
                <a:cs typeface="Arial"/>
                <a:sym typeface="Arial"/>
              </a:rPr>
              <a:t>We will develop a system that provides exercise recommendations based on the user's health condition, offering personalized and safe fitness advice.</a:t>
            </a:r>
            <a:endParaRPr/>
          </a:p>
        </p:txBody>
      </p:sp>
      <p:pic>
        <p:nvPicPr>
          <p:cNvPr id="812" name="Google Shape;812;p39"/>
          <p:cNvPicPr preferRelativeResize="0"/>
          <p:nvPr/>
        </p:nvPicPr>
        <p:blipFill rotWithShape="1">
          <a:blip r:embed="rId3">
            <a:alphaModFix/>
          </a:blip>
          <a:srcRect b="0" l="0" r="0" t="0"/>
          <a:stretch/>
        </p:blipFill>
        <p:spPr>
          <a:xfrm>
            <a:off x="-369477" y="-213346"/>
            <a:ext cx="2511770" cy="1603387"/>
          </a:xfrm>
          <a:prstGeom prst="rect">
            <a:avLst/>
          </a:prstGeom>
          <a:noFill/>
          <a:ln>
            <a:noFill/>
          </a:ln>
        </p:spPr>
      </p:pic>
      <p:pic>
        <p:nvPicPr>
          <p:cNvPr descr="A hand holding a phone with a picture of a doctor on it&#10;&#10;Description automatically generated" id="813" name="Google Shape;813;p39"/>
          <p:cNvPicPr preferRelativeResize="0"/>
          <p:nvPr/>
        </p:nvPicPr>
        <p:blipFill rotWithShape="1">
          <a:blip r:embed="rId4">
            <a:alphaModFix/>
          </a:blip>
          <a:srcRect b="0" l="16614" r="11655" t="12552"/>
          <a:stretch/>
        </p:blipFill>
        <p:spPr>
          <a:xfrm>
            <a:off x="6643220" y="488698"/>
            <a:ext cx="4919276" cy="6004699"/>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xEl>
                                              <p:pRg end="0" st="0"/>
                                            </p:txEl>
                                          </p:spTgt>
                                        </p:tgtEl>
                                        <p:attrNameLst>
                                          <p:attrName>style.visibility</p:attrName>
                                        </p:attrNameLst>
                                      </p:cBhvr>
                                      <p:to>
                                        <p:strVal val="visible"/>
                                      </p:to>
                                    </p:set>
                                    <p:animEffect filter="fade" transition="in">
                                      <p:cBhvr>
                                        <p:cTn dur="500"/>
                                        <p:tgtEl>
                                          <p:spTgt spid="81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7" name="Shape 817"/>
        <p:cNvGrpSpPr/>
        <p:nvPr/>
      </p:nvGrpSpPr>
      <p:grpSpPr>
        <a:xfrm>
          <a:off x="0" y="0"/>
          <a:ext cx="0" cy="0"/>
          <a:chOff x="0" y="0"/>
          <a:chExt cx="0" cy="0"/>
        </a:xfrm>
      </p:grpSpPr>
      <p:sp>
        <p:nvSpPr>
          <p:cNvPr id="818" name="Google Shape;818;p40"/>
          <p:cNvSpPr txBox="1"/>
          <p:nvPr>
            <p:ph type="title"/>
          </p:nvPr>
        </p:nvSpPr>
        <p:spPr>
          <a:xfrm>
            <a:off x="5793276" y="1553602"/>
            <a:ext cx="6223800" cy="623455"/>
          </a:xfrm>
          <a:prstGeom prst="rect">
            <a:avLst/>
          </a:prstGeom>
          <a:noFill/>
          <a:ln>
            <a:noFill/>
          </a:ln>
        </p:spPr>
        <p:txBody>
          <a:bodyPr anchorCtr="0" anchor="b" bIns="45700" lIns="91425" spcFirstLastPara="1" rIns="91425" wrap="square" tIns="45700">
            <a:noAutofit/>
          </a:bodyPr>
          <a:lstStyle/>
          <a:p>
            <a:pPr indent="0" lvl="0" marL="0" rtl="0" algn="l">
              <a:lnSpc>
                <a:spcPct val="150000"/>
              </a:lnSpc>
              <a:spcBef>
                <a:spcPts val="0"/>
              </a:spcBef>
              <a:spcAft>
                <a:spcPts val="0"/>
              </a:spcAft>
              <a:buClr>
                <a:schemeClr val="dk1"/>
              </a:buClr>
              <a:buSzPts val="2800"/>
              <a:buFont typeface="Calibri"/>
              <a:buNone/>
            </a:pPr>
            <a:r>
              <a:rPr b="1" lang="en-US" sz="2800">
                <a:latin typeface="Calibri"/>
                <a:ea typeface="Calibri"/>
                <a:cs typeface="Calibri"/>
                <a:sym typeface="Calibri"/>
              </a:rPr>
              <a:t>Gestational diabetes</a:t>
            </a:r>
            <a:endParaRPr/>
          </a:p>
        </p:txBody>
      </p:sp>
      <p:sp>
        <p:nvSpPr>
          <p:cNvPr id="819" name="Google Shape;819;p40"/>
          <p:cNvSpPr txBox="1"/>
          <p:nvPr>
            <p:ph idx="1" type="body"/>
          </p:nvPr>
        </p:nvSpPr>
        <p:spPr>
          <a:xfrm>
            <a:off x="5793276" y="2341847"/>
            <a:ext cx="6223800" cy="3548364"/>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2400"/>
              <a:buNone/>
            </a:pPr>
            <a:r>
              <a:rPr lang="en-US" sz="2400">
                <a:latin typeface="Arial"/>
                <a:ea typeface="Arial"/>
                <a:cs typeface="Arial"/>
                <a:sym typeface="Arial"/>
              </a:rPr>
              <a:t>The system helps doctors track blood sugar levels and alerts them to abnormal readings. Patients can enter data manually or via Bluetooth, receive check-up reminders, and get daily recommendations.</a:t>
            </a:r>
            <a:endParaRPr/>
          </a:p>
          <a:p>
            <a:pPr indent="0" lvl="0" marL="0" rtl="0" algn="l">
              <a:lnSpc>
                <a:spcPct val="150000"/>
              </a:lnSpc>
              <a:spcBef>
                <a:spcPts val="1000"/>
              </a:spcBef>
              <a:spcAft>
                <a:spcPts val="0"/>
              </a:spcAft>
              <a:buClr>
                <a:schemeClr val="dk1"/>
              </a:buClr>
              <a:buSzPts val="2400"/>
              <a:buNone/>
            </a:pPr>
            <a:r>
              <a:t/>
            </a:r>
            <a:endParaRPr sz="2400">
              <a:latin typeface="Arial"/>
              <a:ea typeface="Arial"/>
              <a:cs typeface="Arial"/>
              <a:sym typeface="Arial"/>
            </a:endParaRPr>
          </a:p>
        </p:txBody>
      </p:sp>
      <p:pic>
        <p:nvPicPr>
          <p:cNvPr id="820" name="Google Shape;820;p40"/>
          <p:cNvPicPr preferRelativeResize="0"/>
          <p:nvPr/>
        </p:nvPicPr>
        <p:blipFill rotWithShape="1">
          <a:blip r:embed="rId3">
            <a:alphaModFix/>
          </a:blip>
          <a:srcRect b="0" l="0" r="0" t="0"/>
          <a:stretch/>
        </p:blipFill>
        <p:spPr>
          <a:xfrm>
            <a:off x="-369477" y="-213346"/>
            <a:ext cx="2511770" cy="1603387"/>
          </a:xfrm>
          <a:prstGeom prst="rect">
            <a:avLst/>
          </a:prstGeom>
          <a:noFill/>
          <a:ln>
            <a:noFill/>
          </a:ln>
        </p:spPr>
      </p:pic>
      <p:pic>
        <p:nvPicPr>
          <p:cNvPr descr="A person holding her belly&#10;&#10;Description automatically generated" id="821" name="Google Shape;821;p40"/>
          <p:cNvPicPr preferRelativeResize="0"/>
          <p:nvPr/>
        </p:nvPicPr>
        <p:blipFill rotWithShape="1">
          <a:blip r:embed="rId4">
            <a:alphaModFix/>
          </a:blip>
          <a:srcRect b="5575" l="15042" r="15280" t="5685"/>
          <a:stretch/>
        </p:blipFill>
        <p:spPr>
          <a:xfrm>
            <a:off x="145922" y="1306065"/>
            <a:ext cx="5302454" cy="4758612"/>
          </a:xfrm>
          <a:prstGeom prst="rect">
            <a:avLst/>
          </a:prstGeom>
          <a:noFill/>
          <a:ln>
            <a:noFill/>
          </a:ln>
        </p:spPr>
      </p:pic>
    </p:spTree>
  </p:cSld>
  <p:clrMapOvr>
    <a:masterClrMapping/>
  </p:clrMapOvr>
  <p:transition spd="slow" p14:dur="1600">
    <p:blinds dir="ver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xEl>
                                              <p:pRg end="0" st="0"/>
                                            </p:txEl>
                                          </p:spTgt>
                                        </p:tgtEl>
                                        <p:attrNameLst>
                                          <p:attrName>style.visibility</p:attrName>
                                        </p:attrNameLst>
                                      </p:cBhvr>
                                      <p:to>
                                        <p:strVal val="visible"/>
                                      </p:to>
                                    </p:set>
                                    <p:animEffect filter="fade" transition="in">
                                      <p:cBhvr>
                                        <p:cTn dur="500"/>
                                        <p:tgtEl>
                                          <p:spTgt spid="8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9">
                                            <p:txEl>
                                              <p:pRg end="1" st="1"/>
                                            </p:txEl>
                                          </p:spTgt>
                                        </p:tgtEl>
                                        <p:attrNameLst>
                                          <p:attrName>style.visibility</p:attrName>
                                        </p:attrNameLst>
                                      </p:cBhvr>
                                      <p:to>
                                        <p:strVal val="visible"/>
                                      </p:to>
                                    </p:set>
                                    <p:animEffect filter="fade" transition="in">
                                      <p:cBhvr>
                                        <p:cTn dur="500"/>
                                        <p:tgtEl>
                                          <p:spTgt spid="81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41"/>
          <p:cNvSpPr txBox="1"/>
          <p:nvPr>
            <p:ph type="title"/>
          </p:nvPr>
        </p:nvSpPr>
        <p:spPr>
          <a:xfrm>
            <a:off x="838200" y="-169447"/>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latin typeface="Calibri"/>
                <a:ea typeface="Calibri"/>
                <a:cs typeface="Calibri"/>
                <a:sym typeface="Calibri"/>
              </a:rPr>
              <a:t>References</a:t>
            </a:r>
            <a:endParaRPr/>
          </a:p>
        </p:txBody>
      </p:sp>
      <p:sp>
        <p:nvSpPr>
          <p:cNvPr id="827" name="Google Shape;827;p41"/>
          <p:cNvSpPr txBox="1"/>
          <p:nvPr>
            <p:ph idx="1" type="body"/>
          </p:nvPr>
        </p:nvSpPr>
        <p:spPr>
          <a:xfrm>
            <a:off x="321906" y="701577"/>
            <a:ext cx="11548188" cy="5783198"/>
          </a:xfrm>
          <a:prstGeom prst="rect">
            <a:avLst/>
          </a:prstGeom>
          <a:noFill/>
          <a:ln>
            <a:noFill/>
          </a:ln>
        </p:spPr>
        <p:txBody>
          <a:bodyPr anchorCtr="0" anchor="t" bIns="45700" lIns="91425" spcFirstLastPara="1" rIns="91425" wrap="square" tIns="45700">
            <a:normAutofit fontScale="85000" lnSpcReduction="20000"/>
          </a:bodyPr>
          <a:lstStyle/>
          <a:p>
            <a:pPr indent="-163830" lvl="0" marL="228600" rtl="0" algn="l">
              <a:lnSpc>
                <a:spcPct val="90000"/>
              </a:lnSpc>
              <a:spcBef>
                <a:spcPts val="0"/>
              </a:spcBef>
              <a:spcAft>
                <a:spcPts val="0"/>
              </a:spcAft>
              <a:buClr>
                <a:schemeClr val="dk1"/>
              </a:buClr>
              <a:buSzPct val="100000"/>
              <a:buNone/>
            </a:pPr>
            <a:r>
              <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b="1" lang="en-US" sz="1200">
                <a:latin typeface="Poppins"/>
                <a:ea typeface="Poppins"/>
                <a:cs typeface="Poppins"/>
                <a:sym typeface="Poppins"/>
              </a:rPr>
              <a:t>Paper 1</a:t>
            </a:r>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Yifan Qin, Jinlong Wu ,Zhanbing Ren</a:t>
            </a:r>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Medicine, Computer Science Link </a:t>
            </a:r>
            <a:r>
              <a:rPr lang="en-US" sz="1200" u="sng">
                <a:solidFill>
                  <a:schemeClr val="hlink"/>
                </a:solidFill>
                <a:latin typeface="Poppins"/>
                <a:ea typeface="Poppins"/>
                <a:cs typeface="Poppins"/>
                <a:sym typeface="Poppins"/>
                <a:hlinkClick r:id="rId3"/>
              </a:rPr>
              <a:t>https://www.semanticscholar.org/paper/Machine-Learning-Models-for-Data-Driven-Prediction-Qin-Wu/5e6c58bb96e3f3ce5d5d35798f9f61c70054f57a</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b="1" lang="en-US" sz="1200">
                <a:latin typeface="Poppins"/>
                <a:ea typeface="Poppins"/>
                <a:cs typeface="Poppins"/>
                <a:sym typeface="Poppins"/>
              </a:rPr>
              <a:t>Paper 2</a:t>
            </a:r>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H. Kaur and V. Kumari. “Predictive modeling and analytics for diabetes using a machine learning approach,.” Appl Comput Informatics. 2018; Link </a:t>
            </a:r>
            <a:r>
              <a:rPr lang="en-US" sz="1200" u="sng">
                <a:solidFill>
                  <a:schemeClr val="hlink"/>
                </a:solidFill>
                <a:latin typeface="Poppins"/>
                <a:ea typeface="Poppins"/>
                <a:cs typeface="Poppins"/>
                <a:sym typeface="Poppins"/>
                <a:hlinkClick r:id="rId4"/>
              </a:rPr>
              <a:t>https://www.emerald.com/insight/content/doi/10.1016/j.aci.2018.12.004/full/html</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 </a:t>
            </a:r>
            <a:endParaRPr/>
          </a:p>
          <a:p>
            <a:pPr indent="0" lvl="0" marL="0" rtl="0" algn="l">
              <a:lnSpc>
                <a:spcPct val="90000"/>
              </a:lnSpc>
              <a:spcBef>
                <a:spcPts val="1000"/>
              </a:spcBef>
              <a:spcAft>
                <a:spcPts val="0"/>
              </a:spcAft>
              <a:buClr>
                <a:schemeClr val="dk1"/>
              </a:buClr>
              <a:buSzPct val="100000"/>
              <a:buNone/>
            </a:pPr>
            <a:r>
              <a:rPr b="1" lang="en-US" sz="1200">
                <a:latin typeface="Poppins"/>
                <a:ea typeface="Poppins"/>
                <a:cs typeface="Poppins"/>
                <a:sym typeface="Poppins"/>
              </a:rPr>
              <a:t>Paper 3</a:t>
            </a:r>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Tayyab Nasir, Muhammad Kamran Malik</a:t>
            </a:r>
            <a:endParaRPr/>
          </a:p>
          <a:p>
            <a:pPr indent="0" lvl="0" marL="0" rtl="0" algn="l">
              <a:lnSpc>
                <a:spcPct val="90000"/>
              </a:lnSpc>
              <a:spcBef>
                <a:spcPts val="1000"/>
              </a:spcBef>
              <a:spcAft>
                <a:spcPts val="0"/>
              </a:spcAft>
              <a:buClr>
                <a:schemeClr val="dk1"/>
              </a:buClr>
              <a:buSzPct val="100000"/>
              <a:buNone/>
            </a:pPr>
            <a:r>
              <a:rPr lang="en-US" sz="1200" u="sng">
                <a:solidFill>
                  <a:schemeClr val="hlink"/>
                </a:solidFill>
                <a:latin typeface="Poppins"/>
                <a:ea typeface="Poppins"/>
                <a:cs typeface="Poppins"/>
                <a:sym typeface="Poppins"/>
                <a:hlinkClick r:id="rId5"/>
              </a:rPr>
              <a:t>https://arxiv.org/abs/2301.04844</a:t>
            </a:r>
            <a:endParaRPr sz="1200">
              <a:latin typeface="Poppins"/>
              <a:ea typeface="Poppins"/>
              <a:cs typeface="Poppins"/>
              <a:sym typeface="Poppins"/>
            </a:endParaRPr>
          </a:p>
          <a:p>
            <a:pPr indent="-163830" lvl="0" marL="228600" rtl="0" algn="l">
              <a:lnSpc>
                <a:spcPct val="90000"/>
              </a:lnSpc>
              <a:spcBef>
                <a:spcPts val="1000"/>
              </a:spcBef>
              <a:spcAft>
                <a:spcPts val="0"/>
              </a:spcAft>
              <a:buClr>
                <a:schemeClr val="dk1"/>
              </a:buClr>
              <a:buSzPct val="100000"/>
              <a:buNone/>
            </a:pPr>
            <a:r>
              <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b="1" lang="en-US" sz="1200">
                <a:latin typeface="Poppins"/>
                <a:ea typeface="Poppins"/>
                <a:cs typeface="Poppins"/>
                <a:sym typeface="Poppins"/>
              </a:rPr>
              <a:t>Paper 4</a:t>
            </a:r>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Md. Alamin Talukder, Md Ashraf Uddin,Mohsin Kazi</a:t>
            </a:r>
            <a:endParaRPr/>
          </a:p>
          <a:p>
            <a:pPr indent="0" lvl="0" marL="0" rtl="0" algn="l">
              <a:lnSpc>
                <a:spcPct val="90000"/>
              </a:lnSpc>
              <a:spcBef>
                <a:spcPts val="1000"/>
              </a:spcBef>
              <a:spcAft>
                <a:spcPts val="0"/>
              </a:spcAft>
              <a:buClr>
                <a:schemeClr val="dk1"/>
              </a:buClr>
              <a:buSzPct val="100000"/>
              <a:buNone/>
            </a:pPr>
            <a:r>
              <a:rPr lang="en-US" sz="1200" u="sng">
                <a:solidFill>
                  <a:schemeClr val="hlink"/>
                </a:solidFill>
                <a:latin typeface="Poppins"/>
                <a:ea typeface="Poppins"/>
                <a:cs typeface="Poppins"/>
                <a:sym typeface="Poppins"/>
                <a:hlinkClick r:id="rId6"/>
              </a:rPr>
              <a:t>383280844_Toward_reliable_diabetes_prediction_Innovations_in_data_engineering_and_machine_learning_applications</a:t>
            </a:r>
            <a:endParaRPr sz="1200">
              <a:latin typeface="Poppins"/>
              <a:ea typeface="Poppins"/>
              <a:cs typeface="Poppins"/>
              <a:sym typeface="Poppins"/>
            </a:endParaRPr>
          </a:p>
          <a:p>
            <a:pPr indent="-163830" lvl="0" marL="228600" rtl="0" algn="l">
              <a:lnSpc>
                <a:spcPct val="90000"/>
              </a:lnSpc>
              <a:spcBef>
                <a:spcPts val="1000"/>
              </a:spcBef>
              <a:spcAft>
                <a:spcPts val="0"/>
              </a:spcAft>
              <a:buClr>
                <a:schemeClr val="dk1"/>
              </a:buClr>
              <a:buSzPct val="100000"/>
              <a:buNone/>
            </a:pPr>
            <a:r>
              <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b="1" lang="en-US" sz="1200">
                <a:latin typeface="Poppins"/>
                <a:ea typeface="Poppins"/>
                <a:cs typeface="Poppins"/>
                <a:sym typeface="Poppins"/>
              </a:rPr>
              <a:t>Paper 5</a:t>
            </a:r>
            <a:endParaRPr/>
          </a:p>
          <a:p>
            <a:pPr indent="0" lvl="0" marL="0" rtl="0" algn="l">
              <a:lnSpc>
                <a:spcPct val="90000"/>
              </a:lnSpc>
              <a:spcBef>
                <a:spcPts val="1000"/>
              </a:spcBef>
              <a:spcAft>
                <a:spcPts val="0"/>
              </a:spcAft>
              <a:buClr>
                <a:schemeClr val="dk1"/>
              </a:buClr>
              <a:buSzPct val="100000"/>
              <a:buNone/>
            </a:pPr>
            <a:r>
              <a:rPr lang="en-US" sz="1200">
                <a:latin typeface="Poppins"/>
                <a:ea typeface="Poppins"/>
                <a:cs typeface="Poppins"/>
                <a:sym typeface="Poppins"/>
              </a:rPr>
              <a:t>Abeer El-Sayyid El-Bashbishy ,  Hazem M El-Bakry</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lang="en-US" sz="1200" u="sng">
                <a:solidFill>
                  <a:schemeClr val="hlink"/>
                </a:solidFill>
                <a:latin typeface="Poppins"/>
                <a:ea typeface="Poppins"/>
                <a:cs typeface="Poppins"/>
                <a:sym typeface="Poppins"/>
                <a:hlinkClick r:id="rId7"/>
              </a:rPr>
              <a:t>https://www.researchgate.net/publication/378339533_Pediatric_diabetes_prediction_using_deep_learning</a:t>
            </a:r>
            <a:endParaRPr sz="1200">
              <a:latin typeface="Poppins"/>
              <a:ea typeface="Poppins"/>
              <a:cs typeface="Poppins"/>
              <a:sym typeface="Poppins"/>
            </a:endParaRPr>
          </a:p>
          <a:p>
            <a:pPr indent="-126047" lvl="0" marL="228600" rtl="0" algn="l">
              <a:lnSpc>
                <a:spcPct val="90000"/>
              </a:lnSpc>
              <a:spcBef>
                <a:spcPts val="1000"/>
              </a:spcBef>
              <a:spcAft>
                <a:spcPts val="0"/>
              </a:spcAft>
              <a:buClr>
                <a:schemeClr val="dk1"/>
              </a:buClr>
              <a:buSzPct val="100000"/>
              <a:buNone/>
            </a:pPr>
            <a:r>
              <a:t/>
            </a:r>
            <a:endParaRPr sz="19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b="1" lang="en-US" sz="1200">
                <a:latin typeface="Poppins"/>
                <a:ea typeface="Poppins"/>
                <a:cs typeface="Poppins"/>
                <a:sym typeface="Poppins"/>
              </a:rPr>
              <a:t>Implementation</a:t>
            </a:r>
            <a:endParaRPr/>
          </a:p>
          <a:p>
            <a:pPr indent="0" lvl="0" marL="0" rtl="0" algn="l">
              <a:lnSpc>
                <a:spcPct val="90000"/>
              </a:lnSpc>
              <a:spcBef>
                <a:spcPts val="1000"/>
              </a:spcBef>
              <a:spcAft>
                <a:spcPts val="0"/>
              </a:spcAft>
              <a:buClr>
                <a:schemeClr val="dk1"/>
              </a:buClr>
              <a:buSzPct val="100000"/>
              <a:buNone/>
            </a:pPr>
            <a:r>
              <a:rPr lang="en-US" sz="1300" u="sng">
                <a:solidFill>
                  <a:schemeClr val="hlink"/>
                </a:solidFill>
                <a:latin typeface="Poppins"/>
                <a:ea typeface="Poppins"/>
                <a:cs typeface="Poppins"/>
                <a:sym typeface="Poppins"/>
                <a:hlinkClick r:id="rId8"/>
              </a:rPr>
              <a:t>https://www.geeksforgeeks.org/random-forest-algorithm-in-machine-learning/</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rPr lang="en-US" sz="1300" u="sng">
                <a:solidFill>
                  <a:schemeClr val="hlink"/>
                </a:solidFill>
                <a:latin typeface="Poppins"/>
                <a:ea typeface="Poppins"/>
                <a:cs typeface="Poppins"/>
                <a:sym typeface="Poppins"/>
                <a:hlinkClick r:id="rId9"/>
              </a:rPr>
              <a:t>https://www.javatpoint.com/machine-learning-random-forest-algorithm</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t/>
            </a:r>
            <a:endParaRPr b="1"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t/>
            </a:r>
            <a:endParaRPr b="1" sz="1200">
              <a:latin typeface="Poppins"/>
              <a:ea typeface="Poppins"/>
              <a:cs typeface="Poppins"/>
              <a:sym typeface="Poppins"/>
            </a:endParaRPr>
          </a:p>
          <a:p>
            <a:pPr indent="0" lvl="0" marL="0" rtl="0" algn="l">
              <a:lnSpc>
                <a:spcPct val="90000"/>
              </a:lnSpc>
              <a:spcBef>
                <a:spcPts val="1000"/>
              </a:spcBef>
              <a:spcAft>
                <a:spcPts val="0"/>
              </a:spcAft>
              <a:buClr>
                <a:schemeClr val="dk1"/>
              </a:buClr>
              <a:buSzPct val="100000"/>
              <a:buNone/>
            </a:pPr>
            <a:r>
              <a:t/>
            </a:r>
            <a:endParaRPr b="1" sz="800">
              <a:latin typeface="Poppins"/>
              <a:ea typeface="Poppins"/>
              <a:cs typeface="Poppins"/>
              <a:sym typeface="Poppi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42"/>
          <p:cNvSpPr txBox="1"/>
          <p:nvPr>
            <p:ph type="title"/>
          </p:nvPr>
        </p:nvSpPr>
        <p:spPr>
          <a:xfrm>
            <a:off x="838200" y="-169447"/>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latin typeface="Calibri"/>
                <a:ea typeface="Calibri"/>
                <a:cs typeface="Calibri"/>
                <a:sym typeface="Calibri"/>
              </a:rPr>
              <a:t>References</a:t>
            </a:r>
            <a:endParaRPr/>
          </a:p>
        </p:txBody>
      </p:sp>
      <p:sp>
        <p:nvSpPr>
          <p:cNvPr id="833" name="Google Shape;833;p42"/>
          <p:cNvSpPr txBox="1"/>
          <p:nvPr>
            <p:ph idx="1" type="body"/>
          </p:nvPr>
        </p:nvSpPr>
        <p:spPr>
          <a:xfrm>
            <a:off x="321906" y="701577"/>
            <a:ext cx="11548188" cy="5783198"/>
          </a:xfrm>
          <a:prstGeom prst="rect">
            <a:avLst/>
          </a:prstGeom>
          <a:noFill/>
          <a:ln>
            <a:noFill/>
          </a:ln>
        </p:spPr>
        <p:txBody>
          <a:bodyPr anchorCtr="0" anchor="t" bIns="45700" lIns="91425" spcFirstLastPara="1" rIns="91425" wrap="square" tIns="45700">
            <a:normAutofit/>
          </a:bodyPr>
          <a:lstStyle/>
          <a:p>
            <a:pPr indent="-152400" lvl="0" marL="228600" rtl="0" algn="l">
              <a:lnSpc>
                <a:spcPct val="90000"/>
              </a:lnSpc>
              <a:spcBef>
                <a:spcPts val="0"/>
              </a:spcBef>
              <a:spcAft>
                <a:spcPts val="0"/>
              </a:spcAft>
              <a:buClr>
                <a:schemeClr val="dk1"/>
              </a:buClr>
              <a:buSzPts val="1200"/>
              <a:buNone/>
            </a:pPr>
            <a:r>
              <a:t/>
            </a:r>
            <a:endParaRPr sz="1200">
              <a:latin typeface="Poppins"/>
              <a:ea typeface="Poppins"/>
              <a:cs typeface="Poppins"/>
              <a:sym typeface="Poppins"/>
            </a:endParaRPr>
          </a:p>
          <a:p>
            <a:pPr indent="0" lvl="0" marL="0" rtl="0" algn="l">
              <a:lnSpc>
                <a:spcPct val="90000"/>
              </a:lnSpc>
              <a:spcBef>
                <a:spcPts val="1000"/>
              </a:spcBef>
              <a:spcAft>
                <a:spcPts val="0"/>
              </a:spcAft>
              <a:buClr>
                <a:schemeClr val="dk1"/>
              </a:buClr>
              <a:buSzPts val="1400"/>
              <a:buNone/>
            </a:pPr>
            <a:r>
              <a:rPr b="1" lang="en-US" sz="1400">
                <a:latin typeface="Poppins"/>
                <a:ea typeface="Poppins"/>
                <a:cs typeface="Poppins"/>
                <a:sym typeface="Poppins"/>
              </a:rPr>
              <a:t>Source 1</a:t>
            </a:r>
            <a:endParaRPr b="1" sz="1400">
              <a:latin typeface="Poppins"/>
              <a:ea typeface="Poppins"/>
              <a:cs typeface="Poppins"/>
              <a:sym typeface="Poppins"/>
            </a:endParaRPr>
          </a:p>
          <a:p>
            <a:pPr indent="0" lvl="0" marL="0" rtl="0" algn="l">
              <a:lnSpc>
                <a:spcPct val="90000"/>
              </a:lnSpc>
              <a:spcBef>
                <a:spcPts val="1000"/>
              </a:spcBef>
              <a:spcAft>
                <a:spcPts val="0"/>
              </a:spcAft>
              <a:buClr>
                <a:schemeClr val="dk1"/>
              </a:buClr>
              <a:buSzPts val="1300"/>
              <a:buNone/>
            </a:pPr>
            <a:r>
              <a:rPr lang="en-US" sz="1300">
                <a:latin typeface="Poppins"/>
                <a:ea typeface="Poppins"/>
                <a:cs typeface="Poppins"/>
                <a:sym typeface="Poppins"/>
              </a:rPr>
              <a:t>USDA FoodData Central(</a:t>
            </a:r>
            <a:r>
              <a:rPr lang="en-US" sz="1300" u="sng">
                <a:solidFill>
                  <a:schemeClr val="hlink"/>
                </a:solidFill>
                <a:latin typeface="Poppins"/>
                <a:ea typeface="Poppins"/>
                <a:cs typeface="Poppins"/>
                <a:sym typeface="Poppins"/>
                <a:hlinkClick r:id="rId3"/>
              </a:rPr>
              <a:t>https://fdc.nal.usda.gov/</a:t>
            </a:r>
            <a:r>
              <a:rPr lang="en-US" sz="1300">
                <a:latin typeface="Poppins"/>
                <a:ea typeface="Poppins"/>
                <a:cs typeface="Poppins"/>
                <a:sym typeface="Poppins"/>
              </a:rPr>
              <a:t>)</a:t>
            </a:r>
            <a:endParaRPr/>
          </a:p>
          <a:p>
            <a:pPr indent="0" lvl="0" marL="0" rtl="0" algn="l">
              <a:lnSpc>
                <a:spcPct val="90000"/>
              </a:lnSpc>
              <a:spcBef>
                <a:spcPts val="1000"/>
              </a:spcBef>
              <a:spcAft>
                <a:spcPts val="0"/>
              </a:spcAft>
              <a:buClr>
                <a:schemeClr val="dk1"/>
              </a:buClr>
              <a:buSzPts val="1300"/>
              <a:buNone/>
            </a:pPr>
            <a:r>
              <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ts val="1400"/>
              <a:buNone/>
            </a:pPr>
            <a:r>
              <a:rPr b="1" lang="en-US" sz="1400">
                <a:latin typeface="Poppins"/>
                <a:ea typeface="Poppins"/>
                <a:cs typeface="Poppins"/>
                <a:sym typeface="Poppins"/>
              </a:rPr>
              <a:t>Source 2</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ts val="1300"/>
              <a:buNone/>
            </a:pPr>
            <a:r>
              <a:rPr lang="en-US" sz="1300">
                <a:latin typeface="Poppins"/>
                <a:ea typeface="Poppins"/>
                <a:cs typeface="Poppins"/>
                <a:sym typeface="Poppins"/>
              </a:rPr>
              <a:t>American Diabetes Association (ADA)(</a:t>
            </a:r>
            <a:r>
              <a:rPr lang="en-US" sz="1300" u="sng">
                <a:solidFill>
                  <a:schemeClr val="hlink"/>
                </a:solidFill>
                <a:latin typeface="Poppins"/>
                <a:ea typeface="Poppins"/>
                <a:cs typeface="Poppins"/>
                <a:sym typeface="Poppins"/>
                <a:hlinkClick r:id="rId4"/>
              </a:rPr>
              <a:t>https://www.diabetes.org/healthy-living/recipes-nutrition</a:t>
            </a:r>
            <a:r>
              <a:rPr lang="en-US" sz="1300">
                <a:latin typeface="Poppins"/>
                <a:ea typeface="Poppins"/>
                <a:cs typeface="Poppins"/>
                <a:sym typeface="Poppins"/>
              </a:rPr>
              <a:t>)</a:t>
            </a:r>
            <a:endParaRPr/>
          </a:p>
          <a:p>
            <a:pPr indent="0" lvl="0" marL="0" rtl="0" algn="l">
              <a:lnSpc>
                <a:spcPct val="90000"/>
              </a:lnSpc>
              <a:spcBef>
                <a:spcPts val="1000"/>
              </a:spcBef>
              <a:spcAft>
                <a:spcPts val="0"/>
              </a:spcAft>
              <a:buClr>
                <a:schemeClr val="dk1"/>
              </a:buClr>
              <a:buSzPts val="1300"/>
              <a:buNone/>
            </a:pPr>
            <a:r>
              <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ts val="1400"/>
              <a:buNone/>
            </a:pPr>
            <a:r>
              <a:rPr b="1" lang="en-US" sz="1400">
                <a:latin typeface="Poppins"/>
                <a:ea typeface="Poppins"/>
                <a:cs typeface="Poppins"/>
                <a:sym typeface="Poppins"/>
              </a:rPr>
              <a:t>Source 3</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ts val="1300"/>
              <a:buNone/>
            </a:pPr>
            <a:r>
              <a:rPr lang="en-US" sz="1300">
                <a:latin typeface="Poppins"/>
                <a:ea typeface="Poppins"/>
                <a:cs typeface="Poppins"/>
                <a:sym typeface="Poppins"/>
              </a:rPr>
              <a:t>Glycemic Index International Table(</a:t>
            </a:r>
            <a:r>
              <a:rPr lang="en-US" sz="1300" u="sng">
                <a:solidFill>
                  <a:schemeClr val="hlink"/>
                </a:solidFill>
                <a:latin typeface="Poppins"/>
                <a:ea typeface="Poppins"/>
                <a:cs typeface="Poppins"/>
                <a:sym typeface="Poppins"/>
                <a:hlinkClick r:id="rId5"/>
              </a:rPr>
              <a:t>https://glycemicindex.com/</a:t>
            </a:r>
            <a:r>
              <a:rPr lang="en-US" sz="1300">
                <a:latin typeface="Poppins"/>
                <a:ea typeface="Poppins"/>
                <a:cs typeface="Poppins"/>
                <a:sym typeface="Poppins"/>
              </a:rPr>
              <a:t>)</a:t>
            </a:r>
            <a:endParaRPr/>
          </a:p>
          <a:p>
            <a:pPr indent="0" lvl="0" marL="0" rtl="0" algn="l">
              <a:lnSpc>
                <a:spcPct val="90000"/>
              </a:lnSpc>
              <a:spcBef>
                <a:spcPts val="1000"/>
              </a:spcBef>
              <a:spcAft>
                <a:spcPts val="0"/>
              </a:spcAft>
              <a:buClr>
                <a:schemeClr val="dk1"/>
              </a:buClr>
              <a:buSzPts val="1300"/>
              <a:buNone/>
            </a:pPr>
            <a:r>
              <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ts val="1400"/>
              <a:buNone/>
            </a:pPr>
            <a:r>
              <a:rPr b="1" lang="en-US" sz="1400">
                <a:latin typeface="Poppins"/>
                <a:ea typeface="Poppins"/>
                <a:cs typeface="Poppins"/>
                <a:sym typeface="Poppins"/>
              </a:rPr>
              <a:t>Source 4</a:t>
            </a:r>
            <a:endParaRPr sz="1300">
              <a:latin typeface="Poppins"/>
              <a:ea typeface="Poppins"/>
              <a:cs typeface="Poppins"/>
              <a:sym typeface="Poppins"/>
            </a:endParaRPr>
          </a:p>
          <a:p>
            <a:pPr indent="0" lvl="0" marL="0" rtl="0" algn="l">
              <a:lnSpc>
                <a:spcPct val="90000"/>
              </a:lnSpc>
              <a:spcBef>
                <a:spcPts val="1000"/>
              </a:spcBef>
              <a:spcAft>
                <a:spcPts val="0"/>
              </a:spcAft>
              <a:buClr>
                <a:schemeClr val="dk1"/>
              </a:buClr>
              <a:buSzPts val="1300"/>
              <a:buNone/>
            </a:pPr>
            <a:r>
              <a:rPr lang="en-US" sz="1300">
                <a:latin typeface="Poppins"/>
                <a:ea typeface="Poppins"/>
                <a:cs typeface="Poppins"/>
                <a:sym typeface="Poppins"/>
              </a:rPr>
              <a:t>NHS – Healthy Eating Guidelines(</a:t>
            </a:r>
            <a:r>
              <a:rPr lang="en-US" sz="1300" u="sng">
                <a:solidFill>
                  <a:schemeClr val="hlink"/>
                </a:solidFill>
                <a:latin typeface="Poppins"/>
                <a:ea typeface="Poppins"/>
                <a:cs typeface="Poppins"/>
                <a:sym typeface="Poppins"/>
                <a:hlinkClick r:id="rId6"/>
              </a:rPr>
              <a:t>https://www.nhs.uk/live-well/eat-well/</a:t>
            </a:r>
            <a:r>
              <a:rPr lang="en-US" sz="1300">
                <a:latin typeface="Poppins"/>
                <a:ea typeface="Poppins"/>
                <a:cs typeface="Poppins"/>
                <a:sym typeface="Poppins"/>
              </a:rPr>
              <a:t> )</a:t>
            </a:r>
            <a:endParaRPr b="1" sz="1200">
              <a:latin typeface="Poppins"/>
              <a:ea typeface="Poppins"/>
              <a:cs typeface="Poppins"/>
              <a:sym typeface="Poppins"/>
            </a:endParaRPr>
          </a:p>
          <a:p>
            <a:pPr indent="0" lvl="0" marL="0" rtl="0" algn="l">
              <a:lnSpc>
                <a:spcPct val="90000"/>
              </a:lnSpc>
              <a:spcBef>
                <a:spcPts val="1000"/>
              </a:spcBef>
              <a:spcAft>
                <a:spcPts val="0"/>
              </a:spcAft>
              <a:buClr>
                <a:schemeClr val="dk1"/>
              </a:buClr>
              <a:buSzPts val="1200"/>
              <a:buNone/>
            </a:pPr>
            <a:r>
              <a:t/>
            </a:r>
            <a:endParaRPr b="1" sz="1200">
              <a:latin typeface="Poppins"/>
              <a:ea typeface="Poppins"/>
              <a:cs typeface="Poppins"/>
              <a:sym typeface="Poppins"/>
            </a:endParaRPr>
          </a:p>
          <a:p>
            <a:pPr indent="0" lvl="0" marL="0" rtl="0" algn="l">
              <a:lnSpc>
                <a:spcPct val="90000"/>
              </a:lnSpc>
              <a:spcBef>
                <a:spcPts val="1000"/>
              </a:spcBef>
              <a:spcAft>
                <a:spcPts val="0"/>
              </a:spcAft>
              <a:buClr>
                <a:schemeClr val="dk1"/>
              </a:buClr>
              <a:buSzPts val="800"/>
              <a:buNone/>
            </a:pPr>
            <a:r>
              <a:t/>
            </a:r>
            <a:endParaRPr b="1" sz="800">
              <a:latin typeface="Poppins"/>
              <a:ea typeface="Poppins"/>
              <a:cs typeface="Poppins"/>
              <a:sym typeface="Poppi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pic>
        <p:nvPicPr>
          <p:cNvPr id="838" name="Google Shape;838;p43"/>
          <p:cNvPicPr preferRelativeResize="0"/>
          <p:nvPr/>
        </p:nvPicPr>
        <p:blipFill rotWithShape="1">
          <a:blip r:embed="rId3">
            <a:alphaModFix/>
          </a:blip>
          <a:srcRect b="0" l="0" r="0" t="0"/>
          <a:stretch/>
        </p:blipFill>
        <p:spPr>
          <a:xfrm>
            <a:off x="2621609" y="976708"/>
            <a:ext cx="6242845" cy="2999492"/>
          </a:xfrm>
          <a:prstGeom prst="rect">
            <a:avLst/>
          </a:prstGeom>
          <a:noFill/>
          <a:ln>
            <a:noFill/>
          </a:ln>
        </p:spPr>
      </p:pic>
      <p:pic>
        <p:nvPicPr>
          <p:cNvPr id="839" name="Google Shape;839;p43"/>
          <p:cNvPicPr preferRelativeResize="0"/>
          <p:nvPr/>
        </p:nvPicPr>
        <p:blipFill rotWithShape="1">
          <a:blip r:embed="rId4">
            <a:alphaModFix/>
          </a:blip>
          <a:srcRect b="0" l="0" r="0" t="0"/>
          <a:stretch/>
        </p:blipFill>
        <p:spPr>
          <a:xfrm>
            <a:off x="3064624" y="3429000"/>
            <a:ext cx="5356816" cy="86164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2024-02-04T15:13:07Z</dcterms:created>
  <dc:creator>Aly Othman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0x010100531B9E1158E6064BB891CBD202802114</vt:lpwstr>
  </property>
</Properties>
</file>